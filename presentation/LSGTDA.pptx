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embeddedFontLst>
    <p:embeddedFont>
      <p:font typeface="EB Garamond" panose="000005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hCUZY6k10OJdXrg2eL806ZlVSW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11"/>
    <p:restoredTop sz="94675"/>
  </p:normalViewPr>
  <p:slideViewPr>
    <p:cSldViewPr snapToGrid="0">
      <p:cViewPr varScale="1">
        <p:scale>
          <a:sx n="159" d="100"/>
          <a:sy n="159" d="100"/>
        </p:scale>
        <p:origin x="400"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jns. 🍊" userId="ccf61dcdae8e017a" providerId="LiveId" clId="{7EF25CD6-45E0-4D94-988D-1056EF3F84F1}"/>
    <pc:docChg chg="modSld">
      <pc:chgData name="Wjns. 🍊" userId="ccf61dcdae8e017a" providerId="LiveId" clId="{7EF25CD6-45E0-4D94-988D-1056EF3F84F1}" dt="2026-10-18T17:33:14.217" v="83"/>
      <pc:docMkLst>
        <pc:docMk/>
      </pc:docMkLst>
      <pc:sldChg chg="modSp">
        <pc:chgData name="Wjns. 🍊" userId="ccf61dcdae8e017a" providerId="LiveId" clId="{7EF25CD6-45E0-4D94-988D-1056EF3F84F1}" dt="2026-10-18T17:33:12.958" v="14"/>
        <pc:sldMkLst>
          <pc:docMk/>
          <pc:sldMk cId="0" sldId="259"/>
        </pc:sldMkLst>
        <pc:spChg chg="mod">
          <ac:chgData name="Wjns. 🍊" userId="ccf61dcdae8e017a" providerId="LiveId" clId="{7EF25CD6-45E0-4D94-988D-1056EF3F84F1}" dt="2026-10-18T17:33:12.626" v="0"/>
          <ac:spMkLst>
            <pc:docMk/>
            <pc:sldMk cId="0" sldId="259"/>
            <ac:spMk id="119" creationId="{00000000-0000-0000-0000-000000000000}"/>
          </ac:spMkLst>
        </pc:spChg>
        <pc:spChg chg="mod">
          <ac:chgData name="Wjns. 🍊" userId="ccf61dcdae8e017a" providerId="LiveId" clId="{7EF25CD6-45E0-4D94-988D-1056EF3F84F1}" dt="2026-10-18T17:33:12.647" v="1"/>
          <ac:spMkLst>
            <pc:docMk/>
            <pc:sldMk cId="0" sldId="259"/>
            <ac:spMk id="120" creationId="{00000000-0000-0000-0000-000000000000}"/>
          </ac:spMkLst>
        </pc:spChg>
        <pc:spChg chg="mod">
          <ac:chgData name="Wjns. 🍊" userId="ccf61dcdae8e017a" providerId="LiveId" clId="{7EF25CD6-45E0-4D94-988D-1056EF3F84F1}" dt="2026-10-18T17:33:12.675" v="2"/>
          <ac:spMkLst>
            <pc:docMk/>
            <pc:sldMk cId="0" sldId="259"/>
            <ac:spMk id="121" creationId="{00000000-0000-0000-0000-000000000000}"/>
          </ac:spMkLst>
        </pc:spChg>
        <pc:spChg chg="mod">
          <ac:chgData name="Wjns. 🍊" userId="ccf61dcdae8e017a" providerId="LiveId" clId="{7EF25CD6-45E0-4D94-988D-1056EF3F84F1}" dt="2026-10-18T17:33:12.699" v="3"/>
          <ac:spMkLst>
            <pc:docMk/>
            <pc:sldMk cId="0" sldId="259"/>
            <ac:spMk id="122" creationId="{00000000-0000-0000-0000-000000000000}"/>
          </ac:spMkLst>
        </pc:spChg>
        <pc:spChg chg="mod">
          <ac:chgData name="Wjns. 🍊" userId="ccf61dcdae8e017a" providerId="LiveId" clId="{7EF25CD6-45E0-4D94-988D-1056EF3F84F1}" dt="2026-10-18T17:33:12.725" v="4"/>
          <ac:spMkLst>
            <pc:docMk/>
            <pc:sldMk cId="0" sldId="259"/>
            <ac:spMk id="123" creationId="{00000000-0000-0000-0000-000000000000}"/>
          </ac:spMkLst>
        </pc:spChg>
        <pc:spChg chg="mod">
          <ac:chgData name="Wjns. 🍊" userId="ccf61dcdae8e017a" providerId="LiveId" clId="{7EF25CD6-45E0-4D94-988D-1056EF3F84F1}" dt="2026-10-18T17:33:12.747" v="5"/>
          <ac:spMkLst>
            <pc:docMk/>
            <pc:sldMk cId="0" sldId="259"/>
            <ac:spMk id="124" creationId="{00000000-0000-0000-0000-000000000000}"/>
          </ac:spMkLst>
        </pc:spChg>
        <pc:spChg chg="mod">
          <ac:chgData name="Wjns. 🍊" userId="ccf61dcdae8e017a" providerId="LiveId" clId="{7EF25CD6-45E0-4D94-988D-1056EF3F84F1}" dt="2026-10-18T17:33:12.768" v="6"/>
          <ac:spMkLst>
            <pc:docMk/>
            <pc:sldMk cId="0" sldId="259"/>
            <ac:spMk id="125" creationId="{00000000-0000-0000-0000-000000000000}"/>
          </ac:spMkLst>
        </pc:spChg>
        <pc:spChg chg="mod">
          <ac:chgData name="Wjns. 🍊" userId="ccf61dcdae8e017a" providerId="LiveId" clId="{7EF25CD6-45E0-4D94-988D-1056EF3F84F1}" dt="2026-10-18T17:33:12.795" v="7"/>
          <ac:spMkLst>
            <pc:docMk/>
            <pc:sldMk cId="0" sldId="259"/>
            <ac:spMk id="126" creationId="{00000000-0000-0000-0000-000000000000}"/>
          </ac:spMkLst>
        </pc:spChg>
        <pc:spChg chg="mod">
          <ac:chgData name="Wjns. 🍊" userId="ccf61dcdae8e017a" providerId="LiveId" clId="{7EF25CD6-45E0-4D94-988D-1056EF3F84F1}" dt="2026-10-18T17:33:12.817" v="8"/>
          <ac:spMkLst>
            <pc:docMk/>
            <pc:sldMk cId="0" sldId="259"/>
            <ac:spMk id="127" creationId="{00000000-0000-0000-0000-000000000000}"/>
          </ac:spMkLst>
        </pc:spChg>
        <pc:spChg chg="mod">
          <ac:chgData name="Wjns. 🍊" userId="ccf61dcdae8e017a" providerId="LiveId" clId="{7EF25CD6-45E0-4D94-988D-1056EF3F84F1}" dt="2026-10-18T17:33:12.838" v="9"/>
          <ac:spMkLst>
            <pc:docMk/>
            <pc:sldMk cId="0" sldId="259"/>
            <ac:spMk id="128" creationId="{00000000-0000-0000-0000-000000000000}"/>
          </ac:spMkLst>
        </pc:spChg>
        <pc:spChg chg="mod">
          <ac:chgData name="Wjns. 🍊" userId="ccf61dcdae8e017a" providerId="LiveId" clId="{7EF25CD6-45E0-4D94-988D-1056EF3F84F1}" dt="2026-10-18T17:33:12.858" v="10"/>
          <ac:spMkLst>
            <pc:docMk/>
            <pc:sldMk cId="0" sldId="259"/>
            <ac:spMk id="129" creationId="{00000000-0000-0000-0000-000000000000}"/>
          </ac:spMkLst>
        </pc:spChg>
        <pc:spChg chg="mod">
          <ac:chgData name="Wjns. 🍊" userId="ccf61dcdae8e017a" providerId="LiveId" clId="{7EF25CD6-45E0-4D94-988D-1056EF3F84F1}" dt="2026-10-18T17:33:12.877" v="11"/>
          <ac:spMkLst>
            <pc:docMk/>
            <pc:sldMk cId="0" sldId="259"/>
            <ac:spMk id="130" creationId="{00000000-0000-0000-0000-000000000000}"/>
          </ac:spMkLst>
        </pc:spChg>
        <pc:spChg chg="mod">
          <ac:chgData name="Wjns. 🍊" userId="ccf61dcdae8e017a" providerId="LiveId" clId="{7EF25CD6-45E0-4D94-988D-1056EF3F84F1}" dt="2026-10-18T17:33:12.909" v="12"/>
          <ac:spMkLst>
            <pc:docMk/>
            <pc:sldMk cId="0" sldId="259"/>
            <ac:spMk id="131" creationId="{00000000-0000-0000-0000-000000000000}"/>
          </ac:spMkLst>
        </pc:spChg>
        <pc:spChg chg="mod">
          <ac:chgData name="Wjns. 🍊" userId="ccf61dcdae8e017a" providerId="LiveId" clId="{7EF25CD6-45E0-4D94-988D-1056EF3F84F1}" dt="2026-10-18T17:33:12.928" v="13"/>
          <ac:spMkLst>
            <pc:docMk/>
            <pc:sldMk cId="0" sldId="259"/>
            <ac:spMk id="132" creationId="{00000000-0000-0000-0000-000000000000}"/>
          </ac:spMkLst>
        </pc:spChg>
        <pc:spChg chg="mod">
          <ac:chgData name="Wjns. 🍊" userId="ccf61dcdae8e017a" providerId="LiveId" clId="{7EF25CD6-45E0-4D94-988D-1056EF3F84F1}" dt="2026-10-18T17:33:12.958" v="14"/>
          <ac:spMkLst>
            <pc:docMk/>
            <pc:sldMk cId="0" sldId="259"/>
            <ac:spMk id="133" creationId="{00000000-0000-0000-0000-000000000000}"/>
          </ac:spMkLst>
        </pc:spChg>
      </pc:sldChg>
      <pc:sldChg chg="modSp">
        <pc:chgData name="Wjns. 🍊" userId="ccf61dcdae8e017a" providerId="LiveId" clId="{7EF25CD6-45E0-4D94-988D-1056EF3F84F1}" dt="2026-10-18T17:33:13.015" v="16"/>
        <pc:sldMkLst>
          <pc:docMk/>
          <pc:sldMk cId="0" sldId="260"/>
        </pc:sldMkLst>
        <pc:picChg chg="mod">
          <ac:chgData name="Wjns. 🍊" userId="ccf61dcdae8e017a" providerId="LiveId" clId="{7EF25CD6-45E0-4D94-988D-1056EF3F84F1}" dt="2026-10-18T17:33:12.997" v="15"/>
          <ac:picMkLst>
            <pc:docMk/>
            <pc:sldMk cId="0" sldId="260"/>
            <ac:picMk id="144" creationId="{00000000-0000-0000-0000-000000000000}"/>
          </ac:picMkLst>
        </pc:picChg>
        <pc:picChg chg="mod">
          <ac:chgData name="Wjns. 🍊" userId="ccf61dcdae8e017a" providerId="LiveId" clId="{7EF25CD6-45E0-4D94-988D-1056EF3F84F1}" dt="2026-10-18T17:33:13.015" v="16"/>
          <ac:picMkLst>
            <pc:docMk/>
            <pc:sldMk cId="0" sldId="260"/>
            <ac:picMk id="145" creationId="{00000000-0000-0000-0000-000000000000}"/>
          </ac:picMkLst>
        </pc:picChg>
      </pc:sldChg>
      <pc:sldChg chg="modSp">
        <pc:chgData name="Wjns. 🍊" userId="ccf61dcdae8e017a" providerId="LiveId" clId="{7EF25CD6-45E0-4D94-988D-1056EF3F84F1}" dt="2026-10-18T17:33:13.047" v="18"/>
        <pc:sldMkLst>
          <pc:docMk/>
          <pc:sldMk cId="0" sldId="261"/>
        </pc:sldMkLst>
        <pc:picChg chg="mod">
          <ac:chgData name="Wjns. 🍊" userId="ccf61dcdae8e017a" providerId="LiveId" clId="{7EF25CD6-45E0-4D94-988D-1056EF3F84F1}" dt="2026-10-18T17:33:13.037" v="17"/>
          <ac:picMkLst>
            <pc:docMk/>
            <pc:sldMk cId="0" sldId="261"/>
            <ac:picMk id="162" creationId="{00000000-0000-0000-0000-000000000000}"/>
          </ac:picMkLst>
        </pc:picChg>
        <pc:picChg chg="mod">
          <ac:chgData name="Wjns. 🍊" userId="ccf61dcdae8e017a" providerId="LiveId" clId="{7EF25CD6-45E0-4D94-988D-1056EF3F84F1}" dt="2026-10-18T17:33:13.047" v="18"/>
          <ac:picMkLst>
            <pc:docMk/>
            <pc:sldMk cId="0" sldId="261"/>
            <ac:picMk id="163" creationId="{00000000-0000-0000-0000-000000000000}"/>
          </ac:picMkLst>
        </pc:picChg>
      </pc:sldChg>
      <pc:sldChg chg="modSp">
        <pc:chgData name="Wjns. 🍊" userId="ccf61dcdae8e017a" providerId="LiveId" clId="{7EF25CD6-45E0-4D94-988D-1056EF3F84F1}" dt="2026-10-18T17:33:13.082" v="20"/>
        <pc:sldMkLst>
          <pc:docMk/>
          <pc:sldMk cId="0" sldId="262"/>
        </pc:sldMkLst>
        <pc:picChg chg="mod">
          <ac:chgData name="Wjns. 🍊" userId="ccf61dcdae8e017a" providerId="LiveId" clId="{7EF25CD6-45E0-4D94-988D-1056EF3F84F1}" dt="2026-10-18T17:33:13.067" v="19"/>
          <ac:picMkLst>
            <pc:docMk/>
            <pc:sldMk cId="0" sldId="262"/>
            <ac:picMk id="180" creationId="{00000000-0000-0000-0000-000000000000}"/>
          </ac:picMkLst>
        </pc:picChg>
        <pc:picChg chg="mod">
          <ac:chgData name="Wjns. 🍊" userId="ccf61dcdae8e017a" providerId="LiveId" clId="{7EF25CD6-45E0-4D94-988D-1056EF3F84F1}" dt="2026-10-18T17:33:13.082" v="20"/>
          <ac:picMkLst>
            <pc:docMk/>
            <pc:sldMk cId="0" sldId="262"/>
            <ac:picMk id="181" creationId="{00000000-0000-0000-0000-000000000000}"/>
          </ac:picMkLst>
        </pc:picChg>
      </pc:sldChg>
      <pc:sldChg chg="modSp">
        <pc:chgData name="Wjns. 🍊" userId="ccf61dcdae8e017a" providerId="LiveId" clId="{7EF25CD6-45E0-4D94-988D-1056EF3F84F1}" dt="2026-10-18T17:33:13.116" v="22"/>
        <pc:sldMkLst>
          <pc:docMk/>
          <pc:sldMk cId="0" sldId="263"/>
        </pc:sldMkLst>
        <pc:picChg chg="mod">
          <ac:chgData name="Wjns. 🍊" userId="ccf61dcdae8e017a" providerId="LiveId" clId="{7EF25CD6-45E0-4D94-988D-1056EF3F84F1}" dt="2026-10-18T17:33:13.109" v="21"/>
          <ac:picMkLst>
            <pc:docMk/>
            <pc:sldMk cId="0" sldId="263"/>
            <ac:picMk id="199" creationId="{00000000-0000-0000-0000-000000000000}"/>
          </ac:picMkLst>
        </pc:picChg>
        <pc:picChg chg="mod">
          <ac:chgData name="Wjns. 🍊" userId="ccf61dcdae8e017a" providerId="LiveId" clId="{7EF25CD6-45E0-4D94-988D-1056EF3F84F1}" dt="2026-10-18T17:33:13.116" v="22"/>
          <ac:picMkLst>
            <pc:docMk/>
            <pc:sldMk cId="0" sldId="263"/>
            <ac:picMk id="200" creationId="{00000000-0000-0000-0000-000000000000}"/>
          </ac:picMkLst>
        </pc:picChg>
      </pc:sldChg>
      <pc:sldChg chg="modSp">
        <pc:chgData name="Wjns. 🍊" userId="ccf61dcdae8e017a" providerId="LiveId" clId="{7EF25CD6-45E0-4D94-988D-1056EF3F84F1}" dt="2026-10-18T17:33:13.156" v="24"/>
        <pc:sldMkLst>
          <pc:docMk/>
          <pc:sldMk cId="0" sldId="264"/>
        </pc:sldMkLst>
        <pc:picChg chg="mod">
          <ac:chgData name="Wjns. 🍊" userId="ccf61dcdae8e017a" providerId="LiveId" clId="{7EF25CD6-45E0-4D94-988D-1056EF3F84F1}" dt="2026-10-18T17:33:13.145" v="23"/>
          <ac:picMkLst>
            <pc:docMk/>
            <pc:sldMk cId="0" sldId="264"/>
            <ac:picMk id="218" creationId="{00000000-0000-0000-0000-000000000000}"/>
          </ac:picMkLst>
        </pc:picChg>
        <pc:picChg chg="mod">
          <ac:chgData name="Wjns. 🍊" userId="ccf61dcdae8e017a" providerId="LiveId" clId="{7EF25CD6-45E0-4D94-988D-1056EF3F84F1}" dt="2026-10-18T17:33:13.156" v="24"/>
          <ac:picMkLst>
            <pc:docMk/>
            <pc:sldMk cId="0" sldId="264"/>
            <ac:picMk id="219" creationId="{00000000-0000-0000-0000-000000000000}"/>
          </ac:picMkLst>
        </pc:picChg>
      </pc:sldChg>
      <pc:sldChg chg="modSp">
        <pc:chgData name="Wjns. 🍊" userId="ccf61dcdae8e017a" providerId="LiveId" clId="{7EF25CD6-45E0-4D94-988D-1056EF3F84F1}" dt="2026-10-18T17:33:13.192" v="26"/>
        <pc:sldMkLst>
          <pc:docMk/>
          <pc:sldMk cId="0" sldId="265"/>
        </pc:sldMkLst>
        <pc:picChg chg="mod">
          <ac:chgData name="Wjns. 🍊" userId="ccf61dcdae8e017a" providerId="LiveId" clId="{7EF25CD6-45E0-4D94-988D-1056EF3F84F1}" dt="2026-10-18T17:33:13.180" v="25"/>
          <ac:picMkLst>
            <pc:docMk/>
            <pc:sldMk cId="0" sldId="265"/>
            <ac:picMk id="237" creationId="{00000000-0000-0000-0000-000000000000}"/>
          </ac:picMkLst>
        </pc:picChg>
        <pc:picChg chg="mod">
          <ac:chgData name="Wjns. 🍊" userId="ccf61dcdae8e017a" providerId="LiveId" clId="{7EF25CD6-45E0-4D94-988D-1056EF3F84F1}" dt="2026-10-18T17:33:13.192" v="26"/>
          <ac:picMkLst>
            <pc:docMk/>
            <pc:sldMk cId="0" sldId="265"/>
            <ac:picMk id="238" creationId="{00000000-0000-0000-0000-000000000000}"/>
          </ac:picMkLst>
        </pc:picChg>
      </pc:sldChg>
      <pc:sldChg chg="modSp">
        <pc:chgData name="Wjns. 🍊" userId="ccf61dcdae8e017a" providerId="LiveId" clId="{7EF25CD6-45E0-4D94-988D-1056EF3F84F1}" dt="2026-10-18T17:33:13.225" v="28"/>
        <pc:sldMkLst>
          <pc:docMk/>
          <pc:sldMk cId="0" sldId="266"/>
        </pc:sldMkLst>
        <pc:picChg chg="mod">
          <ac:chgData name="Wjns. 🍊" userId="ccf61dcdae8e017a" providerId="LiveId" clId="{7EF25CD6-45E0-4D94-988D-1056EF3F84F1}" dt="2026-10-18T17:33:13.215" v="27"/>
          <ac:picMkLst>
            <pc:docMk/>
            <pc:sldMk cId="0" sldId="266"/>
            <ac:picMk id="257" creationId="{00000000-0000-0000-0000-000000000000}"/>
          </ac:picMkLst>
        </pc:picChg>
        <pc:picChg chg="mod">
          <ac:chgData name="Wjns. 🍊" userId="ccf61dcdae8e017a" providerId="LiveId" clId="{7EF25CD6-45E0-4D94-988D-1056EF3F84F1}" dt="2026-10-18T17:33:13.225" v="28"/>
          <ac:picMkLst>
            <pc:docMk/>
            <pc:sldMk cId="0" sldId="266"/>
            <ac:picMk id="258" creationId="{00000000-0000-0000-0000-000000000000}"/>
          </ac:picMkLst>
        </pc:picChg>
      </pc:sldChg>
      <pc:sldChg chg="modSp">
        <pc:chgData name="Wjns. 🍊" userId="ccf61dcdae8e017a" providerId="LiveId" clId="{7EF25CD6-45E0-4D94-988D-1056EF3F84F1}" dt="2026-10-18T17:33:13.257" v="30"/>
        <pc:sldMkLst>
          <pc:docMk/>
          <pc:sldMk cId="0" sldId="267"/>
        </pc:sldMkLst>
        <pc:picChg chg="mod">
          <ac:chgData name="Wjns. 🍊" userId="ccf61dcdae8e017a" providerId="LiveId" clId="{7EF25CD6-45E0-4D94-988D-1056EF3F84F1}" dt="2026-10-18T17:33:13.248" v="29"/>
          <ac:picMkLst>
            <pc:docMk/>
            <pc:sldMk cId="0" sldId="267"/>
            <ac:picMk id="276" creationId="{00000000-0000-0000-0000-000000000000}"/>
          </ac:picMkLst>
        </pc:picChg>
        <pc:picChg chg="mod">
          <ac:chgData name="Wjns. 🍊" userId="ccf61dcdae8e017a" providerId="LiveId" clId="{7EF25CD6-45E0-4D94-988D-1056EF3F84F1}" dt="2026-10-18T17:33:13.257" v="30"/>
          <ac:picMkLst>
            <pc:docMk/>
            <pc:sldMk cId="0" sldId="267"/>
            <ac:picMk id="277" creationId="{00000000-0000-0000-0000-000000000000}"/>
          </ac:picMkLst>
        </pc:picChg>
      </pc:sldChg>
      <pc:sldChg chg="modSp">
        <pc:chgData name="Wjns. 🍊" userId="ccf61dcdae8e017a" providerId="LiveId" clId="{7EF25CD6-45E0-4D94-988D-1056EF3F84F1}" dt="2026-10-18T17:33:13.289" v="32"/>
        <pc:sldMkLst>
          <pc:docMk/>
          <pc:sldMk cId="0" sldId="268"/>
        </pc:sldMkLst>
        <pc:picChg chg="mod">
          <ac:chgData name="Wjns. 🍊" userId="ccf61dcdae8e017a" providerId="LiveId" clId="{7EF25CD6-45E0-4D94-988D-1056EF3F84F1}" dt="2026-10-18T17:33:13.276" v="31"/>
          <ac:picMkLst>
            <pc:docMk/>
            <pc:sldMk cId="0" sldId="268"/>
            <ac:picMk id="295" creationId="{00000000-0000-0000-0000-000000000000}"/>
          </ac:picMkLst>
        </pc:picChg>
        <pc:picChg chg="mod">
          <ac:chgData name="Wjns. 🍊" userId="ccf61dcdae8e017a" providerId="LiveId" clId="{7EF25CD6-45E0-4D94-988D-1056EF3F84F1}" dt="2026-10-18T17:33:13.289" v="32"/>
          <ac:picMkLst>
            <pc:docMk/>
            <pc:sldMk cId="0" sldId="268"/>
            <ac:picMk id="296" creationId="{00000000-0000-0000-0000-000000000000}"/>
          </ac:picMkLst>
        </pc:picChg>
      </pc:sldChg>
      <pc:sldChg chg="modSp">
        <pc:chgData name="Wjns. 🍊" userId="ccf61dcdae8e017a" providerId="LiveId" clId="{7EF25CD6-45E0-4D94-988D-1056EF3F84F1}" dt="2026-10-18T17:33:13.319" v="34"/>
        <pc:sldMkLst>
          <pc:docMk/>
          <pc:sldMk cId="0" sldId="269"/>
        </pc:sldMkLst>
        <pc:picChg chg="mod">
          <ac:chgData name="Wjns. 🍊" userId="ccf61dcdae8e017a" providerId="LiveId" clId="{7EF25CD6-45E0-4D94-988D-1056EF3F84F1}" dt="2026-10-18T17:33:13.312" v="33"/>
          <ac:picMkLst>
            <pc:docMk/>
            <pc:sldMk cId="0" sldId="269"/>
            <ac:picMk id="314" creationId="{00000000-0000-0000-0000-000000000000}"/>
          </ac:picMkLst>
        </pc:picChg>
        <pc:picChg chg="mod">
          <ac:chgData name="Wjns. 🍊" userId="ccf61dcdae8e017a" providerId="LiveId" clId="{7EF25CD6-45E0-4D94-988D-1056EF3F84F1}" dt="2026-10-18T17:33:13.319" v="34"/>
          <ac:picMkLst>
            <pc:docMk/>
            <pc:sldMk cId="0" sldId="269"/>
            <ac:picMk id="315" creationId="{00000000-0000-0000-0000-000000000000}"/>
          </ac:picMkLst>
        </pc:picChg>
      </pc:sldChg>
      <pc:sldChg chg="modSp">
        <pc:chgData name="Wjns. 🍊" userId="ccf61dcdae8e017a" providerId="LiveId" clId="{7EF25CD6-45E0-4D94-988D-1056EF3F84F1}" dt="2026-10-18T17:33:13.346" v="36"/>
        <pc:sldMkLst>
          <pc:docMk/>
          <pc:sldMk cId="0" sldId="270"/>
        </pc:sldMkLst>
        <pc:picChg chg="mod">
          <ac:chgData name="Wjns. 🍊" userId="ccf61dcdae8e017a" providerId="LiveId" clId="{7EF25CD6-45E0-4D94-988D-1056EF3F84F1}" dt="2026-10-18T17:33:13.338" v="35"/>
          <ac:picMkLst>
            <pc:docMk/>
            <pc:sldMk cId="0" sldId="270"/>
            <ac:picMk id="328" creationId="{00000000-0000-0000-0000-000000000000}"/>
          </ac:picMkLst>
        </pc:picChg>
        <pc:picChg chg="mod">
          <ac:chgData name="Wjns. 🍊" userId="ccf61dcdae8e017a" providerId="LiveId" clId="{7EF25CD6-45E0-4D94-988D-1056EF3F84F1}" dt="2026-10-18T17:33:13.346" v="36"/>
          <ac:picMkLst>
            <pc:docMk/>
            <pc:sldMk cId="0" sldId="270"/>
            <ac:picMk id="329" creationId="{00000000-0000-0000-0000-000000000000}"/>
          </ac:picMkLst>
        </pc:picChg>
      </pc:sldChg>
      <pc:sldChg chg="modSp">
        <pc:chgData name="Wjns. 🍊" userId="ccf61dcdae8e017a" providerId="LiveId" clId="{7EF25CD6-45E0-4D94-988D-1056EF3F84F1}" dt="2026-10-18T17:33:13.382" v="38"/>
        <pc:sldMkLst>
          <pc:docMk/>
          <pc:sldMk cId="0" sldId="271"/>
        </pc:sldMkLst>
        <pc:picChg chg="mod">
          <ac:chgData name="Wjns. 🍊" userId="ccf61dcdae8e017a" providerId="LiveId" clId="{7EF25CD6-45E0-4D94-988D-1056EF3F84F1}" dt="2026-10-18T17:33:13.374" v="37"/>
          <ac:picMkLst>
            <pc:docMk/>
            <pc:sldMk cId="0" sldId="271"/>
            <ac:picMk id="347" creationId="{00000000-0000-0000-0000-000000000000}"/>
          </ac:picMkLst>
        </pc:picChg>
        <pc:picChg chg="mod">
          <ac:chgData name="Wjns. 🍊" userId="ccf61dcdae8e017a" providerId="LiveId" clId="{7EF25CD6-45E0-4D94-988D-1056EF3F84F1}" dt="2026-10-18T17:33:13.382" v="38"/>
          <ac:picMkLst>
            <pc:docMk/>
            <pc:sldMk cId="0" sldId="271"/>
            <ac:picMk id="348" creationId="{00000000-0000-0000-0000-000000000000}"/>
          </ac:picMkLst>
        </pc:picChg>
      </pc:sldChg>
      <pc:sldChg chg="modSp">
        <pc:chgData name="Wjns. 🍊" userId="ccf61dcdae8e017a" providerId="LiveId" clId="{7EF25CD6-45E0-4D94-988D-1056EF3F84F1}" dt="2026-10-18T17:33:13.415" v="40"/>
        <pc:sldMkLst>
          <pc:docMk/>
          <pc:sldMk cId="0" sldId="272"/>
        </pc:sldMkLst>
        <pc:picChg chg="mod">
          <ac:chgData name="Wjns. 🍊" userId="ccf61dcdae8e017a" providerId="LiveId" clId="{7EF25CD6-45E0-4D94-988D-1056EF3F84F1}" dt="2026-10-18T17:33:13.405" v="39"/>
          <ac:picMkLst>
            <pc:docMk/>
            <pc:sldMk cId="0" sldId="272"/>
            <ac:picMk id="366" creationId="{00000000-0000-0000-0000-000000000000}"/>
          </ac:picMkLst>
        </pc:picChg>
        <pc:picChg chg="mod">
          <ac:chgData name="Wjns. 🍊" userId="ccf61dcdae8e017a" providerId="LiveId" clId="{7EF25CD6-45E0-4D94-988D-1056EF3F84F1}" dt="2026-10-18T17:33:13.415" v="40"/>
          <ac:picMkLst>
            <pc:docMk/>
            <pc:sldMk cId="0" sldId="272"/>
            <ac:picMk id="367" creationId="{00000000-0000-0000-0000-000000000000}"/>
          </ac:picMkLst>
        </pc:picChg>
      </pc:sldChg>
      <pc:sldChg chg="modSp">
        <pc:chgData name="Wjns. 🍊" userId="ccf61dcdae8e017a" providerId="LiveId" clId="{7EF25CD6-45E0-4D94-988D-1056EF3F84F1}" dt="2026-10-18T17:33:13.445" v="42"/>
        <pc:sldMkLst>
          <pc:docMk/>
          <pc:sldMk cId="0" sldId="273"/>
        </pc:sldMkLst>
        <pc:picChg chg="mod">
          <ac:chgData name="Wjns. 🍊" userId="ccf61dcdae8e017a" providerId="LiveId" clId="{7EF25CD6-45E0-4D94-988D-1056EF3F84F1}" dt="2026-10-18T17:33:13.435" v="41"/>
          <ac:picMkLst>
            <pc:docMk/>
            <pc:sldMk cId="0" sldId="273"/>
            <ac:picMk id="385" creationId="{00000000-0000-0000-0000-000000000000}"/>
          </ac:picMkLst>
        </pc:picChg>
        <pc:picChg chg="mod">
          <ac:chgData name="Wjns. 🍊" userId="ccf61dcdae8e017a" providerId="LiveId" clId="{7EF25CD6-45E0-4D94-988D-1056EF3F84F1}" dt="2026-10-18T17:33:13.445" v="42"/>
          <ac:picMkLst>
            <pc:docMk/>
            <pc:sldMk cId="0" sldId="273"/>
            <ac:picMk id="386" creationId="{00000000-0000-0000-0000-000000000000}"/>
          </ac:picMkLst>
        </pc:picChg>
      </pc:sldChg>
      <pc:sldChg chg="modSp">
        <pc:chgData name="Wjns. 🍊" userId="ccf61dcdae8e017a" providerId="LiveId" clId="{7EF25CD6-45E0-4D94-988D-1056EF3F84F1}" dt="2026-10-18T17:33:13.475" v="44"/>
        <pc:sldMkLst>
          <pc:docMk/>
          <pc:sldMk cId="0" sldId="274"/>
        </pc:sldMkLst>
        <pc:picChg chg="mod">
          <ac:chgData name="Wjns. 🍊" userId="ccf61dcdae8e017a" providerId="LiveId" clId="{7EF25CD6-45E0-4D94-988D-1056EF3F84F1}" dt="2026-10-18T17:33:13.466" v="43"/>
          <ac:picMkLst>
            <pc:docMk/>
            <pc:sldMk cId="0" sldId="274"/>
            <ac:picMk id="404" creationId="{00000000-0000-0000-0000-000000000000}"/>
          </ac:picMkLst>
        </pc:picChg>
        <pc:picChg chg="mod">
          <ac:chgData name="Wjns. 🍊" userId="ccf61dcdae8e017a" providerId="LiveId" clId="{7EF25CD6-45E0-4D94-988D-1056EF3F84F1}" dt="2026-10-18T17:33:13.475" v="44"/>
          <ac:picMkLst>
            <pc:docMk/>
            <pc:sldMk cId="0" sldId="274"/>
            <ac:picMk id="405" creationId="{00000000-0000-0000-0000-000000000000}"/>
          </ac:picMkLst>
        </pc:picChg>
      </pc:sldChg>
      <pc:sldChg chg="modSp">
        <pc:chgData name="Wjns. 🍊" userId="ccf61dcdae8e017a" providerId="LiveId" clId="{7EF25CD6-45E0-4D94-988D-1056EF3F84F1}" dt="2026-10-18T17:33:13.519" v="45"/>
        <pc:sldMkLst>
          <pc:docMk/>
          <pc:sldMk cId="0" sldId="275"/>
        </pc:sldMkLst>
        <pc:picChg chg="mod">
          <ac:chgData name="Wjns. 🍊" userId="ccf61dcdae8e017a" providerId="LiveId" clId="{7EF25CD6-45E0-4D94-988D-1056EF3F84F1}" dt="2026-10-18T17:33:13.519" v="45"/>
          <ac:picMkLst>
            <pc:docMk/>
            <pc:sldMk cId="0" sldId="275"/>
            <ac:picMk id="442" creationId="{00000000-0000-0000-0000-000000000000}"/>
          </ac:picMkLst>
        </pc:picChg>
      </pc:sldChg>
      <pc:sldChg chg="modSp">
        <pc:chgData name="Wjns. 🍊" userId="ccf61dcdae8e017a" providerId="LiveId" clId="{7EF25CD6-45E0-4D94-988D-1056EF3F84F1}" dt="2026-10-18T17:33:13.536" v="46"/>
        <pc:sldMkLst>
          <pc:docMk/>
          <pc:sldMk cId="0" sldId="276"/>
        </pc:sldMkLst>
        <pc:picChg chg="mod">
          <ac:chgData name="Wjns. 🍊" userId="ccf61dcdae8e017a" providerId="LiveId" clId="{7EF25CD6-45E0-4D94-988D-1056EF3F84F1}" dt="2026-10-18T17:33:13.536" v="46"/>
          <ac:picMkLst>
            <pc:docMk/>
            <pc:sldMk cId="0" sldId="276"/>
            <ac:picMk id="456" creationId="{00000000-0000-0000-0000-000000000000}"/>
          </ac:picMkLst>
        </pc:picChg>
      </pc:sldChg>
      <pc:sldChg chg="addSp modSp mod">
        <pc:chgData name="Wjns. 🍊" userId="ccf61dcdae8e017a" providerId="LiveId" clId="{7EF25CD6-45E0-4D94-988D-1056EF3F84F1}" dt="2026-10-18T17:33:13.623" v="51"/>
        <pc:sldMkLst>
          <pc:docMk/>
          <pc:sldMk cId="0" sldId="277"/>
        </pc:sldMkLst>
        <pc:spChg chg="add mod">
          <ac:chgData name="Wjns. 🍊" userId="ccf61dcdae8e017a" providerId="LiveId" clId="{7EF25CD6-45E0-4D94-988D-1056EF3F84F1}" dt="2026-10-18T17:33:13.623" v="51"/>
          <ac:spMkLst>
            <pc:docMk/>
            <pc:sldMk cId="0" sldId="277"/>
            <ac:spMk id="2" creationId="{B75E8022-6D9E-0D0E-1A2A-5957E896644D}"/>
          </ac:spMkLst>
        </pc:spChg>
      </pc:sldChg>
      <pc:sldChg chg="modSp">
        <pc:chgData name="Wjns. 🍊" userId="ccf61dcdae8e017a" providerId="LiveId" clId="{7EF25CD6-45E0-4D94-988D-1056EF3F84F1}" dt="2026-10-18T17:33:13.644" v="52"/>
        <pc:sldMkLst>
          <pc:docMk/>
          <pc:sldMk cId="0" sldId="278"/>
        </pc:sldMkLst>
        <pc:picChg chg="mod">
          <ac:chgData name="Wjns. 🍊" userId="ccf61dcdae8e017a" providerId="LiveId" clId="{7EF25CD6-45E0-4D94-988D-1056EF3F84F1}" dt="2026-10-18T17:33:13.644" v="52"/>
          <ac:picMkLst>
            <pc:docMk/>
            <pc:sldMk cId="0" sldId="278"/>
            <ac:picMk id="476" creationId="{00000000-0000-0000-0000-000000000000}"/>
          </ac:picMkLst>
        </pc:picChg>
      </pc:sldChg>
      <pc:sldChg chg="modSp">
        <pc:chgData name="Wjns. 🍊" userId="ccf61dcdae8e017a" providerId="LiveId" clId="{7EF25CD6-45E0-4D94-988D-1056EF3F84F1}" dt="2026-10-18T17:33:13.658" v="53"/>
        <pc:sldMkLst>
          <pc:docMk/>
          <pc:sldMk cId="0" sldId="279"/>
        </pc:sldMkLst>
        <pc:picChg chg="mod">
          <ac:chgData name="Wjns. 🍊" userId="ccf61dcdae8e017a" providerId="LiveId" clId="{7EF25CD6-45E0-4D94-988D-1056EF3F84F1}" dt="2026-10-18T17:33:13.658" v="53"/>
          <ac:picMkLst>
            <pc:docMk/>
            <pc:sldMk cId="0" sldId="279"/>
            <ac:picMk id="486" creationId="{00000000-0000-0000-0000-000000000000}"/>
          </ac:picMkLst>
        </pc:picChg>
      </pc:sldChg>
      <pc:sldChg chg="modSp">
        <pc:chgData name="Wjns. 🍊" userId="ccf61dcdae8e017a" providerId="LiveId" clId="{7EF25CD6-45E0-4D94-988D-1056EF3F84F1}" dt="2026-10-18T17:33:13.687" v="54"/>
        <pc:sldMkLst>
          <pc:docMk/>
          <pc:sldMk cId="0" sldId="280"/>
        </pc:sldMkLst>
        <pc:picChg chg="mod">
          <ac:chgData name="Wjns. 🍊" userId="ccf61dcdae8e017a" providerId="LiveId" clId="{7EF25CD6-45E0-4D94-988D-1056EF3F84F1}" dt="2026-10-18T17:33:13.687" v="54"/>
          <ac:picMkLst>
            <pc:docMk/>
            <pc:sldMk cId="0" sldId="280"/>
            <ac:picMk id="502" creationId="{00000000-0000-0000-0000-000000000000}"/>
          </ac:picMkLst>
        </pc:picChg>
      </pc:sldChg>
      <pc:sldChg chg="modSp">
        <pc:chgData name="Wjns. 🍊" userId="ccf61dcdae8e017a" providerId="LiveId" clId="{7EF25CD6-45E0-4D94-988D-1056EF3F84F1}" dt="2026-10-18T17:33:13.715" v="55"/>
        <pc:sldMkLst>
          <pc:docMk/>
          <pc:sldMk cId="0" sldId="281"/>
        </pc:sldMkLst>
        <pc:picChg chg="mod">
          <ac:chgData name="Wjns. 🍊" userId="ccf61dcdae8e017a" providerId="LiveId" clId="{7EF25CD6-45E0-4D94-988D-1056EF3F84F1}" dt="2026-10-18T17:33:13.715" v="55"/>
          <ac:picMkLst>
            <pc:docMk/>
            <pc:sldMk cId="0" sldId="281"/>
            <ac:picMk id="530" creationId="{00000000-0000-0000-0000-000000000000}"/>
          </ac:picMkLst>
        </pc:picChg>
      </pc:sldChg>
      <pc:sldChg chg="addSp modSp mod">
        <pc:chgData name="Wjns. 🍊" userId="ccf61dcdae8e017a" providerId="LiveId" clId="{7EF25CD6-45E0-4D94-988D-1056EF3F84F1}" dt="2026-10-18T17:33:13.747" v="60"/>
        <pc:sldMkLst>
          <pc:docMk/>
          <pc:sldMk cId="0" sldId="282"/>
        </pc:sldMkLst>
        <pc:spChg chg="add mod">
          <ac:chgData name="Wjns. 🍊" userId="ccf61dcdae8e017a" providerId="LiveId" clId="{7EF25CD6-45E0-4D94-988D-1056EF3F84F1}" dt="2026-10-18T17:33:13.747" v="60"/>
          <ac:spMkLst>
            <pc:docMk/>
            <pc:sldMk cId="0" sldId="282"/>
            <ac:spMk id="2" creationId="{8D6EC62A-D2A9-0FE6-8B76-22291AC4AB2B}"/>
          </ac:spMkLst>
        </pc:spChg>
      </pc:sldChg>
      <pc:sldChg chg="modSp">
        <pc:chgData name="Wjns. 🍊" userId="ccf61dcdae8e017a" providerId="LiveId" clId="{7EF25CD6-45E0-4D94-988D-1056EF3F84F1}" dt="2026-10-18T17:33:13.767" v="61"/>
        <pc:sldMkLst>
          <pc:docMk/>
          <pc:sldMk cId="0" sldId="283"/>
        </pc:sldMkLst>
        <pc:picChg chg="mod">
          <ac:chgData name="Wjns. 🍊" userId="ccf61dcdae8e017a" providerId="LiveId" clId="{7EF25CD6-45E0-4D94-988D-1056EF3F84F1}" dt="2026-10-18T17:33:13.767" v="61"/>
          <ac:picMkLst>
            <pc:docMk/>
            <pc:sldMk cId="0" sldId="283"/>
            <ac:picMk id="552" creationId="{00000000-0000-0000-0000-000000000000}"/>
          </ac:picMkLst>
        </pc:picChg>
      </pc:sldChg>
      <pc:sldChg chg="modSp">
        <pc:chgData name="Wjns. 🍊" userId="ccf61dcdae8e017a" providerId="LiveId" clId="{7EF25CD6-45E0-4D94-988D-1056EF3F84F1}" dt="2026-10-18T17:33:13.792" v="62"/>
        <pc:sldMkLst>
          <pc:docMk/>
          <pc:sldMk cId="0" sldId="284"/>
        </pc:sldMkLst>
        <pc:picChg chg="mod">
          <ac:chgData name="Wjns. 🍊" userId="ccf61dcdae8e017a" providerId="LiveId" clId="{7EF25CD6-45E0-4D94-988D-1056EF3F84F1}" dt="2026-10-18T17:33:13.792" v="62"/>
          <ac:picMkLst>
            <pc:docMk/>
            <pc:sldMk cId="0" sldId="284"/>
            <ac:picMk id="563" creationId="{00000000-0000-0000-0000-000000000000}"/>
          </ac:picMkLst>
        </pc:picChg>
      </pc:sldChg>
      <pc:sldChg chg="addSp modSp mod">
        <pc:chgData name="Wjns. 🍊" userId="ccf61dcdae8e017a" providerId="LiveId" clId="{7EF25CD6-45E0-4D94-988D-1056EF3F84F1}" dt="2026-10-18T17:33:13.831" v="67"/>
        <pc:sldMkLst>
          <pc:docMk/>
          <pc:sldMk cId="0" sldId="285"/>
        </pc:sldMkLst>
        <pc:spChg chg="add mod">
          <ac:chgData name="Wjns. 🍊" userId="ccf61dcdae8e017a" providerId="LiveId" clId="{7EF25CD6-45E0-4D94-988D-1056EF3F84F1}" dt="2026-10-18T17:33:13.831" v="67"/>
          <ac:spMkLst>
            <pc:docMk/>
            <pc:sldMk cId="0" sldId="285"/>
            <ac:spMk id="2" creationId="{A479402A-6613-85CF-B440-42C6F593A4C8}"/>
          </ac:spMkLst>
        </pc:spChg>
      </pc:sldChg>
      <pc:sldChg chg="modSp">
        <pc:chgData name="Wjns. 🍊" userId="ccf61dcdae8e017a" providerId="LiveId" clId="{7EF25CD6-45E0-4D94-988D-1056EF3F84F1}" dt="2026-10-18T17:33:13.855" v="68"/>
        <pc:sldMkLst>
          <pc:docMk/>
          <pc:sldMk cId="0" sldId="286"/>
        </pc:sldMkLst>
        <pc:picChg chg="mod">
          <ac:chgData name="Wjns. 🍊" userId="ccf61dcdae8e017a" providerId="LiveId" clId="{7EF25CD6-45E0-4D94-988D-1056EF3F84F1}" dt="2026-10-18T17:33:13.855" v="68"/>
          <ac:picMkLst>
            <pc:docMk/>
            <pc:sldMk cId="0" sldId="286"/>
            <ac:picMk id="588" creationId="{00000000-0000-0000-0000-000000000000}"/>
          </ac:picMkLst>
        </pc:picChg>
      </pc:sldChg>
      <pc:sldChg chg="modSp">
        <pc:chgData name="Wjns. 🍊" userId="ccf61dcdae8e017a" providerId="LiveId" clId="{7EF25CD6-45E0-4D94-988D-1056EF3F84F1}" dt="2026-10-18T17:33:13.874" v="69"/>
        <pc:sldMkLst>
          <pc:docMk/>
          <pc:sldMk cId="0" sldId="287"/>
        </pc:sldMkLst>
        <pc:picChg chg="mod">
          <ac:chgData name="Wjns. 🍊" userId="ccf61dcdae8e017a" providerId="LiveId" clId="{7EF25CD6-45E0-4D94-988D-1056EF3F84F1}" dt="2026-10-18T17:33:13.874" v="69"/>
          <ac:picMkLst>
            <pc:docMk/>
            <pc:sldMk cId="0" sldId="287"/>
            <ac:picMk id="600" creationId="{00000000-0000-0000-0000-000000000000}"/>
          </ac:picMkLst>
        </pc:picChg>
      </pc:sldChg>
      <pc:sldChg chg="modSp">
        <pc:chgData name="Wjns. 🍊" userId="ccf61dcdae8e017a" providerId="LiveId" clId="{7EF25CD6-45E0-4D94-988D-1056EF3F84F1}" dt="2026-10-18T17:33:13.911" v="70"/>
        <pc:sldMkLst>
          <pc:docMk/>
          <pc:sldMk cId="0" sldId="288"/>
        </pc:sldMkLst>
        <pc:picChg chg="mod">
          <ac:chgData name="Wjns. 🍊" userId="ccf61dcdae8e017a" providerId="LiveId" clId="{7EF25CD6-45E0-4D94-988D-1056EF3F84F1}" dt="2026-10-18T17:33:13.911" v="70"/>
          <ac:picMkLst>
            <pc:docMk/>
            <pc:sldMk cId="0" sldId="288"/>
            <ac:picMk id="645" creationId="{00000000-0000-0000-0000-000000000000}"/>
          </ac:picMkLst>
        </pc:picChg>
      </pc:sldChg>
      <pc:sldChg chg="modSp">
        <pc:chgData name="Wjns. 🍊" userId="ccf61dcdae8e017a" providerId="LiveId" clId="{7EF25CD6-45E0-4D94-988D-1056EF3F84F1}" dt="2026-10-18T17:33:13.937" v="71"/>
        <pc:sldMkLst>
          <pc:docMk/>
          <pc:sldMk cId="0" sldId="289"/>
        </pc:sldMkLst>
        <pc:picChg chg="mod">
          <ac:chgData name="Wjns. 🍊" userId="ccf61dcdae8e017a" providerId="LiveId" clId="{7EF25CD6-45E0-4D94-988D-1056EF3F84F1}" dt="2026-10-18T17:33:13.937" v="71"/>
          <ac:picMkLst>
            <pc:docMk/>
            <pc:sldMk cId="0" sldId="289"/>
            <ac:picMk id="661" creationId="{00000000-0000-0000-0000-000000000000}"/>
          </ac:picMkLst>
        </pc:picChg>
      </pc:sldChg>
      <pc:sldChg chg="modSp">
        <pc:chgData name="Wjns. 🍊" userId="ccf61dcdae8e017a" providerId="LiveId" clId="{7EF25CD6-45E0-4D94-988D-1056EF3F84F1}" dt="2026-10-18T17:33:13.963" v="72"/>
        <pc:sldMkLst>
          <pc:docMk/>
          <pc:sldMk cId="0" sldId="290"/>
        </pc:sldMkLst>
        <pc:picChg chg="mod">
          <ac:chgData name="Wjns. 🍊" userId="ccf61dcdae8e017a" providerId="LiveId" clId="{7EF25CD6-45E0-4D94-988D-1056EF3F84F1}" dt="2026-10-18T17:33:13.963" v="72"/>
          <ac:picMkLst>
            <pc:docMk/>
            <pc:sldMk cId="0" sldId="290"/>
            <ac:picMk id="693" creationId="{00000000-0000-0000-0000-000000000000}"/>
          </ac:picMkLst>
        </pc:picChg>
      </pc:sldChg>
      <pc:sldChg chg="modSp">
        <pc:chgData name="Wjns. 🍊" userId="ccf61dcdae8e017a" providerId="LiveId" clId="{7EF25CD6-45E0-4D94-988D-1056EF3F84F1}" dt="2026-10-18T17:33:14.016" v="73"/>
        <pc:sldMkLst>
          <pc:docMk/>
          <pc:sldMk cId="0" sldId="291"/>
        </pc:sldMkLst>
        <pc:picChg chg="mod">
          <ac:chgData name="Wjns. 🍊" userId="ccf61dcdae8e017a" providerId="LiveId" clId="{7EF25CD6-45E0-4D94-988D-1056EF3F84F1}" dt="2026-10-18T17:33:14.016" v="73"/>
          <ac:picMkLst>
            <pc:docMk/>
            <pc:sldMk cId="0" sldId="291"/>
            <ac:picMk id="738" creationId="{00000000-0000-0000-0000-000000000000}"/>
          </ac:picMkLst>
        </pc:picChg>
      </pc:sldChg>
      <pc:sldChg chg="addSp modSp mod">
        <pc:chgData name="Wjns. 🍊" userId="ccf61dcdae8e017a" providerId="LiveId" clId="{7EF25CD6-45E0-4D94-988D-1056EF3F84F1}" dt="2026-10-18T17:33:14.057" v="78"/>
        <pc:sldMkLst>
          <pc:docMk/>
          <pc:sldMk cId="0" sldId="292"/>
        </pc:sldMkLst>
        <pc:spChg chg="add mod">
          <ac:chgData name="Wjns. 🍊" userId="ccf61dcdae8e017a" providerId="LiveId" clId="{7EF25CD6-45E0-4D94-988D-1056EF3F84F1}" dt="2026-10-18T17:33:14.057" v="78"/>
          <ac:spMkLst>
            <pc:docMk/>
            <pc:sldMk cId="0" sldId="292"/>
            <ac:spMk id="2" creationId="{93CB3BDC-8D63-BA61-9526-82A6DDEDDE80}"/>
          </ac:spMkLst>
        </pc:spChg>
      </pc:sldChg>
      <pc:sldChg chg="modSp">
        <pc:chgData name="Wjns. 🍊" userId="ccf61dcdae8e017a" providerId="LiveId" clId="{7EF25CD6-45E0-4D94-988D-1056EF3F84F1}" dt="2026-10-18T17:33:14.076" v="79"/>
        <pc:sldMkLst>
          <pc:docMk/>
          <pc:sldMk cId="0" sldId="293"/>
        </pc:sldMkLst>
        <pc:picChg chg="mod">
          <ac:chgData name="Wjns. 🍊" userId="ccf61dcdae8e017a" providerId="LiveId" clId="{7EF25CD6-45E0-4D94-988D-1056EF3F84F1}" dt="2026-10-18T17:33:14.076" v="79"/>
          <ac:picMkLst>
            <pc:docMk/>
            <pc:sldMk cId="0" sldId="293"/>
            <ac:picMk id="758" creationId="{00000000-0000-0000-0000-000000000000}"/>
          </ac:picMkLst>
        </pc:picChg>
      </pc:sldChg>
      <pc:sldChg chg="modSp">
        <pc:chgData name="Wjns. 🍊" userId="ccf61dcdae8e017a" providerId="LiveId" clId="{7EF25CD6-45E0-4D94-988D-1056EF3F84F1}" dt="2026-10-18T17:33:14.096" v="80"/>
        <pc:sldMkLst>
          <pc:docMk/>
          <pc:sldMk cId="0" sldId="294"/>
        </pc:sldMkLst>
        <pc:picChg chg="mod">
          <ac:chgData name="Wjns. 🍊" userId="ccf61dcdae8e017a" providerId="LiveId" clId="{7EF25CD6-45E0-4D94-988D-1056EF3F84F1}" dt="2026-10-18T17:33:14.096" v="80"/>
          <ac:picMkLst>
            <pc:docMk/>
            <pc:sldMk cId="0" sldId="294"/>
            <ac:picMk id="768" creationId="{00000000-0000-0000-0000-000000000000}"/>
          </ac:picMkLst>
        </pc:picChg>
      </pc:sldChg>
      <pc:sldChg chg="modSp">
        <pc:chgData name="Wjns. 🍊" userId="ccf61dcdae8e017a" providerId="LiveId" clId="{7EF25CD6-45E0-4D94-988D-1056EF3F84F1}" dt="2026-10-18T17:33:14.111" v="81"/>
        <pc:sldMkLst>
          <pc:docMk/>
          <pc:sldMk cId="0" sldId="295"/>
        </pc:sldMkLst>
        <pc:picChg chg="mod">
          <ac:chgData name="Wjns. 🍊" userId="ccf61dcdae8e017a" providerId="LiveId" clId="{7EF25CD6-45E0-4D94-988D-1056EF3F84F1}" dt="2026-10-18T17:33:14.111" v="81"/>
          <ac:picMkLst>
            <pc:docMk/>
            <pc:sldMk cId="0" sldId="295"/>
            <ac:picMk id="778" creationId="{00000000-0000-0000-0000-000000000000}"/>
          </ac:picMkLst>
        </pc:picChg>
      </pc:sldChg>
      <pc:sldChg chg="modSp">
        <pc:chgData name="Wjns. 🍊" userId="ccf61dcdae8e017a" providerId="LiveId" clId="{7EF25CD6-45E0-4D94-988D-1056EF3F84F1}" dt="2026-10-18T17:33:14.197" v="82"/>
        <pc:sldMkLst>
          <pc:docMk/>
          <pc:sldMk cId="0" sldId="296"/>
        </pc:sldMkLst>
        <pc:picChg chg="mod">
          <ac:chgData name="Wjns. 🍊" userId="ccf61dcdae8e017a" providerId="LiveId" clId="{7EF25CD6-45E0-4D94-988D-1056EF3F84F1}" dt="2026-10-18T17:33:14.197" v="82"/>
          <ac:picMkLst>
            <pc:docMk/>
            <pc:sldMk cId="0" sldId="296"/>
            <ac:picMk id="911" creationId="{00000000-0000-0000-0000-000000000000}"/>
          </ac:picMkLst>
        </pc:picChg>
      </pc:sldChg>
      <pc:sldChg chg="modSp">
        <pc:chgData name="Wjns. 🍊" userId="ccf61dcdae8e017a" providerId="LiveId" clId="{7EF25CD6-45E0-4D94-988D-1056EF3F84F1}" dt="2026-10-18T17:33:14.217" v="83"/>
        <pc:sldMkLst>
          <pc:docMk/>
          <pc:sldMk cId="0" sldId="297"/>
        </pc:sldMkLst>
        <pc:picChg chg="mod">
          <ac:chgData name="Wjns. 🍊" userId="ccf61dcdae8e017a" providerId="LiveId" clId="{7EF25CD6-45E0-4D94-988D-1056EF3F84F1}" dt="2026-10-18T17:33:14.217" v="83"/>
          <ac:picMkLst>
            <pc:docMk/>
            <pc:sldMk cId="0" sldId="297"/>
            <ac:picMk id="92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i="1">
                <a:solidFill>
                  <a:schemeClr val="dk1"/>
                </a:solidFill>
                <a:latin typeface="Calibri"/>
                <a:ea typeface="Calibri"/>
                <a:cs typeface="Calibri"/>
                <a:sym typeface="Calibri"/>
              </a:rPr>
              <a:t>This template is for educational, non-commercial purposes </a:t>
            </a:r>
            <a:r>
              <a:rPr lang="en-US" sz="1200" i="1" u="sng">
                <a:solidFill>
                  <a:schemeClr val="dk1"/>
                </a:solidFill>
                <a:latin typeface="Calibri"/>
                <a:ea typeface="Calibri"/>
                <a:cs typeface="Calibri"/>
                <a:sym typeface="Calibri"/>
              </a:rPr>
              <a:t>only</a:t>
            </a:r>
            <a:r>
              <a:rPr lang="en-US" sz="1200" i="1">
                <a:solidFill>
                  <a:schemeClr val="dk1"/>
                </a:solidFill>
                <a:latin typeface="Calibri"/>
                <a:ea typeface="Calibri"/>
                <a:cs typeface="Calibri"/>
                <a:sym typeface="Calibri"/>
              </a:rPr>
              <a:t>. For more free game templates like this one, visit </a:t>
            </a:r>
            <a:r>
              <a:rPr lang="en-US" sz="1200" b="1" i="1">
                <a:solidFill>
                  <a:schemeClr val="dk1"/>
                </a:solidFill>
                <a:latin typeface="Calibri"/>
                <a:ea typeface="Calibri"/>
                <a:cs typeface="Calibri"/>
                <a:sym typeface="Calibri"/>
              </a:rPr>
              <a:t>https://www.taysteachingtoolkit.com</a:t>
            </a:r>
            <a:endParaRPr sz="1200" b="1" i="1">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Feel free to change the name of the school in the opening line as needed ☺</a:t>
            </a:r>
            <a:endParaRPr/>
          </a:p>
        </p:txBody>
      </p:sp>
      <p:sp>
        <p:nvSpPr>
          <p:cNvPr id="99" name="Google Shape;99;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h608ceccf3dc7060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h608ceccf3dc70604_0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Feel free to change the name of the school in the opening line as needed ☺</a:t>
            </a:r>
            <a:endParaRPr/>
          </a:p>
        </p:txBody>
      </p:sp>
      <p:sp>
        <p:nvSpPr>
          <p:cNvPr id="108" name="Google Shape;108;h608ceccf3dc70604_0_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Click a letter to go to a question.</a:t>
            </a:r>
            <a:endParaRPr/>
          </a:p>
        </p:txBody>
      </p:sp>
      <p:sp>
        <p:nvSpPr>
          <p:cNvPr id="117" name="Google Shape;117;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38" name="Google Shape;13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h61dc23adf5ca8e5d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h61dc23adf5ca8e5d_1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56" name="Google Shape;156;h61dc23adf5ca8e5d_1_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h61dc23adf5ca8e5d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h61dc23adf5ca8e5d_1_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74" name="Google Shape;174;h61dc23adf5ca8e5d_1_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h61dc23adf5ca8e5d_1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h61dc23adf5ca8e5d_1_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193" name="Google Shape;193;h61dc23adf5ca8e5d_1_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h61dc23adf5ca8e5d_1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h61dc23adf5ca8e5d_1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12" name="Google Shape;212;h61dc23adf5ca8e5d_1_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h61dc23adf5ca8e5d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h61dc23adf5ca8e5d_1_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31" name="Google Shape;231;h61dc23adf5ca8e5d_1_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h61dc23adf5ca8e5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h61dc23adf5ca8e5d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51" name="Google Shape;251;h61dc23adf5ca8e5d_1_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70" name="Google Shape;27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289" name="Google Shape;289;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08" name="Google Shape;308;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22" name="Google Shape;322;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41" name="Google Shape;341;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60" name="Google Shape;360;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79" name="Google Shape;379;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spacebar to make the ANSWER appear.</a:t>
            </a:r>
            <a:endParaRPr/>
          </a:p>
          <a:p>
            <a:pPr marL="0" lvl="0" indent="0" algn="l" rtl="0">
              <a:lnSpc>
                <a:spcPct val="100000"/>
              </a:lnSpc>
              <a:spcBef>
                <a:spcPts val="0"/>
              </a:spcBef>
              <a:spcAft>
                <a:spcPts val="0"/>
              </a:spcAft>
              <a:buSzPts val="1400"/>
              <a:buNone/>
            </a:pPr>
            <a:r>
              <a:rPr lang="en-US"/>
              <a:t>The blank space in the middle is for any extra text/images you need.</a:t>
            </a:r>
            <a:endParaRPr/>
          </a:p>
          <a:p>
            <a:pPr marL="0" lvl="0" indent="0" algn="l" rtl="0">
              <a:lnSpc>
                <a:spcPct val="100000"/>
              </a:lnSpc>
              <a:spcBef>
                <a:spcPts val="0"/>
              </a:spcBef>
              <a:spcAft>
                <a:spcPts val="0"/>
              </a:spcAft>
              <a:buSzPts val="1400"/>
              <a:buNone/>
            </a:pPr>
            <a:r>
              <a:rPr lang="en-US"/>
              <a:t>Click the green seal to go to the reward slide.</a:t>
            </a:r>
            <a:endParaRPr/>
          </a:p>
          <a:p>
            <a:pPr marL="0" lvl="0" indent="0" algn="l" rtl="0">
              <a:lnSpc>
                <a:spcPct val="100000"/>
              </a:lnSpc>
              <a:spcBef>
                <a:spcPts val="0"/>
              </a:spcBef>
              <a:spcAft>
                <a:spcPts val="0"/>
              </a:spcAft>
              <a:buSzPts val="1400"/>
              <a:buNone/>
            </a:pPr>
            <a:r>
              <a:rPr lang="en-US"/>
              <a:t>Click the red seal to go back to the question-choosing slide.</a:t>
            </a:r>
            <a:endParaRPr/>
          </a:p>
          <a:p>
            <a:pPr marL="0" lvl="0" indent="0" algn="l" rtl="0">
              <a:lnSpc>
                <a:spcPct val="100000"/>
              </a:lnSpc>
              <a:spcBef>
                <a:spcPts val="0"/>
              </a:spcBef>
              <a:spcAft>
                <a:spcPts val="0"/>
              </a:spcAft>
              <a:buSzPts val="1400"/>
              <a:buNone/>
            </a:pPr>
            <a:endParaRPr/>
          </a:p>
        </p:txBody>
      </p:sp>
      <p:sp>
        <p:nvSpPr>
          <p:cNvPr id="398" name="Google Shape;398;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an item to make a reward/penalty appear.</a:t>
            </a:r>
            <a:endParaRPr/>
          </a:p>
          <a:p>
            <a:pPr marL="171450" lvl="0" indent="-171450" algn="l" rtl="0">
              <a:lnSpc>
                <a:spcPct val="100000"/>
              </a:lnSpc>
              <a:spcBef>
                <a:spcPts val="0"/>
              </a:spcBef>
              <a:spcAft>
                <a:spcPts val="0"/>
              </a:spcAft>
              <a:buClr>
                <a:schemeClr val="dk1"/>
              </a:buClr>
              <a:buSzPts val="1200"/>
              <a:buFont typeface="Arial"/>
              <a:buChar char="•"/>
            </a:pPr>
            <a:r>
              <a:rPr lang="en-US"/>
              <a:t>Students have to choose one of each item (3 items total).</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items.</a:t>
            </a:r>
            <a:endParaRPr/>
          </a:p>
          <a:p>
            <a:pPr marL="171450" lvl="0" indent="-171450" algn="l" rtl="0">
              <a:lnSpc>
                <a:spcPct val="100000"/>
              </a:lnSpc>
              <a:spcBef>
                <a:spcPts val="0"/>
              </a:spcBef>
              <a:spcAft>
                <a:spcPts val="0"/>
              </a:spcAft>
              <a:buClr>
                <a:schemeClr val="dk1"/>
              </a:buClr>
              <a:buSzPts val="1200"/>
              <a:buFont typeface="Arial"/>
              <a:buChar char="•"/>
            </a:pPr>
            <a:r>
              <a:rPr lang="en-US"/>
              <a:t>If there’s nothing behind an object, that means 0 points/no points added the total. A number is the number of points.</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17" name="Google Shape;417;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character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46" name="Google Shape;446;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a:p>
            <a:pPr marL="0" lvl="0" indent="0" algn="l" rtl="0">
              <a:lnSpc>
                <a:spcPct val="100000"/>
              </a:lnSpc>
              <a:spcBef>
                <a:spcPts val="0"/>
              </a:spcBef>
              <a:spcAft>
                <a:spcPts val="0"/>
              </a:spcAft>
              <a:buSzPts val="1400"/>
              <a:buNone/>
            </a:pPr>
            <a:endParaRPr/>
          </a:p>
        </p:txBody>
      </p:sp>
      <p:sp>
        <p:nvSpPr>
          <p:cNvPr id="460" name="Google Shape;460;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70" name="Google Shape;470;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480" name="Google Shape;48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 name="Google Shape;489;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character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490" name="Google Shape;490;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the cards to make a reward appear.</a:t>
            </a:r>
            <a:endParaRPr/>
          </a:p>
          <a:p>
            <a:pPr marL="171450" lvl="0" indent="-171450" algn="l" rtl="0">
              <a:lnSpc>
                <a:spcPct val="100000"/>
              </a:lnSpc>
              <a:spcBef>
                <a:spcPts val="0"/>
              </a:spcBef>
              <a:spcAft>
                <a:spcPts val="0"/>
              </a:spcAft>
              <a:buClr>
                <a:schemeClr val="dk1"/>
              </a:buClr>
              <a:buSzPts val="1200"/>
              <a:buFont typeface="Arial"/>
              <a:buChar char="•"/>
            </a:pPr>
            <a:r>
              <a:rPr lang="en-US"/>
              <a:t>Ask the students if they want to keep the reward or click again to add more points, but at the risk of finding a bomb.</a:t>
            </a:r>
            <a:endParaRPr/>
          </a:p>
          <a:p>
            <a:pPr marL="171450" lvl="0" indent="-171450" algn="l" rtl="0">
              <a:lnSpc>
                <a:spcPct val="100000"/>
              </a:lnSpc>
              <a:spcBef>
                <a:spcPts val="0"/>
              </a:spcBef>
              <a:spcAft>
                <a:spcPts val="0"/>
              </a:spcAft>
              <a:buClr>
                <a:schemeClr val="dk1"/>
              </a:buClr>
              <a:buSzPts val="1200"/>
              <a:buFont typeface="Arial"/>
              <a:buChar char="•"/>
            </a:pPr>
            <a:r>
              <a:rPr lang="en-US"/>
              <a:t>Repeat that process until they either decide to keep their points, or reach the BOMB! card.</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506" name="Google Shape;506;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a:p>
            <a:pPr marL="0" lvl="0" indent="0" algn="l" rtl="0">
              <a:lnSpc>
                <a:spcPct val="100000"/>
              </a:lnSpc>
              <a:spcBef>
                <a:spcPts val="0"/>
              </a:spcBef>
              <a:spcAft>
                <a:spcPts val="0"/>
              </a:spcAft>
              <a:buSzPts val="1400"/>
              <a:buNone/>
            </a:pPr>
            <a:endParaRPr/>
          </a:p>
        </p:txBody>
      </p:sp>
      <p:sp>
        <p:nvSpPr>
          <p:cNvPr id="534" name="Google Shape;534;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5" name="Google Shape;545;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46" name="Google Shape;546;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56" name="Google Shape;556;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a:p>
            <a:pPr marL="0" lvl="0" indent="0" algn="l" rtl="0">
              <a:lnSpc>
                <a:spcPct val="100000"/>
              </a:lnSpc>
              <a:spcBef>
                <a:spcPts val="0"/>
              </a:spcBef>
              <a:spcAft>
                <a:spcPts val="0"/>
              </a:spcAft>
              <a:buSzPts val="1400"/>
              <a:buNone/>
            </a:pPr>
            <a:endParaRPr/>
          </a:p>
        </p:txBody>
      </p:sp>
      <p:sp>
        <p:nvSpPr>
          <p:cNvPr id="567" name="Google Shape;567;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7" name="Google Shape;577;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78" name="Google Shape;578;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1" name="Google Shape;591;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592" name="Google Shape;592;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book to reveal a reward/penalty.</a:t>
            </a:r>
            <a:endParaRPr/>
          </a:p>
          <a:p>
            <a:pPr marL="171450" lvl="0" indent="-171450" algn="l" rtl="0">
              <a:lnSpc>
                <a:spcPct val="100000"/>
              </a:lnSpc>
              <a:spcBef>
                <a:spcPts val="0"/>
              </a:spcBef>
              <a:spcAft>
                <a:spcPts val="0"/>
              </a:spcAft>
              <a:buClr>
                <a:schemeClr val="dk1"/>
              </a:buClr>
              <a:buSzPts val="1200"/>
              <a:buFont typeface="Arial"/>
              <a:buChar char="•"/>
            </a:pPr>
            <a:r>
              <a:rPr lang="en-US"/>
              <a:t>Students choose 3 books.</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books.</a:t>
            </a:r>
            <a:endParaRPr/>
          </a:p>
          <a:p>
            <a:pPr marL="171450" lvl="0" indent="-171450" algn="l" rtl="0">
              <a:lnSpc>
                <a:spcPct val="100000"/>
              </a:lnSpc>
              <a:spcBef>
                <a:spcPts val="0"/>
              </a:spcBef>
              <a:spcAft>
                <a:spcPts val="0"/>
              </a:spcAft>
              <a:buClr>
                <a:schemeClr val="dk1"/>
              </a:buClr>
              <a:buSzPts val="1200"/>
              <a:buFont typeface="Arial"/>
              <a:buChar char="•"/>
            </a:pPr>
            <a:r>
              <a:rPr lang="en-US"/>
              <a:t>If there’s nothing behind a book, that means 0 points/no points added the total. A number is the number of points.</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04" name="Google Shape;604;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8" name="Google Shape;648;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an owl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49" name="Google Shape;649;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b="0"/>
              <a:t>Click the cards to make a reward appear.</a:t>
            </a:r>
            <a:endParaRPr/>
          </a:p>
          <a:p>
            <a:pPr marL="171450" lvl="0" indent="-171450" algn="l" rtl="0">
              <a:lnSpc>
                <a:spcPct val="100000"/>
              </a:lnSpc>
              <a:spcBef>
                <a:spcPts val="0"/>
              </a:spcBef>
              <a:spcAft>
                <a:spcPts val="0"/>
              </a:spcAft>
              <a:buClr>
                <a:schemeClr val="dk1"/>
              </a:buClr>
              <a:buSzPts val="1200"/>
              <a:buFont typeface="Arial"/>
              <a:buChar char="•"/>
            </a:pPr>
            <a:r>
              <a:rPr lang="en-US" b="0"/>
              <a:t>Ask the students if they want to keep the reward or click again to add more points, but at the risk of finding a bomb.</a:t>
            </a:r>
            <a:endParaRPr/>
          </a:p>
          <a:p>
            <a:pPr marL="171450" lvl="0" indent="-171450" algn="l" rtl="0">
              <a:lnSpc>
                <a:spcPct val="100000"/>
              </a:lnSpc>
              <a:spcBef>
                <a:spcPts val="0"/>
              </a:spcBef>
              <a:spcAft>
                <a:spcPts val="0"/>
              </a:spcAft>
              <a:buClr>
                <a:schemeClr val="dk1"/>
              </a:buClr>
              <a:buSzPts val="1200"/>
              <a:buFont typeface="Arial"/>
              <a:buChar char="•"/>
            </a:pPr>
            <a:r>
              <a:rPr lang="en-US" b="0"/>
              <a:t>Repeat that process until they either decide to keep their points, or reach the BOMB! card.</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65" name="Google Shape;665;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bowl to make a reward/penalty appear.</a:t>
            </a:r>
            <a:endParaRPr/>
          </a:p>
          <a:p>
            <a:pPr marL="171450" lvl="0" indent="-171450" algn="l" rtl="0">
              <a:lnSpc>
                <a:spcPct val="100000"/>
              </a:lnSpc>
              <a:spcBef>
                <a:spcPts val="0"/>
              </a:spcBef>
              <a:spcAft>
                <a:spcPts val="0"/>
              </a:spcAft>
              <a:buClr>
                <a:schemeClr val="dk1"/>
              </a:buClr>
              <a:buSzPts val="1200"/>
              <a:buFont typeface="Arial"/>
              <a:buChar char="•"/>
            </a:pPr>
            <a:r>
              <a:rPr lang="en-US"/>
              <a:t>Students choose 3 bowls.</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bowls.</a:t>
            </a:r>
            <a:endParaRPr/>
          </a:p>
          <a:p>
            <a:pPr marL="171450" lvl="0" indent="-171450" algn="l" rtl="0">
              <a:lnSpc>
                <a:spcPct val="100000"/>
              </a:lnSpc>
              <a:spcBef>
                <a:spcPts val="0"/>
              </a:spcBef>
              <a:spcAft>
                <a:spcPts val="0"/>
              </a:spcAft>
              <a:buClr>
                <a:schemeClr val="dk1"/>
              </a:buClr>
              <a:buSzPts val="1200"/>
              <a:buFont typeface="Arial"/>
              <a:buChar char="•"/>
            </a:pPr>
            <a:r>
              <a:rPr lang="en-US"/>
              <a:t>If there’s nothing under a bowl, that means 0 points/no points added the total. A number is the number of points.</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p:txBody>
      </p:sp>
      <p:sp>
        <p:nvSpPr>
          <p:cNvPr id="697" name="Google Shape;697;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or “B” to reveal a reward/penalty.</a:t>
            </a:r>
            <a:endParaRPr/>
          </a:p>
        </p:txBody>
      </p:sp>
      <p:sp>
        <p:nvSpPr>
          <p:cNvPr id="742" name="Google Shape;742;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52" name="Google Shape;752;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62" name="Google Shape;762;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a:t>Click the wheel to spin it.</a:t>
            </a:r>
            <a:endParaRPr/>
          </a:p>
          <a:p>
            <a:pPr marL="171450" marR="0" lvl="0" indent="-171450" algn="l" rtl="0">
              <a:lnSpc>
                <a:spcPct val="100000"/>
              </a:lnSpc>
              <a:spcBef>
                <a:spcPts val="0"/>
              </a:spcBef>
              <a:spcAft>
                <a:spcPts val="0"/>
              </a:spcAft>
              <a:buClr>
                <a:schemeClr val="dk1"/>
              </a:buClr>
              <a:buSzPts val="1200"/>
              <a:buFont typeface="Arial"/>
              <a:buChar char="•"/>
            </a:pPr>
            <a:r>
              <a:rPr lang="en-US"/>
              <a:t>The golden snitch is worth 10pts and the Death Eater icon is worth 0pts.</a:t>
            </a:r>
            <a:endParaRPr/>
          </a:p>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72" name="Google Shape;772;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sorting hat to reveal a reward/penalty.</a:t>
            </a:r>
            <a:endParaRPr/>
          </a:p>
          <a:p>
            <a:pPr marL="171450" lvl="0" indent="-171450" algn="l" rtl="0">
              <a:lnSpc>
                <a:spcPct val="100000"/>
              </a:lnSpc>
              <a:spcBef>
                <a:spcPts val="0"/>
              </a:spcBef>
              <a:spcAft>
                <a:spcPts val="0"/>
              </a:spcAft>
              <a:buClr>
                <a:schemeClr val="dk1"/>
              </a:buClr>
              <a:buSzPts val="1200"/>
              <a:buFont typeface="Arial"/>
              <a:buChar char="•"/>
            </a:pPr>
            <a:r>
              <a:rPr lang="en-US"/>
              <a:t>Students choose 4 sorting hats.</a:t>
            </a:r>
            <a:endParaRPr/>
          </a:p>
          <a:p>
            <a:pPr marL="171450" lvl="0" indent="-171450" algn="l" rtl="0">
              <a:lnSpc>
                <a:spcPct val="100000"/>
              </a:lnSpc>
              <a:spcBef>
                <a:spcPts val="0"/>
              </a:spcBef>
              <a:spcAft>
                <a:spcPts val="0"/>
              </a:spcAft>
              <a:buClr>
                <a:schemeClr val="dk1"/>
              </a:buClr>
              <a:buSzPts val="1200"/>
              <a:buFont typeface="Arial"/>
              <a:buChar char="•"/>
            </a:pPr>
            <a:r>
              <a:rPr lang="en-US"/>
              <a:t>If they find a bomb (the Death Eater icon), they lose the points they earned and cannot continue choosing hats.</a:t>
            </a:r>
            <a:endParaRPr/>
          </a:p>
          <a:p>
            <a:pPr marL="171450" lvl="0" indent="-171450" algn="l" rtl="0">
              <a:lnSpc>
                <a:spcPct val="100000"/>
              </a:lnSpc>
              <a:spcBef>
                <a:spcPts val="0"/>
              </a:spcBef>
              <a:spcAft>
                <a:spcPts val="0"/>
              </a:spcAft>
              <a:buClr>
                <a:schemeClr val="dk1"/>
              </a:buClr>
              <a:buSzPts val="1200"/>
              <a:buFont typeface="Arial"/>
              <a:buChar char="•"/>
            </a:pPr>
            <a:r>
              <a:rPr lang="en-US"/>
              <a:t>Point values are indicated on the right.</a:t>
            </a:r>
            <a:endParaRPr/>
          </a:p>
          <a:p>
            <a:pPr marL="0" marR="0" lvl="0" indent="0" algn="l" rtl="0">
              <a:lnSpc>
                <a:spcPct val="100000"/>
              </a:lnSpc>
              <a:spcBef>
                <a:spcPts val="0"/>
              </a:spcBef>
              <a:spcAft>
                <a:spcPts val="0"/>
              </a:spcAft>
              <a:buClr>
                <a:schemeClr val="dk1"/>
              </a:buClr>
              <a:buSzPts val="1200"/>
              <a:buFont typeface="Calibri"/>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795" name="Google Shape;795;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r>
              <a:rPr lang="en-US"/>
              <a:t>Click a Patronus to reveal a reward/penalty.</a:t>
            </a:r>
            <a:endParaRPr/>
          </a:p>
          <a:p>
            <a:pPr marL="0" lvl="0" indent="0" algn="l" rtl="0">
              <a:lnSpc>
                <a:spcPct val="100000"/>
              </a:lnSpc>
              <a:spcBef>
                <a:spcPts val="0"/>
              </a:spcBef>
              <a:spcAft>
                <a:spcPts val="0"/>
              </a:spcAft>
              <a:buSzPts val="1400"/>
              <a:buNone/>
            </a:pPr>
            <a:r>
              <a:rPr lang="en-US" b="1"/>
              <a:t>Click the Hogwarts icon to go back the question-choosing slide.</a:t>
            </a:r>
            <a:endParaRPr b="1"/>
          </a:p>
          <a:p>
            <a:pPr marL="0" lvl="0" indent="0" algn="l" rtl="0">
              <a:lnSpc>
                <a:spcPct val="100000"/>
              </a:lnSpc>
              <a:spcBef>
                <a:spcPts val="0"/>
              </a:spcBef>
              <a:spcAft>
                <a:spcPts val="0"/>
              </a:spcAft>
              <a:buSzPts val="1400"/>
              <a:buNone/>
            </a:pPr>
            <a:endParaRPr/>
          </a:p>
        </p:txBody>
      </p:sp>
      <p:sp>
        <p:nvSpPr>
          <p:cNvPr id="918" name="Google Shape;918;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8"/>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8"/>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5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5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0"/>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8" name="Google Shape;28;p6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6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61"/>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1"/>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4" name="Google Shape;34;p6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2"/>
          <p:cNvSpPr txBox="1">
            <a:spLocks noGrp="1"/>
          </p:cNvSpPr>
          <p:nvPr>
            <p:ph type="body" idx="1"/>
          </p:nvPr>
        </p:nvSpPr>
        <p:spPr>
          <a:xfrm>
            <a:off x="457200" y="900113"/>
            <a:ext cx="4038600" cy="2545556"/>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62"/>
          <p:cNvSpPr txBox="1">
            <a:spLocks noGrp="1"/>
          </p:cNvSpPr>
          <p:nvPr>
            <p:ph type="body" idx="2"/>
          </p:nvPr>
        </p:nvSpPr>
        <p:spPr>
          <a:xfrm>
            <a:off x="4648200" y="900113"/>
            <a:ext cx="4038600" cy="2545556"/>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6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6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3"/>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63"/>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63"/>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63"/>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6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6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6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6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65"/>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65"/>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65"/>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6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66"/>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6"/>
          <p:cNvSpPr>
            <a:spLocks noGrp="1"/>
          </p:cNvSpPr>
          <p:nvPr>
            <p:ph type="pic" idx="2"/>
          </p:nvPr>
        </p:nvSpPr>
        <p:spPr>
          <a:xfrm>
            <a:off x="1792288" y="459581"/>
            <a:ext cx="5486400" cy="3086100"/>
          </a:xfrm>
          <a:prstGeom prst="rect">
            <a:avLst/>
          </a:prstGeom>
          <a:noFill/>
          <a:ln>
            <a:noFill/>
          </a:ln>
        </p:spPr>
      </p:sp>
      <p:sp>
        <p:nvSpPr>
          <p:cNvPr id="68" name="Google Shape;68;p66"/>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6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67"/>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7"/>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6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6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68"/>
          <p:cNvSpPr txBox="1">
            <a:spLocks noGrp="1"/>
          </p:cNvSpPr>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68"/>
          <p:cNvSpPr txBox="1">
            <a:spLocks noGrp="1"/>
          </p:cNvSpPr>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6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6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7"/>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7"/>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5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6.xml"/><Relationship Id="rId18" Type="http://schemas.openxmlformats.org/officeDocument/2006/relationships/slide" Target="slide19.xml"/><Relationship Id="rId3" Type="http://schemas.openxmlformats.org/officeDocument/2006/relationships/image" Target="../media/image5.jpg"/><Relationship Id="rId7" Type="http://schemas.openxmlformats.org/officeDocument/2006/relationships/slide" Target="slide7.xml"/><Relationship Id="rId12" Type="http://schemas.openxmlformats.org/officeDocument/2006/relationships/slide" Target="slide15.xml"/><Relationship Id="rId17" Type="http://schemas.openxmlformats.org/officeDocument/2006/relationships/slide" Target="slide14.xml"/><Relationship Id="rId2" Type="http://schemas.openxmlformats.org/officeDocument/2006/relationships/notesSlide" Target="../notesSlides/notesSlide4.xml"/><Relationship Id="rId16" Type="http://schemas.openxmlformats.org/officeDocument/2006/relationships/slide" Target="slide13.xml"/><Relationship Id="rId1" Type="http://schemas.openxmlformats.org/officeDocument/2006/relationships/slideLayout" Target="../slideLayouts/slideLayout2.xml"/><Relationship Id="rId6" Type="http://schemas.openxmlformats.org/officeDocument/2006/relationships/slide" Target="slide8.xml"/><Relationship Id="rId11" Type="http://schemas.openxmlformats.org/officeDocument/2006/relationships/slide" Target="slide12.xml"/><Relationship Id="rId5" Type="http://schemas.openxmlformats.org/officeDocument/2006/relationships/slide" Target="slide6.xml"/><Relationship Id="rId15" Type="http://schemas.openxmlformats.org/officeDocument/2006/relationships/slide" Target="slide18.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 Id="rId14" Type="http://schemas.openxmlformats.org/officeDocument/2006/relationships/slide" Target="slide17.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20.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2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2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2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2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2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s://dictionary.cambridge.org/dictionary/english/natural" TargetMode="External"/><Relationship Id="rId3" Type="http://schemas.openxmlformats.org/officeDocument/2006/relationships/image" Target="../media/image6.jpg"/><Relationship Id="rId7" Type="http://schemas.openxmlformats.org/officeDocument/2006/relationships/slide" Target="slide33.xml"/><Relationship Id="rId12" Type="http://schemas.openxmlformats.org/officeDocument/2006/relationships/hyperlink" Target="https://dictionary.cambridge.org/dictionary/english/fibre"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hyperlink" Target="https://dictionary.cambridge.org/dictionary/english/thread" TargetMode="External"/><Relationship Id="rId5" Type="http://schemas.openxmlformats.org/officeDocument/2006/relationships/image" Target="../media/image7.png"/><Relationship Id="rId15" Type="http://schemas.openxmlformats.org/officeDocument/2006/relationships/hyperlink" Target="https://dictionary.cambridge.org/dictionary/english/material" TargetMode="External"/><Relationship Id="rId10" Type="http://schemas.openxmlformats.org/officeDocument/2006/relationships/hyperlink" Target="https://dictionary.cambridge.org/dictionary/english/thin" TargetMode="External"/><Relationship Id="rId4" Type="http://schemas.openxmlformats.org/officeDocument/2006/relationships/slide" Target="slide4.xml"/><Relationship Id="rId9" Type="http://schemas.openxmlformats.org/officeDocument/2006/relationships/image" Target="../media/image10.png"/><Relationship Id="rId14" Type="http://schemas.openxmlformats.org/officeDocument/2006/relationships/hyperlink" Target="https://dictionary.cambridge.org/dictionary/english/artificial"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37.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40.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4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jpg"/><Relationship Id="rId7" Type="http://schemas.openxmlformats.org/officeDocument/2006/relationships/slide" Target="slide4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4.xml"/><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jp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0.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1.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slide" Target="slide4.xml"/><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p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31.png"/><Relationship Id="rId5" Type="http://schemas.openxmlformats.org/officeDocument/2006/relationships/image" Target="../media/image34.png"/><Relationship Id="rId10" Type="http://schemas.openxmlformats.org/officeDocument/2006/relationships/slide" Target="slide4.xml"/><Relationship Id="rId4" Type="http://schemas.openxmlformats.org/officeDocument/2006/relationships/image" Target="../media/image33.png"/><Relationship Id="rId9"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39.gif"/><Relationship Id="rId7"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slide" Target="slide24.xml"/><Relationship Id="rId5" Type="http://schemas.openxmlformats.org/officeDocument/2006/relationships/image" Target="../media/image40.png"/><Relationship Id="rId4" Type="http://schemas.openxmlformats.org/officeDocument/2006/relationships/slide" Target="slide23.xml"/></Relationships>
</file>

<file path=ppt/slides/_rels/slide23.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5.jpg"/><Relationship Id="rId7"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31.png"/><Relationship Id="rId5" Type="http://schemas.openxmlformats.org/officeDocument/2006/relationships/image" Target="../media/image47.png"/><Relationship Id="rId10" Type="http://schemas.openxmlformats.org/officeDocument/2006/relationships/slide" Target="slide4.xml"/><Relationship Id="rId4" Type="http://schemas.openxmlformats.org/officeDocument/2006/relationships/image" Target="../media/image46.png"/><Relationship Id="rId9" Type="http://schemas.openxmlformats.org/officeDocument/2006/relationships/image" Target="../media/image49.png"/></Relationships>
</file>

<file path=ppt/slides/_rels/slide2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11.jp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31.png"/><Relationship Id="rId10" Type="http://schemas.openxmlformats.org/officeDocument/2006/relationships/image" Target="../media/image56.png"/><Relationship Id="rId4" Type="http://schemas.openxmlformats.org/officeDocument/2006/relationships/image" Target="../media/image50.jpg"/><Relationship Id="rId9" Type="http://schemas.openxmlformats.org/officeDocument/2006/relationships/image" Target="../media/image55.png"/><Relationship Id="rId14" Type="http://schemas.openxmlformats.org/officeDocument/2006/relationships/slide" Target="slide4.xml"/></Relationships>
</file>

<file path=ppt/slides/_rels/slide27.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60.gif"/><Relationship Id="rId7"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28.xml"/><Relationship Id="rId5" Type="http://schemas.openxmlformats.org/officeDocument/2006/relationships/image" Target="../media/image40.png"/><Relationship Id="rId4" Type="http://schemas.openxmlformats.org/officeDocument/2006/relationships/slide" Target="slide29.xml"/></Relationships>
</file>

<file path=ppt/slides/_rels/slide28.xml.rels><?xml version="1.0" encoding="UTF-8" standalone="yes"?>
<Relationships xmlns="http://schemas.openxmlformats.org/package/2006/relationships"><Relationship Id="rId3" Type="http://schemas.openxmlformats.org/officeDocument/2006/relationships/image" Target="../media/image61.gif"/><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64.gif"/><Relationship Id="rId7"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image" Target="../media/image40.png"/><Relationship Id="rId4" Type="http://schemas.openxmlformats.org/officeDocument/2006/relationships/slide" Target="slide32.xml"/></Relationships>
</file>

<file path=ppt/slides/_rels/slide31.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66.gi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73.png"/><Relationship Id="rId3" Type="http://schemas.openxmlformats.org/officeDocument/2006/relationships/image" Target="../media/image68.jpg"/><Relationship Id="rId7" Type="http://schemas.openxmlformats.org/officeDocument/2006/relationships/image" Target="../media/image29.png"/><Relationship Id="rId12" Type="http://schemas.openxmlformats.org/officeDocument/2006/relationships/image" Target="../media/image72.png"/><Relationship Id="rId2" Type="http://schemas.openxmlformats.org/officeDocument/2006/relationships/notesSlide" Target="../notesSlides/notesSlide33.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71.png"/><Relationship Id="rId5" Type="http://schemas.openxmlformats.org/officeDocument/2006/relationships/image" Target="../media/image27.png"/><Relationship Id="rId15" Type="http://schemas.openxmlformats.org/officeDocument/2006/relationships/slide" Target="slide4.xml"/><Relationship Id="rId10"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12.png"/><Relationship Id="rId14" Type="http://schemas.openxmlformats.org/officeDocument/2006/relationships/image" Target="../media/image74.png"/></Relationships>
</file>

<file path=ppt/slides/_rels/slide3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5.jpg"/><Relationship Id="rId7" Type="http://schemas.openxmlformats.org/officeDocument/2006/relationships/image" Target="../media/image79.png"/><Relationship Id="rId12"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slide" Target="slide4.xml"/><Relationship Id="rId5" Type="http://schemas.openxmlformats.org/officeDocument/2006/relationships/image" Target="../media/image77.png"/><Relationship Id="rId10" Type="http://schemas.openxmlformats.org/officeDocument/2006/relationships/image" Target="../media/image80.png"/><Relationship Id="rId4" Type="http://schemas.openxmlformats.org/officeDocument/2006/relationships/image" Target="../media/image76.png"/><Relationship Id="rId9" Type="http://schemas.openxmlformats.org/officeDocument/2006/relationships/image" Target="../media/image30.png"/></Relationships>
</file>

<file path=ppt/slides/_rels/slide35.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59.png"/><Relationship Id="rId3" Type="http://schemas.openxmlformats.org/officeDocument/2006/relationships/image" Target="../media/image11.jpg"/><Relationship Id="rId7" Type="http://schemas.openxmlformats.org/officeDocument/2006/relationships/image" Target="../media/image53.png"/><Relationship Id="rId12" Type="http://schemas.openxmlformats.org/officeDocument/2006/relationships/image" Target="../media/image85.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4.png"/><Relationship Id="rId5" Type="http://schemas.openxmlformats.org/officeDocument/2006/relationships/image" Target="../media/image51.png"/><Relationship Id="rId15" Type="http://schemas.openxmlformats.org/officeDocument/2006/relationships/image" Target="../media/image31.png"/><Relationship Id="rId10" Type="http://schemas.openxmlformats.org/officeDocument/2006/relationships/image" Target="../media/image83.png"/><Relationship Id="rId4" Type="http://schemas.openxmlformats.org/officeDocument/2006/relationships/image" Target="../media/image50.jpg"/><Relationship Id="rId9" Type="http://schemas.openxmlformats.org/officeDocument/2006/relationships/image" Target="../media/image55.png"/><Relationship Id="rId14" Type="http://schemas.openxmlformats.org/officeDocument/2006/relationships/slide" Target="slide4.xml"/></Relationships>
</file>

<file path=ppt/slides/_rels/slide3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91.png"/><Relationship Id="rId3" Type="http://schemas.openxmlformats.org/officeDocument/2006/relationships/image" Target="../media/image86.jpg"/><Relationship Id="rId7" Type="http://schemas.openxmlformats.org/officeDocument/2006/relationships/image" Target="../media/image29.png"/><Relationship Id="rId12" Type="http://schemas.openxmlformats.org/officeDocument/2006/relationships/image" Target="../media/image9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15.png"/><Relationship Id="rId5" Type="http://schemas.openxmlformats.org/officeDocument/2006/relationships/image" Target="../media/image88.png"/><Relationship Id="rId15" Type="http://schemas.openxmlformats.org/officeDocument/2006/relationships/image" Target="../media/image31.png"/><Relationship Id="rId10" Type="http://schemas.openxmlformats.org/officeDocument/2006/relationships/image" Target="../media/image89.png"/><Relationship Id="rId4" Type="http://schemas.openxmlformats.org/officeDocument/2006/relationships/image" Target="../media/image87.png"/><Relationship Id="rId9" Type="http://schemas.openxmlformats.org/officeDocument/2006/relationships/image" Target="../media/image12.png"/><Relationship Id="rId14" Type="http://schemas.openxmlformats.org/officeDocument/2006/relationships/slide" Target="slide4.xml"/></Relationships>
</file>

<file path=ppt/slides/_rels/slide37.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92.gif"/><Relationship Id="rId7"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image" Target="../media/image40.png"/><Relationship Id="rId4" Type="http://schemas.openxmlformats.org/officeDocument/2006/relationships/slide" Target="slide38.xml"/></Relationships>
</file>

<file path=ppt/slides/_rels/slide38.xml.rels><?xml version="1.0" encoding="UTF-8" standalone="yes"?>
<Relationships xmlns="http://schemas.openxmlformats.org/package/2006/relationships"><Relationship Id="rId3" Type="http://schemas.openxmlformats.org/officeDocument/2006/relationships/image" Target="../media/image93.gif"/><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94.gif"/><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slide" Target="slide4.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95.jpg"/><Relationship Id="rId7"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media/image97.png"/><Relationship Id="rId4" Type="http://schemas.openxmlformats.org/officeDocument/2006/relationships/image" Target="../media/image96.png"/></Relationships>
</file>

<file path=ppt/slides/_rels/slide41.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6.png"/><Relationship Id="rId3" Type="http://schemas.openxmlformats.org/officeDocument/2006/relationships/image" Target="../media/image98.jpg"/><Relationship Id="rId7" Type="http://schemas.openxmlformats.org/officeDocument/2006/relationships/image" Target="../media/image102.png"/><Relationship Id="rId12"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slide" Target="slide4.xml"/><Relationship Id="rId5" Type="http://schemas.openxmlformats.org/officeDocument/2006/relationships/image" Target="../media/image100.png"/><Relationship Id="rId15" Type="http://schemas.openxmlformats.org/officeDocument/2006/relationships/image" Target="../media/image108.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7.png"/></Relationships>
</file>

<file path=ppt/slides/_rels/slide4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9.jpg"/><Relationship Id="rId7"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31.png"/><Relationship Id="rId5" Type="http://schemas.openxmlformats.org/officeDocument/2006/relationships/image" Target="../media/image111.png"/><Relationship Id="rId10" Type="http://schemas.openxmlformats.org/officeDocument/2006/relationships/slide" Target="slide4.xml"/><Relationship Id="rId4" Type="http://schemas.openxmlformats.org/officeDocument/2006/relationships/image" Target="../media/image110.png"/><Relationship Id="rId9" Type="http://schemas.openxmlformats.org/officeDocument/2006/relationships/image" Target="../media/image11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pic>
        <p:nvPicPr>
          <p:cNvPr id="89" name="Google Shape;89;p1" descr="Image result for harry potter logo"/>
          <p:cNvPicPr preferRelativeResize="0"/>
          <p:nvPr/>
        </p:nvPicPr>
        <p:blipFill rotWithShape="1">
          <a:blip r:embed="rId4">
            <a:alphaModFix/>
          </a:blip>
          <a:srcRect/>
          <a:stretch/>
        </p:blipFill>
        <p:spPr>
          <a:xfrm>
            <a:off x="853440" y="583351"/>
            <a:ext cx="7132320" cy="2971800"/>
          </a:xfrm>
          <a:prstGeom prst="rect">
            <a:avLst/>
          </a:prstGeom>
          <a:noFill/>
          <a:ln>
            <a:noFill/>
          </a:ln>
        </p:spPr>
      </p:pic>
      <p:grpSp>
        <p:nvGrpSpPr>
          <p:cNvPr id="90" name="Google Shape;90;p1"/>
          <p:cNvGrpSpPr/>
          <p:nvPr/>
        </p:nvGrpSpPr>
        <p:grpSpPr>
          <a:xfrm>
            <a:off x="4277694" y="2495550"/>
            <a:ext cx="3708066" cy="1615087"/>
            <a:chOff x="4277694" y="2655149"/>
            <a:chExt cx="3708066" cy="1615087"/>
          </a:xfrm>
        </p:grpSpPr>
        <p:sp>
          <p:nvSpPr>
            <p:cNvPr id="91" name="Google Shape;91;p1"/>
            <p:cNvSpPr txBox="1"/>
            <p:nvPr/>
          </p:nvSpPr>
          <p:spPr>
            <a:xfrm>
              <a:off x="6324243" y="3301397"/>
              <a:ext cx="52450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of</a:t>
              </a:r>
              <a:endParaRPr sz="1400" b="0" i="0" u="none" strike="noStrike" cap="none">
                <a:solidFill>
                  <a:srgbClr val="000000"/>
                </a:solidFill>
                <a:latin typeface="Arial"/>
                <a:ea typeface="Arial"/>
                <a:cs typeface="Arial"/>
                <a:sym typeface="Arial"/>
              </a:endParaRPr>
            </a:p>
          </p:txBody>
        </p:sp>
        <p:sp>
          <p:nvSpPr>
            <p:cNvPr id="92" name="Google Shape;92;p1"/>
            <p:cNvSpPr txBox="1"/>
            <p:nvPr/>
          </p:nvSpPr>
          <p:spPr>
            <a:xfrm>
              <a:off x="4277694" y="3562350"/>
              <a:ext cx="3708066"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chemeClr val="lt1"/>
                  </a:solidFill>
                  <a:latin typeface="Arial"/>
                  <a:ea typeface="Arial"/>
                  <a:cs typeface="Arial"/>
                  <a:sym typeface="Arial"/>
                </a:rPr>
                <a:t>KNOVLEDGE</a:t>
              </a:r>
              <a:endParaRPr sz="1400" b="0" i="0" u="none" strike="noStrike" cap="none">
                <a:solidFill>
                  <a:srgbClr val="000000"/>
                </a:solidFill>
                <a:latin typeface="Arial"/>
                <a:ea typeface="Arial"/>
                <a:cs typeface="Arial"/>
                <a:sym typeface="Arial"/>
              </a:endParaRPr>
            </a:p>
          </p:txBody>
        </p:sp>
        <p:sp>
          <p:nvSpPr>
            <p:cNvPr id="93" name="Google Shape;93;p1"/>
            <p:cNvSpPr txBox="1"/>
            <p:nvPr/>
          </p:nvSpPr>
          <p:spPr>
            <a:xfrm>
              <a:off x="4687665" y="3095803"/>
              <a:ext cx="1758815"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chemeClr val="lt1"/>
                  </a:solidFill>
                  <a:latin typeface="Arial"/>
                  <a:ea typeface="Arial"/>
                  <a:cs typeface="Arial"/>
                  <a:sym typeface="Arial"/>
                </a:rPr>
                <a:t>GAME</a:t>
              </a:r>
              <a:endParaRPr sz="1400" b="0" i="0" u="none" strike="noStrike" cap="none">
                <a:solidFill>
                  <a:srgbClr val="000000"/>
                </a:solidFill>
                <a:latin typeface="Arial"/>
                <a:ea typeface="Arial"/>
                <a:cs typeface="Arial"/>
                <a:sym typeface="Arial"/>
              </a:endParaRPr>
            </a:p>
          </p:txBody>
        </p:sp>
        <p:sp>
          <p:nvSpPr>
            <p:cNvPr id="94" name="Google Shape;94;p1"/>
            <p:cNvSpPr txBox="1"/>
            <p:nvPr/>
          </p:nvSpPr>
          <p:spPr>
            <a:xfrm>
              <a:off x="4824562" y="2655149"/>
              <a:ext cx="742511"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and</a:t>
              </a:r>
              <a:endParaRPr sz="1400" b="0" i="0" u="none" strike="noStrike" cap="none">
                <a:solidFill>
                  <a:srgbClr val="000000"/>
                </a:solidFill>
                <a:latin typeface="Arial"/>
                <a:ea typeface="Arial"/>
                <a:cs typeface="Arial"/>
                <a:sym typeface="Arial"/>
              </a:endParaRPr>
            </a:p>
          </p:txBody>
        </p:sp>
        <p:sp>
          <p:nvSpPr>
            <p:cNvPr id="95" name="Google Shape;95;p1"/>
            <p:cNvSpPr txBox="1"/>
            <p:nvPr/>
          </p:nvSpPr>
          <p:spPr>
            <a:xfrm>
              <a:off x="5249865" y="2875476"/>
              <a:ext cx="65755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the</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0"/>
                                        <p:tgtEl>
                                          <p:spTgt spid="89"/>
                                        </p:tgtEl>
                                      </p:cBhvr>
                                    </p:animEffect>
                                  </p:childTnLst>
                                </p:cTn>
                              </p:par>
                              <p:par>
                                <p:cTn id="8" presetID="10" presetClass="entr" presetSubtype="0" fill="hold" nodeType="withEffect">
                                  <p:stCondLst>
                                    <p:cond delay="5000"/>
                                  </p:stCondLst>
                                  <p:childTnLst>
                                    <p:set>
                                      <p:cBhvr>
                                        <p:cTn id="9" dur="1" fill="hold">
                                          <p:stCondLst>
                                            <p:cond delay="0"/>
                                          </p:stCondLst>
                                        </p:cTn>
                                        <p:tgtEl>
                                          <p:spTgt spid="90"/>
                                        </p:tgtEl>
                                        <p:attrNameLst>
                                          <p:attrName>style.visibility</p:attrName>
                                        </p:attrNameLst>
                                      </p:cBhvr>
                                      <p:to>
                                        <p:strVal val="visible"/>
                                      </p:to>
                                    </p:set>
                                    <p:animEffect transition="in" filter="fade">
                                      <p:cBhvr>
                                        <p:cTn id="10" dur="3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0"/>
        <p:cNvGrpSpPr/>
        <p:nvPr/>
      </p:nvGrpSpPr>
      <p:grpSpPr>
        <a:xfrm>
          <a:off x="0" y="0"/>
          <a:ext cx="0" cy="0"/>
          <a:chOff x="0" y="0"/>
          <a:chExt cx="0" cy="0"/>
        </a:xfrm>
      </p:grpSpPr>
      <p:sp>
        <p:nvSpPr>
          <p:cNvPr id="101" name="Google Shape;101;p2"/>
          <p:cNvSpPr txBox="1"/>
          <p:nvPr/>
        </p:nvSpPr>
        <p:spPr>
          <a:xfrm>
            <a:off x="354012" y="1845291"/>
            <a:ext cx="82440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300" b="1" i="0" u="none" strike="noStrike" cap="none">
                <a:solidFill>
                  <a:srgbClr val="262626"/>
                </a:solidFill>
                <a:latin typeface="Arial"/>
                <a:ea typeface="Arial"/>
                <a:cs typeface="Arial"/>
                <a:sym typeface="Arial"/>
              </a:rPr>
              <a:t>Dear Students of  </a:t>
            </a:r>
            <a:r>
              <a:rPr lang="en-US" sz="2300" b="1">
                <a:solidFill>
                  <a:srgbClr val="262626"/>
                </a:solidFill>
              </a:rPr>
              <a:t>SILK ROAD</a:t>
            </a:r>
            <a:r>
              <a:rPr lang="en-US" sz="2300" b="1" i="0" u="none" strike="noStrike" cap="none">
                <a:solidFill>
                  <a:srgbClr val="262626"/>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
        <p:nvSpPr>
          <p:cNvPr id="102" name="Google Shape;102;p2"/>
          <p:cNvSpPr txBox="1"/>
          <p:nvPr/>
        </p:nvSpPr>
        <p:spPr>
          <a:xfrm>
            <a:off x="354000" y="2361875"/>
            <a:ext cx="8436000" cy="1862400"/>
          </a:xfrm>
          <a:prstGeom prst="rect">
            <a:avLst/>
          </a:prstGeom>
          <a:noFill/>
          <a:ln>
            <a:noFill/>
          </a:ln>
        </p:spPr>
        <p:txBody>
          <a:bodyPr spcFirstLastPara="1" wrap="square" lIns="91425" tIns="45700" rIns="91425" bIns="45700" anchor="t" anchorCtr="0">
            <a:spAutoFit/>
          </a:bodyPr>
          <a:lstStyle/>
          <a:p>
            <a:pPr marL="0" marR="0" lvl="0" indent="0" algn="l" rtl="0">
              <a:lnSpc>
                <a:spcPct val="133333"/>
              </a:lnSpc>
              <a:spcBef>
                <a:spcPts val="0"/>
              </a:spcBef>
              <a:spcAft>
                <a:spcPts val="0"/>
              </a:spcAft>
              <a:buClr>
                <a:srgbClr val="000000"/>
              </a:buClr>
              <a:buSzPts val="2400"/>
              <a:buFont typeface="Arial"/>
              <a:buNone/>
            </a:pPr>
            <a:r>
              <a:rPr lang="en-US" sz="2300" b="0" i="0" u="none" strike="noStrike" cap="none">
                <a:solidFill>
                  <a:srgbClr val="262626"/>
                </a:solidFill>
                <a:latin typeface="Arial"/>
                <a:ea typeface="Arial"/>
                <a:cs typeface="Arial"/>
                <a:sym typeface="Arial"/>
              </a:rPr>
              <a:t>We are pleased to inform you that you have been accepted at Hogwarts School of Witchcraft and Wizardry. Your knowledge journey begins now. We await to see which of you will become the top of your class by the end of this game.</a:t>
            </a:r>
            <a:endParaRPr sz="1300" b="0" i="0" u="none" strike="noStrike" cap="none">
              <a:solidFill>
                <a:srgbClr val="000000"/>
              </a:solidFill>
              <a:latin typeface="Arial"/>
              <a:ea typeface="Arial"/>
              <a:cs typeface="Arial"/>
              <a:sym typeface="Arial"/>
            </a:endParaRPr>
          </a:p>
        </p:txBody>
      </p:sp>
      <p:sp>
        <p:nvSpPr>
          <p:cNvPr id="103" name="Google Shape;103;p2"/>
          <p:cNvSpPr txBox="1"/>
          <p:nvPr/>
        </p:nvSpPr>
        <p:spPr>
          <a:xfrm>
            <a:off x="6477000" y="3962141"/>
            <a:ext cx="139541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262626"/>
                </a:solidFill>
                <a:latin typeface="Arial"/>
                <a:ea typeface="Arial"/>
                <a:cs typeface="Arial"/>
                <a:sym typeface="Arial"/>
              </a:rPr>
              <a:t>Sincerely,</a:t>
            </a:r>
            <a:endParaRPr sz="1400" b="0" i="0" u="none" strike="noStrike" cap="none">
              <a:solidFill>
                <a:srgbClr val="000000"/>
              </a:solidFill>
              <a:latin typeface="Arial"/>
              <a:ea typeface="Arial"/>
              <a:cs typeface="Arial"/>
              <a:sym typeface="Arial"/>
            </a:endParaRPr>
          </a:p>
        </p:txBody>
      </p:sp>
      <p:pic>
        <p:nvPicPr>
          <p:cNvPr id="104" name="Google Shape;104;p2" descr="Image result for minerva mcgonagall signature"/>
          <p:cNvPicPr preferRelativeResize="0"/>
          <p:nvPr/>
        </p:nvPicPr>
        <p:blipFill rotWithShape="1">
          <a:blip r:embed="rId4">
            <a:alphaModFix/>
          </a:blip>
          <a:srcRect/>
          <a:stretch/>
        </p:blipFill>
        <p:spPr>
          <a:xfrm>
            <a:off x="6677025" y="4265067"/>
            <a:ext cx="2390775" cy="7450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34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3000"/>
                                        <p:tgtEl>
                                          <p:spTgt spid="101"/>
                                        </p:tgtEl>
                                      </p:cBhvr>
                                    </p:animEffect>
                                  </p:childTnLst>
                                </p:cTn>
                              </p:par>
                            </p:childTnLst>
                          </p:cTn>
                        </p:par>
                        <p:par>
                          <p:cTn id="8" fill="hold">
                            <p:stCondLst>
                              <p:cond delay="3000"/>
                            </p:stCondLst>
                            <p:childTnLst>
                              <p:par>
                                <p:cTn id="9" presetID="10" presetClass="entr" presetSubtype="0" fill="hold" nodeType="afterEffect">
                                  <p:stCondLst>
                                    <p:cond delay="0"/>
                                  </p:stCondLst>
                                  <p:childTnLst>
                                    <p:set>
                                      <p:cBhvr>
                                        <p:cTn id="10" dur="1" fill="hold">
                                          <p:stCondLst>
                                            <p:cond delay="0"/>
                                          </p:stCondLst>
                                        </p:cTn>
                                        <p:tgtEl>
                                          <p:spTgt spid="102">
                                            <p:txEl>
                                              <p:pRg st="0" end="0"/>
                                            </p:txEl>
                                          </p:spTgt>
                                        </p:tgtEl>
                                        <p:attrNameLst>
                                          <p:attrName>style.visibility</p:attrName>
                                        </p:attrNameLst>
                                      </p:cBhvr>
                                      <p:to>
                                        <p:strVal val="visible"/>
                                      </p:to>
                                    </p:set>
                                    <p:animEffect transition="in" filter="fade">
                                      <p:cBhvr>
                                        <p:cTn id="11" dur="3000"/>
                                        <p:tgtEl>
                                          <p:spTgt spid="102">
                                            <p:txEl>
                                              <p:pRg st="0" end="0"/>
                                            </p:txEl>
                                          </p:spTgt>
                                        </p:tgtEl>
                                      </p:cBhvr>
                                    </p:animEffect>
                                  </p:childTnLst>
                                </p:cTn>
                              </p:par>
                            </p:childTnLst>
                          </p:cTn>
                        </p:par>
                        <p:par>
                          <p:cTn id="12" fill="hold">
                            <p:stCondLst>
                              <p:cond delay="6000"/>
                            </p:stCondLst>
                            <p:childTnLst>
                              <p:par>
                                <p:cTn id="13" presetID="10" presetClass="entr" presetSubtype="0" fill="hold" nodeType="after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fade">
                                      <p:cBhvr>
                                        <p:cTn id="15" dur="1000"/>
                                        <p:tgtEl>
                                          <p:spTgt spid="103"/>
                                        </p:tgtEl>
                                      </p:cBhvr>
                                    </p:animEffect>
                                  </p:childTnLst>
                                </p:cTn>
                              </p:par>
                            </p:childTnLst>
                          </p:cTn>
                        </p:par>
                        <p:par>
                          <p:cTn id="16" fill="hold">
                            <p:stCondLst>
                              <p:cond delay="7000"/>
                            </p:stCondLst>
                            <p:childTnLst>
                              <p:par>
                                <p:cTn id="17" presetID="10" presetClass="entr" presetSubtype="0" fill="hold" nodeType="after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1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9"/>
        <p:cNvGrpSpPr/>
        <p:nvPr/>
      </p:nvGrpSpPr>
      <p:grpSpPr>
        <a:xfrm>
          <a:off x="0" y="0"/>
          <a:ext cx="0" cy="0"/>
          <a:chOff x="0" y="0"/>
          <a:chExt cx="0" cy="0"/>
        </a:xfrm>
      </p:grpSpPr>
      <p:sp>
        <p:nvSpPr>
          <p:cNvPr id="110" name="Google Shape;110;h608ceccf3dc70604_0_1"/>
          <p:cNvSpPr txBox="1"/>
          <p:nvPr/>
        </p:nvSpPr>
        <p:spPr>
          <a:xfrm>
            <a:off x="354000" y="1091965"/>
            <a:ext cx="82440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300" b="1">
                <a:solidFill>
                  <a:srgbClr val="262626"/>
                </a:solidFill>
              </a:rPr>
              <a:t>Rule</a:t>
            </a:r>
            <a:endParaRPr sz="1300" b="0" i="0" u="none" strike="noStrike" cap="none">
              <a:solidFill>
                <a:srgbClr val="000000"/>
              </a:solidFill>
              <a:latin typeface="Arial"/>
              <a:ea typeface="Arial"/>
              <a:cs typeface="Arial"/>
              <a:sym typeface="Arial"/>
            </a:endParaRPr>
          </a:p>
        </p:txBody>
      </p:sp>
      <p:sp>
        <p:nvSpPr>
          <p:cNvPr id="111" name="Google Shape;111;h608ceccf3dc70604_0_1"/>
          <p:cNvSpPr txBox="1"/>
          <p:nvPr/>
        </p:nvSpPr>
        <p:spPr>
          <a:xfrm>
            <a:off x="354000" y="1725450"/>
            <a:ext cx="8436000" cy="2753700"/>
          </a:xfrm>
          <a:prstGeom prst="rect">
            <a:avLst/>
          </a:prstGeom>
          <a:noFill/>
          <a:ln>
            <a:noFill/>
          </a:ln>
        </p:spPr>
        <p:txBody>
          <a:bodyPr spcFirstLastPara="1" wrap="square" lIns="91425" tIns="45700" rIns="91425" bIns="45700" anchor="t" anchorCtr="0">
            <a:spAutoFit/>
          </a:bodyPr>
          <a:lstStyle/>
          <a:p>
            <a:pPr marL="457200" lvl="0" indent="-342900" algn="l" rtl="0">
              <a:lnSpc>
                <a:spcPct val="115000"/>
              </a:lnSpc>
              <a:spcBef>
                <a:spcPts val="120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Team Division: The class will be divided into 2 teams (Team A and Team B).</a:t>
            </a:r>
            <a:endParaRPr sz="1800">
              <a:solidFill>
                <a:schemeClr val="dk1"/>
              </a:solidFill>
              <a:latin typeface="EB Garamond"/>
              <a:ea typeface="EB Garamond"/>
              <a:cs typeface="EB Garamond"/>
              <a:sym typeface="EB Garamond"/>
            </a:endParaRPr>
          </a:p>
          <a:p>
            <a:pPr marL="4572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Turn-taking: The two teams will take turns choosing a letter displayed on the screen.</a:t>
            </a:r>
            <a:endParaRPr sz="1800">
              <a:solidFill>
                <a:schemeClr val="dk1"/>
              </a:solidFill>
              <a:latin typeface="EB Garamond"/>
              <a:ea typeface="EB Garamond"/>
              <a:cs typeface="EB Garamond"/>
              <a:sym typeface="EB Garamond"/>
            </a:endParaRPr>
          </a:p>
          <a:p>
            <a:pPr marL="4572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Answering: Each chosen letter corresponds to a vocabulary question. The active team must discuss and provide the correct answer.</a:t>
            </a:r>
            <a:endParaRPr sz="1800">
              <a:solidFill>
                <a:schemeClr val="dk1"/>
              </a:solidFill>
              <a:latin typeface="EB Garamond"/>
              <a:ea typeface="EB Garamond"/>
              <a:cs typeface="EB Garamond"/>
              <a:sym typeface="EB Garamond"/>
            </a:endParaRPr>
          </a:p>
          <a:p>
            <a:pPr marL="4572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Scoring &amp; Mystery Rewards:</a:t>
            </a:r>
            <a:endParaRPr sz="1800">
              <a:solidFill>
                <a:schemeClr val="dk1"/>
              </a:solidFill>
              <a:latin typeface="EB Garamond"/>
              <a:ea typeface="EB Garamond"/>
              <a:cs typeface="EB Garamond"/>
              <a:sym typeface="EB Garamond"/>
            </a:endParaRPr>
          </a:p>
          <a:p>
            <a:pPr marL="9144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If the team answers correctly, they will unlock a mystery reward.</a:t>
            </a:r>
            <a:endParaRPr sz="1800">
              <a:solidFill>
                <a:schemeClr val="dk1"/>
              </a:solidFill>
              <a:latin typeface="EB Garamond"/>
              <a:ea typeface="EB Garamond"/>
              <a:cs typeface="EB Garamond"/>
              <a:sym typeface="EB Garamond"/>
            </a:endParaRPr>
          </a:p>
          <a:p>
            <a:pPr marL="914400" lvl="0" indent="-342900" algn="l" rtl="0">
              <a:lnSpc>
                <a:spcPct val="115000"/>
              </a:lnSpc>
              <a:spcBef>
                <a:spcPts val="0"/>
              </a:spcBef>
              <a:spcAft>
                <a:spcPts val="0"/>
              </a:spcAft>
              <a:buClr>
                <a:schemeClr val="dk1"/>
              </a:buClr>
              <a:buSzPts val="1800"/>
              <a:buFont typeface="EB Garamond"/>
              <a:buChar char="+"/>
            </a:pPr>
            <a:r>
              <a:rPr lang="en-US" sz="1800">
                <a:solidFill>
                  <a:schemeClr val="dk1"/>
                </a:solidFill>
                <a:latin typeface="EB Garamond"/>
                <a:ea typeface="EB Garamond"/>
                <a:cs typeface="EB Garamond"/>
                <a:sym typeface="EB Garamond"/>
              </a:rPr>
              <a:t>The reward points are completely random, so be careful with your choice.</a:t>
            </a:r>
            <a:endParaRPr sz="1800" i="1">
              <a:solidFill>
                <a:schemeClr val="dk1"/>
              </a:solidFill>
              <a:latin typeface="EB Garamond"/>
              <a:ea typeface="EB Garamond"/>
              <a:cs typeface="EB Garamond"/>
              <a:sym typeface="EB Garamond"/>
            </a:endParaRPr>
          </a:p>
          <a:p>
            <a:pPr marL="457200" lvl="0" indent="0" algn="l" rtl="0">
              <a:lnSpc>
                <a:spcPct val="115000"/>
              </a:lnSpc>
              <a:spcBef>
                <a:spcPts val="1200"/>
              </a:spcBef>
              <a:spcAft>
                <a:spcPts val="1200"/>
              </a:spcAft>
              <a:buClr>
                <a:schemeClr val="dk1"/>
              </a:buClr>
              <a:buSzPts val="1100"/>
              <a:buFont typeface="Arial"/>
              <a:buNone/>
            </a:pPr>
            <a:r>
              <a:rPr lang="en-US" sz="1800">
                <a:solidFill>
                  <a:schemeClr val="dk1"/>
                </a:solidFill>
                <a:latin typeface="EB Garamond"/>
                <a:ea typeface="EB Garamond"/>
                <a:cs typeface="EB Garamond"/>
                <a:sym typeface="EB Garamond"/>
              </a:rPr>
              <a:t>Winning Condition: The team with the highest score at the end of the game wins!</a:t>
            </a:r>
            <a:endParaRPr sz="1800" i="0" u="none" strike="noStrike" cap="none">
              <a:solidFill>
                <a:srgbClr val="000000"/>
              </a:solidFill>
              <a:latin typeface="EB Garamond"/>
              <a:ea typeface="EB Garamond"/>
              <a:cs typeface="EB Garamond"/>
              <a:sym typeface="EB Garamond"/>
            </a:endParaRPr>
          </a:p>
        </p:txBody>
      </p:sp>
      <p:sp>
        <p:nvSpPr>
          <p:cNvPr id="112" name="Google Shape;112;h608ceccf3dc70604_0_1"/>
          <p:cNvSpPr txBox="1"/>
          <p:nvPr/>
        </p:nvSpPr>
        <p:spPr>
          <a:xfrm>
            <a:off x="5664825" y="4513800"/>
            <a:ext cx="23907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i="0" u="none" strike="noStrike" cap="none">
                <a:solidFill>
                  <a:srgbClr val="262626"/>
                </a:solidFill>
                <a:latin typeface="EB Garamond"/>
                <a:ea typeface="EB Garamond"/>
                <a:cs typeface="EB Garamond"/>
                <a:sym typeface="EB Garamond"/>
              </a:rPr>
              <a:t>Sincerely</a:t>
            </a:r>
            <a:r>
              <a:rPr lang="en-US" sz="2400" b="0" i="0" u="none" strike="noStrike" cap="none">
                <a:solidFill>
                  <a:srgbClr val="262626"/>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pic>
        <p:nvPicPr>
          <p:cNvPr id="113" name="Google Shape;113;h608ceccf3dc70604_0_1" descr="Image result for minerva mcgonagall signature"/>
          <p:cNvPicPr preferRelativeResize="0"/>
          <p:nvPr/>
        </p:nvPicPr>
        <p:blipFill rotWithShape="1">
          <a:blip r:embed="rId4">
            <a:alphaModFix/>
          </a:blip>
          <a:srcRect/>
          <a:stretch/>
        </p:blipFill>
        <p:spPr>
          <a:xfrm>
            <a:off x="6893425" y="4479150"/>
            <a:ext cx="2250574" cy="531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34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3000"/>
                                        <p:tgtEl>
                                          <p:spTgt spid="110"/>
                                        </p:tgtEl>
                                      </p:cBhvr>
                                    </p:animEffect>
                                  </p:childTnLst>
                                </p:cTn>
                              </p:par>
                            </p:childTnLst>
                          </p:cTn>
                        </p:par>
                        <p:par>
                          <p:cTn id="8" fill="hold">
                            <p:stCondLst>
                              <p:cond delay="3000"/>
                            </p:stCondLst>
                            <p:childTnLst>
                              <p:par>
                                <p:cTn id="9" presetID="10" presetClass="entr" presetSubtype="0" fill="hold" nodeType="afterEffect">
                                  <p:stCondLst>
                                    <p:cond delay="0"/>
                                  </p:stCondLst>
                                  <p:childTnLst>
                                    <p:set>
                                      <p:cBhvr>
                                        <p:cTn id="10" dur="1" fill="hold">
                                          <p:stCondLst>
                                            <p:cond delay="0"/>
                                          </p:stCondLst>
                                        </p:cTn>
                                        <p:tgtEl>
                                          <p:spTgt spid="111">
                                            <p:txEl>
                                              <p:pRg st="0" end="0"/>
                                            </p:txEl>
                                          </p:spTgt>
                                        </p:tgtEl>
                                        <p:attrNameLst>
                                          <p:attrName>style.visibility</p:attrName>
                                        </p:attrNameLst>
                                      </p:cBhvr>
                                      <p:to>
                                        <p:strVal val="visible"/>
                                      </p:to>
                                    </p:set>
                                    <p:animEffect transition="in" filter="fade">
                                      <p:cBhvr>
                                        <p:cTn id="11" dur="3000"/>
                                        <p:tgtEl>
                                          <p:spTgt spid="111">
                                            <p:txEl>
                                              <p:pRg st="0" end="0"/>
                                            </p:txEl>
                                          </p:spTgt>
                                        </p:tgtEl>
                                      </p:cBhvr>
                                    </p:animEffect>
                                  </p:childTnLst>
                                </p:cTn>
                              </p:par>
                            </p:childTnLst>
                          </p:cTn>
                        </p:par>
                        <p:par>
                          <p:cTn id="12" fill="hold">
                            <p:stCondLst>
                              <p:cond delay="6000"/>
                            </p:stCondLst>
                            <p:childTnLst>
                              <p:par>
                                <p:cTn id="13" presetID="10" presetClass="entr" presetSubtype="0" fill="hold" nodeType="afterEffect">
                                  <p:stCondLst>
                                    <p:cond delay="0"/>
                                  </p:stCondLst>
                                  <p:childTnLst>
                                    <p:set>
                                      <p:cBhvr>
                                        <p:cTn id="14" dur="1" fill="hold">
                                          <p:stCondLst>
                                            <p:cond delay="0"/>
                                          </p:stCondLst>
                                        </p:cTn>
                                        <p:tgtEl>
                                          <p:spTgt spid="111">
                                            <p:txEl>
                                              <p:pRg st="1" end="1"/>
                                            </p:txEl>
                                          </p:spTgt>
                                        </p:tgtEl>
                                        <p:attrNameLst>
                                          <p:attrName>style.visibility</p:attrName>
                                        </p:attrNameLst>
                                      </p:cBhvr>
                                      <p:to>
                                        <p:strVal val="visible"/>
                                      </p:to>
                                    </p:set>
                                    <p:animEffect transition="in" filter="fade">
                                      <p:cBhvr>
                                        <p:cTn id="15" dur="3000"/>
                                        <p:tgtEl>
                                          <p:spTgt spid="111">
                                            <p:txEl>
                                              <p:pRg st="1" end="1"/>
                                            </p:txEl>
                                          </p:spTgt>
                                        </p:tgtEl>
                                      </p:cBhvr>
                                    </p:animEffect>
                                  </p:childTnLst>
                                </p:cTn>
                              </p:par>
                            </p:childTnLst>
                          </p:cTn>
                        </p:par>
                        <p:par>
                          <p:cTn id="16" fill="hold">
                            <p:stCondLst>
                              <p:cond delay="9000"/>
                            </p:stCondLst>
                            <p:childTnLst>
                              <p:par>
                                <p:cTn id="17" presetID="10" presetClass="entr" presetSubtype="0" fill="hold" nodeType="afterEffect">
                                  <p:stCondLst>
                                    <p:cond delay="0"/>
                                  </p:stCondLst>
                                  <p:childTnLst>
                                    <p:set>
                                      <p:cBhvr>
                                        <p:cTn id="18" dur="1" fill="hold">
                                          <p:stCondLst>
                                            <p:cond delay="0"/>
                                          </p:stCondLst>
                                        </p:cTn>
                                        <p:tgtEl>
                                          <p:spTgt spid="111">
                                            <p:txEl>
                                              <p:pRg st="2" end="2"/>
                                            </p:txEl>
                                          </p:spTgt>
                                        </p:tgtEl>
                                        <p:attrNameLst>
                                          <p:attrName>style.visibility</p:attrName>
                                        </p:attrNameLst>
                                      </p:cBhvr>
                                      <p:to>
                                        <p:strVal val="visible"/>
                                      </p:to>
                                    </p:set>
                                    <p:animEffect transition="in" filter="fade">
                                      <p:cBhvr>
                                        <p:cTn id="19" dur="3000"/>
                                        <p:tgtEl>
                                          <p:spTgt spid="111">
                                            <p:txEl>
                                              <p:pRg st="2" end="2"/>
                                            </p:txEl>
                                          </p:spTgt>
                                        </p:tgtEl>
                                      </p:cBhvr>
                                    </p:animEffect>
                                  </p:childTnLst>
                                </p:cTn>
                              </p:par>
                            </p:childTnLst>
                          </p:cTn>
                        </p:par>
                        <p:par>
                          <p:cTn id="20" fill="hold">
                            <p:stCondLst>
                              <p:cond delay="12000"/>
                            </p:stCondLst>
                            <p:childTnLst>
                              <p:par>
                                <p:cTn id="21" presetID="10" presetClass="entr" presetSubtype="0" fill="hold" nodeType="afterEffect">
                                  <p:stCondLst>
                                    <p:cond delay="0"/>
                                  </p:stCondLst>
                                  <p:childTnLst>
                                    <p:set>
                                      <p:cBhvr>
                                        <p:cTn id="22" dur="1" fill="hold">
                                          <p:stCondLst>
                                            <p:cond delay="0"/>
                                          </p:stCondLst>
                                        </p:cTn>
                                        <p:tgtEl>
                                          <p:spTgt spid="111">
                                            <p:txEl>
                                              <p:pRg st="3" end="3"/>
                                            </p:txEl>
                                          </p:spTgt>
                                        </p:tgtEl>
                                        <p:attrNameLst>
                                          <p:attrName>style.visibility</p:attrName>
                                        </p:attrNameLst>
                                      </p:cBhvr>
                                      <p:to>
                                        <p:strVal val="visible"/>
                                      </p:to>
                                    </p:set>
                                    <p:animEffect transition="in" filter="fade">
                                      <p:cBhvr>
                                        <p:cTn id="23" dur="3000"/>
                                        <p:tgtEl>
                                          <p:spTgt spid="111">
                                            <p:txEl>
                                              <p:pRg st="3" end="3"/>
                                            </p:txEl>
                                          </p:spTgt>
                                        </p:tgtEl>
                                      </p:cBhvr>
                                    </p:animEffect>
                                  </p:childTnLst>
                                </p:cTn>
                              </p:par>
                            </p:childTnLst>
                          </p:cTn>
                        </p:par>
                        <p:par>
                          <p:cTn id="24" fill="hold">
                            <p:stCondLst>
                              <p:cond delay="15000"/>
                            </p:stCondLst>
                            <p:childTnLst>
                              <p:par>
                                <p:cTn id="25" presetID="10" presetClass="entr" presetSubtype="0" fill="hold" nodeType="afterEffect">
                                  <p:stCondLst>
                                    <p:cond delay="0"/>
                                  </p:stCondLst>
                                  <p:childTnLst>
                                    <p:set>
                                      <p:cBhvr>
                                        <p:cTn id="26" dur="1" fill="hold">
                                          <p:stCondLst>
                                            <p:cond delay="0"/>
                                          </p:stCondLst>
                                        </p:cTn>
                                        <p:tgtEl>
                                          <p:spTgt spid="111">
                                            <p:txEl>
                                              <p:pRg st="4" end="4"/>
                                            </p:txEl>
                                          </p:spTgt>
                                        </p:tgtEl>
                                        <p:attrNameLst>
                                          <p:attrName>style.visibility</p:attrName>
                                        </p:attrNameLst>
                                      </p:cBhvr>
                                      <p:to>
                                        <p:strVal val="visible"/>
                                      </p:to>
                                    </p:set>
                                    <p:animEffect transition="in" filter="fade">
                                      <p:cBhvr>
                                        <p:cTn id="27" dur="3000"/>
                                        <p:tgtEl>
                                          <p:spTgt spid="111">
                                            <p:txEl>
                                              <p:pRg st="4" end="4"/>
                                            </p:txEl>
                                          </p:spTgt>
                                        </p:tgtEl>
                                      </p:cBhvr>
                                    </p:animEffect>
                                  </p:childTnLst>
                                </p:cTn>
                              </p:par>
                            </p:childTnLst>
                          </p:cTn>
                        </p:par>
                        <p:par>
                          <p:cTn id="28" fill="hold">
                            <p:stCondLst>
                              <p:cond delay="18000"/>
                            </p:stCondLst>
                            <p:childTnLst>
                              <p:par>
                                <p:cTn id="29" presetID="10" presetClass="entr" presetSubtype="0" fill="hold" nodeType="afterEffect">
                                  <p:stCondLst>
                                    <p:cond delay="0"/>
                                  </p:stCondLst>
                                  <p:childTnLst>
                                    <p:set>
                                      <p:cBhvr>
                                        <p:cTn id="30" dur="1" fill="hold">
                                          <p:stCondLst>
                                            <p:cond delay="0"/>
                                          </p:stCondLst>
                                        </p:cTn>
                                        <p:tgtEl>
                                          <p:spTgt spid="111">
                                            <p:txEl>
                                              <p:pRg st="5" end="5"/>
                                            </p:txEl>
                                          </p:spTgt>
                                        </p:tgtEl>
                                        <p:attrNameLst>
                                          <p:attrName>style.visibility</p:attrName>
                                        </p:attrNameLst>
                                      </p:cBhvr>
                                      <p:to>
                                        <p:strVal val="visible"/>
                                      </p:to>
                                    </p:set>
                                    <p:animEffect transition="in" filter="fade">
                                      <p:cBhvr>
                                        <p:cTn id="31" dur="3000"/>
                                        <p:tgtEl>
                                          <p:spTgt spid="111">
                                            <p:txEl>
                                              <p:pRg st="5" end="5"/>
                                            </p:txEl>
                                          </p:spTgt>
                                        </p:tgtEl>
                                      </p:cBhvr>
                                    </p:animEffect>
                                  </p:childTnLst>
                                </p:cTn>
                              </p:par>
                            </p:childTnLst>
                          </p:cTn>
                        </p:par>
                        <p:par>
                          <p:cTn id="32" fill="hold">
                            <p:stCondLst>
                              <p:cond delay="21000"/>
                            </p:stCondLst>
                            <p:childTnLst>
                              <p:par>
                                <p:cTn id="33" presetID="10" presetClass="entr" presetSubtype="0" fill="hold" nodeType="afterEffect">
                                  <p:stCondLst>
                                    <p:cond delay="0"/>
                                  </p:stCondLst>
                                  <p:childTnLst>
                                    <p:set>
                                      <p:cBhvr>
                                        <p:cTn id="34" dur="1" fill="hold">
                                          <p:stCondLst>
                                            <p:cond delay="0"/>
                                          </p:stCondLst>
                                        </p:cTn>
                                        <p:tgtEl>
                                          <p:spTgt spid="111">
                                            <p:txEl>
                                              <p:pRg st="6" end="6"/>
                                            </p:txEl>
                                          </p:spTgt>
                                        </p:tgtEl>
                                        <p:attrNameLst>
                                          <p:attrName>style.visibility</p:attrName>
                                        </p:attrNameLst>
                                      </p:cBhvr>
                                      <p:to>
                                        <p:strVal val="visible"/>
                                      </p:to>
                                    </p:set>
                                    <p:animEffect transition="in" filter="fade">
                                      <p:cBhvr>
                                        <p:cTn id="35" dur="3000"/>
                                        <p:tgtEl>
                                          <p:spTgt spid="111">
                                            <p:txEl>
                                              <p:pRg st="6" end="6"/>
                                            </p:txEl>
                                          </p:spTgt>
                                        </p:tgtEl>
                                      </p:cBhvr>
                                    </p:animEffect>
                                  </p:childTnLst>
                                </p:cTn>
                              </p:par>
                            </p:childTnLst>
                          </p:cTn>
                        </p:par>
                        <p:par>
                          <p:cTn id="36" fill="hold">
                            <p:stCondLst>
                              <p:cond delay="24000"/>
                            </p:stCondLst>
                            <p:childTnLst>
                              <p:par>
                                <p:cTn id="37" presetID="10" presetClass="entr" presetSubtype="0" fill="hold" nodeType="afterEffect">
                                  <p:stCondLst>
                                    <p:cond delay="0"/>
                                  </p:stCondLst>
                                  <p:childTnLst>
                                    <p:set>
                                      <p:cBhvr>
                                        <p:cTn id="38" dur="1" fill="hold">
                                          <p:stCondLst>
                                            <p:cond delay="0"/>
                                          </p:stCondLst>
                                        </p:cTn>
                                        <p:tgtEl>
                                          <p:spTgt spid="112"/>
                                        </p:tgtEl>
                                        <p:attrNameLst>
                                          <p:attrName>style.visibility</p:attrName>
                                        </p:attrNameLst>
                                      </p:cBhvr>
                                      <p:to>
                                        <p:strVal val="visible"/>
                                      </p:to>
                                    </p:set>
                                    <p:animEffect transition="in" filter="fade">
                                      <p:cBhvr>
                                        <p:cTn id="39" dur="1000"/>
                                        <p:tgtEl>
                                          <p:spTgt spid="112"/>
                                        </p:tgtEl>
                                      </p:cBhvr>
                                    </p:animEffect>
                                  </p:childTnLst>
                                </p:cTn>
                              </p:par>
                            </p:childTnLst>
                          </p:cTn>
                        </p:par>
                        <p:par>
                          <p:cTn id="40" fill="hold">
                            <p:stCondLst>
                              <p:cond delay="25000"/>
                            </p:stCondLst>
                            <p:childTnLst>
                              <p:par>
                                <p:cTn id="41" presetID="10" presetClass="entr" presetSubtype="0" fill="hold" nodeType="afterEffect">
                                  <p:stCondLst>
                                    <p:cond delay="0"/>
                                  </p:stCondLst>
                                  <p:childTnLst>
                                    <p:set>
                                      <p:cBhvr>
                                        <p:cTn id="42" dur="1" fill="hold">
                                          <p:stCondLst>
                                            <p:cond delay="0"/>
                                          </p:stCondLst>
                                        </p:cTn>
                                        <p:tgtEl>
                                          <p:spTgt spid="113"/>
                                        </p:tgtEl>
                                        <p:attrNameLst>
                                          <p:attrName>style.visibility</p:attrName>
                                        </p:attrNameLst>
                                      </p:cBhvr>
                                      <p:to>
                                        <p:strVal val="visible"/>
                                      </p:to>
                                    </p:set>
                                    <p:animEffect transition="in" filter="fade">
                                      <p:cBhvr>
                                        <p:cTn id="43" dur="10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sp>
        <p:nvSpPr>
          <p:cNvPr id="119" name="Google Shape;119;p3">
            <a:hlinkClick r:id="rId4" action="ppaction://hlinksldjump"/>
          </p:cNvPr>
          <p:cNvSpPr txBox="1"/>
          <p:nvPr/>
        </p:nvSpPr>
        <p:spPr>
          <a:xfrm>
            <a:off x="3810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a:t>
            </a:r>
            <a:endParaRPr sz="1400" b="0" i="0" u="none" strike="noStrike" cap="none">
              <a:solidFill>
                <a:srgbClr val="000000"/>
              </a:solidFill>
              <a:latin typeface="Arial"/>
              <a:ea typeface="Arial"/>
              <a:cs typeface="Arial"/>
              <a:sym typeface="Arial"/>
            </a:endParaRPr>
          </a:p>
        </p:txBody>
      </p:sp>
      <p:sp>
        <p:nvSpPr>
          <p:cNvPr id="120" name="Google Shape;120;p3">
            <a:hlinkClick r:id="rId5" action="ppaction://hlinksldjump"/>
          </p:cNvPr>
          <p:cNvSpPr txBox="1"/>
          <p:nvPr/>
        </p:nvSpPr>
        <p:spPr>
          <a:xfrm>
            <a:off x="13335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2</a:t>
            </a:r>
            <a:endParaRPr sz="1400" b="0" i="0" u="none" strike="noStrike" cap="none">
              <a:solidFill>
                <a:srgbClr val="000000"/>
              </a:solidFill>
              <a:latin typeface="Arial"/>
              <a:ea typeface="Arial"/>
              <a:cs typeface="Arial"/>
              <a:sym typeface="Arial"/>
            </a:endParaRPr>
          </a:p>
        </p:txBody>
      </p:sp>
      <p:sp>
        <p:nvSpPr>
          <p:cNvPr id="121" name="Google Shape;121;p3">
            <a:hlinkClick r:id="rId6" action="ppaction://hlinksldjump"/>
          </p:cNvPr>
          <p:cNvSpPr txBox="1"/>
          <p:nvPr/>
        </p:nvSpPr>
        <p:spPr>
          <a:xfrm>
            <a:off x="13335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4</a:t>
            </a:r>
            <a:endParaRPr sz="1400" b="0" i="0" u="none" strike="noStrike" cap="none">
              <a:solidFill>
                <a:srgbClr val="000000"/>
              </a:solidFill>
              <a:latin typeface="Arial"/>
              <a:ea typeface="Arial"/>
              <a:cs typeface="Arial"/>
              <a:sym typeface="Arial"/>
            </a:endParaRPr>
          </a:p>
        </p:txBody>
      </p:sp>
      <p:sp>
        <p:nvSpPr>
          <p:cNvPr id="122" name="Google Shape;122;p3">
            <a:hlinkClick r:id="rId7" action="ppaction://hlinksldjump"/>
          </p:cNvPr>
          <p:cNvSpPr txBox="1"/>
          <p:nvPr/>
        </p:nvSpPr>
        <p:spPr>
          <a:xfrm>
            <a:off x="3810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3</a:t>
            </a:r>
            <a:endParaRPr sz="1400" b="0" i="0" u="none" strike="noStrike" cap="none">
              <a:solidFill>
                <a:srgbClr val="000000"/>
              </a:solidFill>
              <a:latin typeface="Arial"/>
              <a:ea typeface="Arial"/>
              <a:cs typeface="Arial"/>
              <a:sym typeface="Arial"/>
            </a:endParaRPr>
          </a:p>
        </p:txBody>
      </p:sp>
      <p:sp>
        <p:nvSpPr>
          <p:cNvPr id="123" name="Google Shape;123;p3">
            <a:hlinkClick r:id="rId8" action="ppaction://hlinksldjump"/>
          </p:cNvPr>
          <p:cNvSpPr txBox="1"/>
          <p:nvPr/>
        </p:nvSpPr>
        <p:spPr>
          <a:xfrm>
            <a:off x="68580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5</a:t>
            </a:r>
            <a:endParaRPr sz="1400" b="0" i="0" u="none" strike="noStrike" cap="none">
              <a:solidFill>
                <a:srgbClr val="000000"/>
              </a:solidFill>
              <a:latin typeface="Arial"/>
              <a:ea typeface="Arial"/>
              <a:cs typeface="Arial"/>
              <a:sym typeface="Arial"/>
            </a:endParaRPr>
          </a:p>
        </p:txBody>
      </p:sp>
      <p:sp>
        <p:nvSpPr>
          <p:cNvPr id="124" name="Google Shape;124;p3">
            <a:hlinkClick r:id="rId9" action="ppaction://hlinksldjump"/>
          </p:cNvPr>
          <p:cNvSpPr txBox="1"/>
          <p:nvPr/>
        </p:nvSpPr>
        <p:spPr>
          <a:xfrm>
            <a:off x="7886700" y="5788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6</a:t>
            </a:r>
            <a:endParaRPr sz="1400" b="0" i="0" u="none" strike="noStrike" cap="none">
              <a:solidFill>
                <a:srgbClr val="000000"/>
              </a:solidFill>
              <a:latin typeface="Arial"/>
              <a:ea typeface="Arial"/>
              <a:cs typeface="Arial"/>
              <a:sym typeface="Arial"/>
            </a:endParaRPr>
          </a:p>
        </p:txBody>
      </p:sp>
      <p:sp>
        <p:nvSpPr>
          <p:cNvPr id="125" name="Google Shape;125;p3">
            <a:hlinkClick r:id="rId10" action="ppaction://hlinksldjump"/>
          </p:cNvPr>
          <p:cNvSpPr txBox="1"/>
          <p:nvPr/>
        </p:nvSpPr>
        <p:spPr>
          <a:xfrm>
            <a:off x="68580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7</a:t>
            </a:r>
            <a:endParaRPr sz="1400" b="0" i="0" u="none" strike="noStrike" cap="none">
              <a:solidFill>
                <a:srgbClr val="000000"/>
              </a:solidFill>
              <a:latin typeface="Arial"/>
              <a:ea typeface="Arial"/>
              <a:cs typeface="Arial"/>
              <a:sym typeface="Arial"/>
            </a:endParaRPr>
          </a:p>
        </p:txBody>
      </p:sp>
      <p:sp>
        <p:nvSpPr>
          <p:cNvPr id="126" name="Google Shape;126;p3">
            <a:hlinkClick r:id="rId11" action="ppaction://hlinksldjump"/>
          </p:cNvPr>
          <p:cNvSpPr txBox="1"/>
          <p:nvPr/>
        </p:nvSpPr>
        <p:spPr>
          <a:xfrm>
            <a:off x="7886700" y="1645682"/>
            <a:ext cx="609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8</a:t>
            </a:r>
            <a:endParaRPr sz="1400" b="0" i="0" u="none" strike="noStrike" cap="none">
              <a:solidFill>
                <a:srgbClr val="000000"/>
              </a:solidFill>
              <a:latin typeface="Arial"/>
              <a:ea typeface="Arial"/>
              <a:cs typeface="Arial"/>
              <a:sym typeface="Arial"/>
            </a:endParaRPr>
          </a:p>
        </p:txBody>
      </p:sp>
      <p:sp>
        <p:nvSpPr>
          <p:cNvPr id="127" name="Google Shape;127;p3">
            <a:hlinkClick r:id="rId12" action="ppaction://hlinksldjump"/>
          </p:cNvPr>
          <p:cNvSpPr txBox="1"/>
          <p:nvPr/>
        </p:nvSpPr>
        <p:spPr>
          <a:xfrm>
            <a:off x="311725" y="4179150"/>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11</a:t>
            </a:r>
            <a:endParaRPr sz="1400" b="0" i="0" u="none" strike="noStrike" cap="none">
              <a:solidFill>
                <a:srgbClr val="000000"/>
              </a:solidFill>
              <a:latin typeface="Arial"/>
              <a:ea typeface="Arial"/>
              <a:cs typeface="Arial"/>
              <a:sym typeface="Arial"/>
            </a:endParaRPr>
          </a:p>
        </p:txBody>
      </p:sp>
      <p:sp>
        <p:nvSpPr>
          <p:cNvPr id="128" name="Google Shape;128;p3">
            <a:hlinkClick r:id="rId13" action="ppaction://hlinksldjump"/>
          </p:cNvPr>
          <p:cNvSpPr txBox="1"/>
          <p:nvPr/>
        </p:nvSpPr>
        <p:spPr>
          <a:xfrm>
            <a:off x="1333500" y="4179150"/>
            <a:ext cx="9525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12</a:t>
            </a:r>
            <a:endParaRPr sz="1400" b="0" i="0" u="none" strike="noStrike" cap="none">
              <a:solidFill>
                <a:srgbClr val="000000"/>
              </a:solidFill>
              <a:latin typeface="Arial"/>
              <a:ea typeface="Arial"/>
              <a:cs typeface="Arial"/>
              <a:sym typeface="Arial"/>
            </a:endParaRPr>
          </a:p>
        </p:txBody>
      </p:sp>
      <p:sp>
        <p:nvSpPr>
          <p:cNvPr id="129" name="Google Shape;129;p3">
            <a:hlinkClick r:id="rId14" action="ppaction://hlinksldjump"/>
          </p:cNvPr>
          <p:cNvSpPr txBox="1"/>
          <p:nvPr/>
        </p:nvSpPr>
        <p:spPr>
          <a:xfrm>
            <a:off x="6686550" y="3105425"/>
            <a:ext cx="9525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13</a:t>
            </a:r>
            <a:endParaRPr sz="1400" b="0" i="0" u="none" strike="noStrike" cap="none">
              <a:solidFill>
                <a:srgbClr val="000000"/>
              </a:solidFill>
              <a:latin typeface="Arial"/>
              <a:ea typeface="Arial"/>
              <a:cs typeface="Arial"/>
              <a:sym typeface="Arial"/>
            </a:endParaRPr>
          </a:p>
        </p:txBody>
      </p:sp>
      <p:sp>
        <p:nvSpPr>
          <p:cNvPr id="130" name="Google Shape;130;p3">
            <a:hlinkClick r:id="rId15" action="ppaction://hlinksldjump"/>
          </p:cNvPr>
          <p:cNvSpPr txBox="1"/>
          <p:nvPr/>
        </p:nvSpPr>
        <p:spPr>
          <a:xfrm>
            <a:off x="7735775" y="3105425"/>
            <a:ext cx="10500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14</a:t>
            </a:r>
            <a:endParaRPr sz="1400" b="0" i="0" u="none" strike="noStrike" cap="none">
              <a:solidFill>
                <a:srgbClr val="000000"/>
              </a:solidFill>
              <a:latin typeface="Arial"/>
              <a:ea typeface="Arial"/>
              <a:cs typeface="Arial"/>
              <a:sym typeface="Arial"/>
            </a:endParaRPr>
          </a:p>
        </p:txBody>
      </p:sp>
      <p:sp>
        <p:nvSpPr>
          <p:cNvPr id="131" name="Google Shape;131;p3">
            <a:hlinkClick r:id="rId16" action="ppaction://hlinksldjump"/>
          </p:cNvPr>
          <p:cNvSpPr txBox="1"/>
          <p:nvPr/>
        </p:nvSpPr>
        <p:spPr>
          <a:xfrm>
            <a:off x="476850" y="3186725"/>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9</a:t>
            </a:r>
            <a:endParaRPr sz="1400" b="0" i="0" u="none" strike="noStrike" cap="none">
              <a:solidFill>
                <a:srgbClr val="000000"/>
              </a:solidFill>
              <a:latin typeface="Arial"/>
              <a:ea typeface="Arial"/>
              <a:cs typeface="Arial"/>
              <a:sym typeface="Arial"/>
            </a:endParaRPr>
          </a:p>
        </p:txBody>
      </p:sp>
      <p:sp>
        <p:nvSpPr>
          <p:cNvPr id="132" name="Google Shape;132;p3">
            <a:hlinkClick r:id="rId17" action="ppaction://hlinksldjump"/>
          </p:cNvPr>
          <p:cNvSpPr txBox="1"/>
          <p:nvPr/>
        </p:nvSpPr>
        <p:spPr>
          <a:xfrm>
            <a:off x="1365450" y="3186725"/>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10</a:t>
            </a:r>
            <a:endParaRPr sz="1400" b="0" i="0" u="none" strike="noStrike" cap="none">
              <a:solidFill>
                <a:srgbClr val="000000"/>
              </a:solidFill>
              <a:latin typeface="Arial"/>
              <a:ea typeface="Arial"/>
              <a:cs typeface="Arial"/>
              <a:sym typeface="Arial"/>
            </a:endParaRPr>
          </a:p>
        </p:txBody>
      </p:sp>
      <p:sp>
        <p:nvSpPr>
          <p:cNvPr id="133" name="Google Shape;133;p3">
            <a:hlinkClick r:id="rId18" action="ppaction://hlinksldjump"/>
          </p:cNvPr>
          <p:cNvSpPr txBox="1"/>
          <p:nvPr/>
        </p:nvSpPr>
        <p:spPr>
          <a:xfrm>
            <a:off x="6718500" y="4179150"/>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15</a:t>
            </a:r>
            <a:endParaRPr sz="1400" b="0" i="0" u="none" strike="noStrike" cap="none">
              <a:solidFill>
                <a:srgbClr val="000000"/>
              </a:solidFill>
              <a:latin typeface="Arial"/>
              <a:ea typeface="Arial"/>
              <a:cs typeface="Arial"/>
              <a:sym typeface="Arial"/>
            </a:endParaRPr>
          </a:p>
        </p:txBody>
      </p:sp>
      <p:sp>
        <p:nvSpPr>
          <p:cNvPr id="134" name="Google Shape;134;p3">
            <a:hlinkClick r:id="rId18" action="ppaction://hlinksldjump"/>
          </p:cNvPr>
          <p:cNvSpPr txBox="1"/>
          <p:nvPr/>
        </p:nvSpPr>
        <p:spPr>
          <a:xfrm>
            <a:off x="7816475" y="4179150"/>
            <a:ext cx="8886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a:solidFill>
                  <a:schemeClr val="lt2"/>
                </a:solidFill>
              </a:rPr>
              <a:t>16</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19"/>
                                        </p:tgtEl>
                                      </p:cBhvr>
                                    </p:animEffect>
                                    <p:set>
                                      <p:cBhvr>
                                        <p:cTn id="7" dur="1" fill="hold">
                                          <p:stCondLst>
                                            <p:cond delay="500"/>
                                          </p:stCondLst>
                                        </p:cTn>
                                        <p:tgtEl>
                                          <p:spTgt spid="11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20"/>
                                        </p:tgtEl>
                                      </p:cBhvr>
                                    </p:animEffect>
                                    <p:set>
                                      <p:cBhvr>
                                        <p:cTn id="12" dur="1" fill="hold">
                                          <p:stCondLst>
                                            <p:cond delay="500"/>
                                          </p:stCondLst>
                                        </p:cTn>
                                        <p:tgtEl>
                                          <p:spTgt spid="12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21"/>
                                        </p:tgtEl>
                                      </p:cBhvr>
                                    </p:animEffect>
                                    <p:set>
                                      <p:cBhvr>
                                        <p:cTn id="17" dur="1" fill="hold">
                                          <p:stCondLst>
                                            <p:cond delay="500"/>
                                          </p:stCondLst>
                                        </p:cTn>
                                        <p:tgtEl>
                                          <p:spTgt spid="12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122"/>
                                        </p:tgtEl>
                                      </p:cBhvr>
                                    </p:animEffect>
                                    <p:set>
                                      <p:cBhvr>
                                        <p:cTn id="22" dur="1" fill="hold">
                                          <p:stCondLst>
                                            <p:cond delay="500"/>
                                          </p:stCondLst>
                                        </p:cTn>
                                        <p:tgtEl>
                                          <p:spTgt spid="1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23"/>
                                        </p:tgtEl>
                                      </p:cBhvr>
                                    </p:animEffect>
                                    <p:set>
                                      <p:cBhvr>
                                        <p:cTn id="27" dur="1" fill="hold">
                                          <p:stCondLst>
                                            <p:cond delay="500"/>
                                          </p:stCondLst>
                                        </p:cTn>
                                        <p:tgtEl>
                                          <p:spTgt spid="12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124"/>
                                        </p:tgtEl>
                                      </p:cBhvr>
                                    </p:animEffect>
                                    <p:set>
                                      <p:cBhvr>
                                        <p:cTn id="32" dur="1" fill="hold">
                                          <p:stCondLst>
                                            <p:cond delay="500"/>
                                          </p:stCondLst>
                                        </p:cTn>
                                        <p:tgtEl>
                                          <p:spTgt spid="12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125"/>
                                        </p:tgtEl>
                                      </p:cBhvr>
                                    </p:animEffect>
                                    <p:set>
                                      <p:cBhvr>
                                        <p:cTn id="37" dur="1" fill="hold">
                                          <p:stCondLst>
                                            <p:cond delay="500"/>
                                          </p:stCondLst>
                                        </p:cTn>
                                        <p:tgtEl>
                                          <p:spTgt spid="12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26"/>
                                        </p:tgtEl>
                                      </p:cBhvr>
                                    </p:animEffect>
                                    <p:set>
                                      <p:cBhvr>
                                        <p:cTn id="42" dur="1" fill="hold">
                                          <p:stCondLst>
                                            <p:cond delay="500"/>
                                          </p:stCondLst>
                                        </p:cTn>
                                        <p:tgtEl>
                                          <p:spTgt spid="12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127"/>
                                        </p:tgtEl>
                                      </p:cBhvr>
                                    </p:animEffect>
                                    <p:set>
                                      <p:cBhvr>
                                        <p:cTn id="47" dur="1" fill="hold">
                                          <p:stCondLst>
                                            <p:cond delay="500"/>
                                          </p:stCondLst>
                                        </p:cTn>
                                        <p:tgtEl>
                                          <p:spTgt spid="12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128"/>
                                        </p:tgtEl>
                                      </p:cBhvr>
                                    </p:animEffect>
                                    <p:set>
                                      <p:cBhvr>
                                        <p:cTn id="52" dur="1" fill="hold">
                                          <p:stCondLst>
                                            <p:cond delay="500"/>
                                          </p:stCondLst>
                                        </p:cTn>
                                        <p:tgtEl>
                                          <p:spTgt spid="12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129"/>
                                        </p:tgtEl>
                                      </p:cBhvr>
                                    </p:animEffect>
                                    <p:set>
                                      <p:cBhvr>
                                        <p:cTn id="57" dur="1" fill="hold">
                                          <p:stCondLst>
                                            <p:cond delay="500"/>
                                          </p:stCondLst>
                                        </p:cTn>
                                        <p:tgtEl>
                                          <p:spTgt spid="129"/>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500"/>
                                        <p:tgtEl>
                                          <p:spTgt spid="130"/>
                                        </p:tgtEl>
                                      </p:cBhvr>
                                    </p:animEffect>
                                    <p:set>
                                      <p:cBhvr>
                                        <p:cTn id="62" dur="1" fill="hold">
                                          <p:stCondLst>
                                            <p:cond delay="500"/>
                                          </p:stCondLst>
                                        </p:cTn>
                                        <p:tgtEl>
                                          <p:spTgt spid="13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131"/>
                                        </p:tgtEl>
                                      </p:cBhvr>
                                    </p:animEffect>
                                    <p:set>
                                      <p:cBhvr>
                                        <p:cTn id="67" dur="1" fill="hold">
                                          <p:stCondLst>
                                            <p:cond delay="500"/>
                                          </p:stCondLst>
                                        </p:cTn>
                                        <p:tgtEl>
                                          <p:spTgt spid="13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500"/>
                                        <p:tgtEl>
                                          <p:spTgt spid="132"/>
                                        </p:tgtEl>
                                      </p:cBhvr>
                                    </p:animEffect>
                                    <p:set>
                                      <p:cBhvr>
                                        <p:cTn id="72" dur="1" fill="hold">
                                          <p:stCondLst>
                                            <p:cond delay="500"/>
                                          </p:stCondLst>
                                        </p:cTn>
                                        <p:tgtEl>
                                          <p:spTgt spid="132"/>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500"/>
                                        <p:tgtEl>
                                          <p:spTgt spid="133"/>
                                        </p:tgtEl>
                                      </p:cBhvr>
                                    </p:animEffect>
                                    <p:set>
                                      <p:cBhvr>
                                        <p:cTn id="77" dur="1" fill="hold">
                                          <p:stCondLst>
                                            <p:cond delay="500"/>
                                          </p:stCondLst>
                                        </p:cTn>
                                        <p:tgtEl>
                                          <p:spTgt spid="13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500"/>
                                        <p:tgtEl>
                                          <p:spTgt spid="134"/>
                                        </p:tgtEl>
                                      </p:cBhvr>
                                    </p:animEffect>
                                    <p:set>
                                      <p:cBhvr>
                                        <p:cTn id="82" dur="1" fill="hold">
                                          <p:stCondLst>
                                            <p:cond delay="500"/>
                                          </p:stCondLst>
                                        </p:cTn>
                                        <p:tgtEl>
                                          <p:spTgt spid="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9"/>
        <p:cNvGrpSpPr/>
        <p:nvPr/>
      </p:nvGrpSpPr>
      <p:grpSpPr>
        <a:xfrm>
          <a:off x="0" y="0"/>
          <a:ext cx="0" cy="0"/>
          <a:chOff x="0" y="0"/>
          <a:chExt cx="0" cy="0"/>
        </a:xfrm>
      </p:grpSpPr>
      <p:grpSp>
        <p:nvGrpSpPr>
          <p:cNvPr id="140" name="Google Shape;140;p4"/>
          <p:cNvGrpSpPr/>
          <p:nvPr/>
        </p:nvGrpSpPr>
        <p:grpSpPr>
          <a:xfrm>
            <a:off x="152400" y="3488932"/>
            <a:ext cx="1155243" cy="1559318"/>
            <a:chOff x="3641271" y="933450"/>
            <a:chExt cx="1213758" cy="1638300"/>
          </a:xfrm>
        </p:grpSpPr>
        <p:pic>
          <p:nvPicPr>
            <p:cNvPr id="141" name="Google Shape;141;p4"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142" name="Google Shape;142;p4"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143" name="Google Shape;143;p4"/>
          <p:cNvGrpSpPr/>
          <p:nvPr/>
        </p:nvGrpSpPr>
        <p:grpSpPr>
          <a:xfrm>
            <a:off x="7772400" y="3452668"/>
            <a:ext cx="1219200" cy="1595582"/>
            <a:chOff x="950617" y="914400"/>
            <a:chExt cx="1280954" cy="1676400"/>
          </a:xfrm>
        </p:grpSpPr>
        <p:pic>
          <p:nvPicPr>
            <p:cNvPr id="144" name="Google Shape;144;p4"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145" name="Google Shape;145;p4"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146" name="Google Shape;146;p4"/>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073763"/>
                </a:solidFill>
                <a:latin typeface="Times New Roman"/>
                <a:ea typeface="Times New Roman"/>
                <a:cs typeface="Times New Roman"/>
                <a:sym typeface="Times New Roman"/>
              </a:rPr>
              <a:t>B. Antiquity </a:t>
            </a:r>
            <a:endParaRPr sz="3500" b="1" i="0" u="none" strike="noStrike" cap="none">
              <a:solidFill>
                <a:srgbClr val="073763"/>
              </a:solidFill>
            </a:endParaRPr>
          </a:p>
        </p:txBody>
      </p:sp>
      <p:sp>
        <p:nvSpPr>
          <p:cNvPr id="147" name="Google Shape;147;p4"/>
          <p:cNvSpPr txBox="1"/>
          <p:nvPr/>
        </p:nvSpPr>
        <p:spPr>
          <a:xfrm>
            <a:off x="620675" y="516625"/>
            <a:ext cx="7838700" cy="1785600"/>
          </a:xfrm>
          <a:prstGeom prst="rect">
            <a:avLst/>
          </a:prstGeom>
          <a:noFill/>
          <a:ln>
            <a:noFill/>
          </a:ln>
        </p:spPr>
        <p:txBody>
          <a:bodyPr spcFirstLastPara="1" wrap="square" lIns="91425" tIns="45700" rIns="91425" bIns="45700" anchor="t" anchorCtr="0">
            <a:spAutoFit/>
          </a:bodyPr>
          <a:lstStyle/>
          <a:p>
            <a:pPr marL="457200" lvl="0" indent="0" algn="ctr" rtl="0">
              <a:lnSpc>
                <a:spcPct val="115000"/>
              </a:lnSpc>
              <a:spcBef>
                <a:spcPts val="1200"/>
              </a:spcBef>
              <a:spcAft>
                <a:spcPts val="0"/>
              </a:spcAft>
              <a:buNone/>
            </a:pPr>
            <a:r>
              <a:rPr lang="en-US" sz="2000" b="1">
                <a:solidFill>
                  <a:srgbClr val="980000"/>
                </a:solidFill>
                <a:latin typeface="Times New Roman"/>
                <a:ea typeface="Times New Roman"/>
                <a:cs typeface="Times New Roman"/>
                <a:sym typeface="Times New Roman"/>
              </a:rPr>
              <a:t>Question 1:</a:t>
            </a:r>
            <a:r>
              <a:rPr lang="en-US" sz="1300" b="1">
                <a:solidFill>
                  <a:schemeClr val="dk1"/>
                </a:solidFill>
                <a:latin typeface="Times New Roman"/>
                <a:ea typeface="Times New Roman"/>
                <a:cs typeface="Times New Roman"/>
                <a:sym typeface="Times New Roman"/>
              </a:rPr>
              <a:t> </a:t>
            </a:r>
            <a:r>
              <a:rPr lang="en-US" sz="2000" b="1">
                <a:solidFill>
                  <a:srgbClr val="980000"/>
                </a:solidFill>
                <a:latin typeface="Times New Roman"/>
                <a:ea typeface="Times New Roman"/>
                <a:cs typeface="Times New Roman"/>
                <a:sym typeface="Times New Roman"/>
              </a:rPr>
              <a:t>Which word matches the definition "referring to the ancient past, especially the period before the Middle Ages"?</a:t>
            </a:r>
            <a:endParaRPr sz="2000" b="1">
              <a:solidFill>
                <a:srgbClr val="980000"/>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148" name="Google Shape;148;p4"/>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1</a:t>
            </a:r>
            <a:endParaRPr/>
          </a:p>
        </p:txBody>
      </p:sp>
      <p:sp>
        <p:nvSpPr>
          <p:cNvPr id="149" name="Google Shape;149;p4"/>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A. </a:t>
            </a:r>
            <a:r>
              <a:rPr lang="en-US" sz="2000">
                <a:solidFill>
                  <a:schemeClr val="dk1"/>
                </a:solidFill>
                <a:latin typeface="Times New Roman"/>
                <a:ea typeface="Times New Roman"/>
                <a:cs typeface="Times New Roman"/>
                <a:sym typeface="Times New Roman"/>
              </a:rPr>
              <a:t>Medieval</a:t>
            </a:r>
            <a:endParaRPr sz="2000">
              <a:latin typeface="Calibri"/>
              <a:ea typeface="Calibri"/>
              <a:cs typeface="Calibri"/>
              <a:sym typeface="Calibri"/>
            </a:endParaRPr>
          </a:p>
        </p:txBody>
      </p:sp>
      <p:sp>
        <p:nvSpPr>
          <p:cNvPr id="150" name="Google Shape;150;p4"/>
          <p:cNvSpPr/>
          <p:nvPr/>
        </p:nvSpPr>
        <p:spPr>
          <a:xfrm>
            <a:off x="11155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            C. </a:t>
            </a:r>
            <a:r>
              <a:rPr lang="en-US" sz="2000">
                <a:solidFill>
                  <a:schemeClr val="dk1"/>
                </a:solidFill>
                <a:latin typeface="Times New Roman"/>
                <a:ea typeface="Times New Roman"/>
                <a:cs typeface="Times New Roman"/>
                <a:sym typeface="Times New Roman"/>
              </a:rPr>
              <a:t>Quasi</a:t>
            </a:r>
            <a:r>
              <a:rPr lang="en-US" sz="1800">
                <a:solidFill>
                  <a:schemeClr val="dk1"/>
                </a:solidFill>
                <a:latin typeface="Times New Roman"/>
                <a:ea typeface="Times New Roman"/>
                <a:cs typeface="Times New Roman"/>
                <a:sym typeface="Times New Roman"/>
              </a:rPr>
              <a:t>-</a:t>
            </a:r>
            <a:endParaRPr sz="1800">
              <a:latin typeface="Calibri"/>
              <a:ea typeface="Calibri"/>
              <a:cs typeface="Calibri"/>
              <a:sym typeface="Calibri"/>
            </a:endParaRPr>
          </a:p>
        </p:txBody>
      </p:sp>
      <p:sp>
        <p:nvSpPr>
          <p:cNvPr id="151" name="Google Shape;151;p4"/>
          <p:cNvSpPr/>
          <p:nvPr/>
        </p:nvSpPr>
        <p:spPr>
          <a:xfrm>
            <a:off x="496202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D. </a:t>
            </a:r>
            <a:r>
              <a:rPr lang="en-US" sz="2000">
                <a:solidFill>
                  <a:schemeClr val="dk1"/>
                </a:solidFill>
                <a:latin typeface="Times New Roman"/>
                <a:ea typeface="Times New Roman"/>
                <a:cs typeface="Times New Roman"/>
                <a:sym typeface="Times New Roman"/>
              </a:rPr>
              <a:t>Underbelly</a:t>
            </a:r>
            <a:endParaRPr sz="2000">
              <a:latin typeface="Calibri"/>
              <a:ea typeface="Calibri"/>
              <a:cs typeface="Calibri"/>
              <a:sym typeface="Calibri"/>
            </a:endParaRPr>
          </a:p>
        </p:txBody>
      </p:sp>
      <p:sp>
        <p:nvSpPr>
          <p:cNvPr id="152" name="Google Shape;152;p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B. Antiquity</a:t>
            </a:r>
            <a:endParaRPr sz="20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20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fade">
                                      <p:cBhvr>
                                        <p:cTn id="12" dur="2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grpSp>
        <p:nvGrpSpPr>
          <p:cNvPr id="158" name="Google Shape;158;h61dc23adf5ca8e5d_1_2"/>
          <p:cNvGrpSpPr/>
          <p:nvPr/>
        </p:nvGrpSpPr>
        <p:grpSpPr>
          <a:xfrm>
            <a:off x="152436" y="3488941"/>
            <a:ext cx="1155255" cy="1559334"/>
            <a:chOff x="3641271" y="933450"/>
            <a:chExt cx="1213758" cy="1638300"/>
          </a:xfrm>
        </p:grpSpPr>
        <p:pic>
          <p:nvPicPr>
            <p:cNvPr id="159" name="Google Shape;159;h61dc23adf5ca8e5d_1_2"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160" name="Google Shape;160;h61dc23adf5ca8e5d_1_2"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161" name="Google Shape;161;h61dc23adf5ca8e5d_1_2"/>
          <p:cNvGrpSpPr/>
          <p:nvPr/>
        </p:nvGrpSpPr>
        <p:grpSpPr>
          <a:xfrm>
            <a:off x="7772409" y="3452676"/>
            <a:ext cx="1219212" cy="1595597"/>
            <a:chOff x="950617" y="914400"/>
            <a:chExt cx="1280954" cy="1676400"/>
          </a:xfrm>
        </p:grpSpPr>
        <p:pic>
          <p:nvPicPr>
            <p:cNvPr id="162" name="Google Shape;162;h61dc23adf5ca8e5d_1_2" descr="Image result for wax seal">
              <a:hlinkClick r:id="rId7" action="ppaction://hlinksldjump"/>
            </p:cNvPr>
            <p:cNvPicPr preferRelativeResize="0"/>
            <p:nvPr/>
          </p:nvPicPr>
          <p:blipFill rotWithShape="1">
            <a:blip r:embed="rId8">
              <a:alphaModFix/>
            </a:blip>
            <a:srcRect l="19439" t="10000" r="19433" b="10000"/>
            <a:stretch/>
          </p:blipFill>
          <p:spPr>
            <a:xfrm>
              <a:off x="950617" y="914400"/>
              <a:ext cx="1280954" cy="1676400"/>
            </a:xfrm>
            <a:prstGeom prst="rect">
              <a:avLst/>
            </a:prstGeom>
            <a:noFill/>
            <a:ln>
              <a:noFill/>
            </a:ln>
          </p:spPr>
        </p:pic>
        <p:pic>
          <p:nvPicPr>
            <p:cNvPr id="163" name="Google Shape;163;h61dc23adf5ca8e5d_1_2" descr="Image result for hogwarts crest">
              <a:hlinkClick r:id="rId7" action="ppaction://hlinksldjump"/>
            </p:cNvPr>
            <p:cNvPicPr preferRelativeResize="0"/>
            <p:nvPr/>
          </p:nvPicPr>
          <p:blipFill rotWithShape="1">
            <a:blip r:embed="rId9">
              <a:alphaModFix/>
            </a:blip>
            <a:srcRect l="16620" t="10617" r="13224" b="17358"/>
            <a:stretch/>
          </p:blipFill>
          <p:spPr>
            <a:xfrm>
              <a:off x="1248194" y="1073704"/>
              <a:ext cx="685800" cy="751200"/>
            </a:xfrm>
            <a:prstGeom prst="ellipse">
              <a:avLst/>
            </a:prstGeom>
            <a:noFill/>
            <a:ln>
              <a:noFill/>
            </a:ln>
          </p:spPr>
        </p:pic>
      </p:grpSp>
      <p:sp>
        <p:nvSpPr>
          <p:cNvPr id="164" name="Google Shape;164;h61dc23adf5ca8e5d_1_2"/>
          <p:cNvSpPr txBox="1"/>
          <p:nvPr/>
        </p:nvSpPr>
        <p:spPr>
          <a:xfrm>
            <a:off x="1632085" y="3748444"/>
            <a:ext cx="6265200" cy="7872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100" b="1">
                <a:solidFill>
                  <a:srgbClr val="1C4587"/>
                </a:solidFill>
                <a:latin typeface="Times New Roman"/>
                <a:ea typeface="Times New Roman"/>
                <a:cs typeface="Times New Roman"/>
                <a:sym typeface="Times New Roman"/>
              </a:rPr>
              <a:t>B. Used to show that something is almost, but not completely, the thing described</a:t>
            </a:r>
            <a:endParaRPr sz="2000" b="1">
              <a:solidFill>
                <a:srgbClr val="1C4587"/>
              </a:solidFill>
              <a:latin typeface="Times New Roman"/>
              <a:ea typeface="Times New Roman"/>
              <a:cs typeface="Times New Roman"/>
              <a:sym typeface="Times New Roman"/>
            </a:endParaRPr>
          </a:p>
        </p:txBody>
      </p:sp>
      <p:sp>
        <p:nvSpPr>
          <p:cNvPr id="165" name="Google Shape;165;h61dc23adf5ca8e5d_1_2"/>
          <p:cNvSpPr txBox="1"/>
          <p:nvPr/>
        </p:nvSpPr>
        <p:spPr>
          <a:xfrm>
            <a:off x="385900" y="577850"/>
            <a:ext cx="8605800" cy="14316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2: “Many quasi-legendary katana were created by the hand of many famous Japanese swordsmith”. What does the prefix/word "Quasi-" mean?</a:t>
            </a:r>
            <a:endParaRPr sz="2000" b="1">
              <a:solidFill>
                <a:srgbClr val="980000"/>
              </a:solidFill>
              <a:latin typeface="Times New Roman"/>
              <a:ea typeface="Times New Roman"/>
              <a:cs typeface="Times New Roman"/>
              <a:sym typeface="Times New Roman"/>
            </a:endParaRPr>
          </a:p>
          <a:p>
            <a:pPr marL="457200" lvl="0" indent="0" algn="l" rtl="0">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000">
              <a:solidFill>
                <a:schemeClr val="dk1"/>
              </a:solidFill>
              <a:latin typeface="Times New Roman"/>
              <a:ea typeface="Times New Roman"/>
              <a:cs typeface="Times New Roman"/>
              <a:sym typeface="Times New Roman"/>
            </a:endParaRPr>
          </a:p>
        </p:txBody>
      </p:sp>
      <p:sp>
        <p:nvSpPr>
          <p:cNvPr id="166" name="Google Shape;166;h61dc23adf5ca8e5d_1_2"/>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2</a:t>
            </a:r>
            <a:endParaRPr/>
          </a:p>
        </p:txBody>
      </p:sp>
      <p:sp>
        <p:nvSpPr>
          <p:cNvPr id="167" name="Google Shape;167;h61dc23adf5ca8e5d_1_2"/>
          <p:cNvSpPr/>
          <p:nvPr/>
        </p:nvSpPr>
        <p:spPr>
          <a:xfrm>
            <a:off x="1115575" y="1571825"/>
            <a:ext cx="3058668" cy="99991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A. Related to the </a:t>
            </a: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Middle Ages</a:t>
            </a:r>
            <a:endParaRPr sz="1800">
              <a:latin typeface="Calibri"/>
              <a:ea typeface="Calibri"/>
              <a:cs typeface="Calibri"/>
              <a:sym typeface="Calibri"/>
            </a:endParaRPr>
          </a:p>
        </p:txBody>
      </p:sp>
      <p:sp>
        <p:nvSpPr>
          <p:cNvPr id="168" name="Google Shape;168;h61dc23adf5ca8e5d_1_2"/>
          <p:cNvSpPr/>
          <p:nvPr/>
        </p:nvSpPr>
        <p:spPr>
          <a:xfrm>
            <a:off x="11155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C. A wise saying</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2000">
              <a:solidFill>
                <a:schemeClr val="dk1"/>
              </a:solidFill>
              <a:latin typeface="Times New Roman"/>
              <a:ea typeface="Times New Roman"/>
              <a:cs typeface="Times New Roman"/>
              <a:sym typeface="Times New Roman"/>
            </a:endParaRPr>
          </a:p>
        </p:txBody>
      </p:sp>
      <p:sp>
        <p:nvSpPr>
          <p:cNvPr id="169" name="Google Shape;169;h61dc23adf5ca8e5d_1_2"/>
          <p:cNvSpPr/>
          <p:nvPr/>
        </p:nvSpPr>
        <p:spPr>
          <a:xfrm>
            <a:off x="4709151" y="2815750"/>
            <a:ext cx="3311550"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D. The weakest or most unpleasant part of something</a:t>
            </a:r>
            <a:endParaRPr sz="17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700">
              <a:solidFill>
                <a:schemeClr val="dk1"/>
              </a:solidFill>
              <a:latin typeface="Times New Roman"/>
              <a:ea typeface="Times New Roman"/>
              <a:cs typeface="Times New Roman"/>
              <a:sym typeface="Times New Roman"/>
            </a:endParaRPr>
          </a:p>
        </p:txBody>
      </p:sp>
      <p:sp>
        <p:nvSpPr>
          <p:cNvPr id="170" name="Google Shape;170;h61dc23adf5ca8e5d_1_2"/>
          <p:cNvSpPr/>
          <p:nvPr/>
        </p:nvSpPr>
        <p:spPr>
          <a:xfrm>
            <a:off x="4709150" y="1571825"/>
            <a:ext cx="3476574" cy="99991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7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B. Used to show that something is almost, but not completely, the thing described</a:t>
            </a:r>
            <a:endParaRPr sz="1700">
              <a:latin typeface="Calibri"/>
              <a:ea typeface="Calibri"/>
              <a:cs typeface="Calibri"/>
              <a:sym typeface="Calibri"/>
            </a:endParaRPr>
          </a:p>
          <a:p>
            <a:pPr marL="0" lvl="0" indent="0" algn="ctr" rtl="0">
              <a:lnSpc>
                <a:spcPct val="115000"/>
              </a:lnSpc>
              <a:spcBef>
                <a:spcPts val="1200"/>
              </a:spcBef>
              <a:spcAft>
                <a:spcPts val="1200"/>
              </a:spcAft>
              <a:buNone/>
            </a:pPr>
            <a:endParaRPr sz="17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2000"/>
                                        <p:tgtEl>
                                          <p:spTgt spid="1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fade">
                                      <p:cBhvr>
                                        <p:cTn id="12" dur="2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5"/>
        <p:cNvGrpSpPr/>
        <p:nvPr/>
      </p:nvGrpSpPr>
      <p:grpSpPr>
        <a:xfrm>
          <a:off x="0" y="0"/>
          <a:ext cx="0" cy="0"/>
          <a:chOff x="0" y="0"/>
          <a:chExt cx="0" cy="0"/>
        </a:xfrm>
      </p:grpSpPr>
      <p:grpSp>
        <p:nvGrpSpPr>
          <p:cNvPr id="176" name="Google Shape;176;h61dc23adf5ca8e5d_1_38"/>
          <p:cNvGrpSpPr/>
          <p:nvPr/>
        </p:nvGrpSpPr>
        <p:grpSpPr>
          <a:xfrm>
            <a:off x="152436" y="3488941"/>
            <a:ext cx="1155255" cy="1559334"/>
            <a:chOff x="3641271" y="933450"/>
            <a:chExt cx="1213758" cy="1638300"/>
          </a:xfrm>
        </p:grpSpPr>
        <p:pic>
          <p:nvPicPr>
            <p:cNvPr id="177" name="Google Shape;177;h61dc23adf5ca8e5d_1_38"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178" name="Google Shape;178;h61dc23adf5ca8e5d_1_38"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179" name="Google Shape;179;h61dc23adf5ca8e5d_1_38"/>
          <p:cNvGrpSpPr/>
          <p:nvPr/>
        </p:nvGrpSpPr>
        <p:grpSpPr>
          <a:xfrm>
            <a:off x="7772409" y="3452676"/>
            <a:ext cx="1219212" cy="1595597"/>
            <a:chOff x="950617" y="914400"/>
            <a:chExt cx="1280954" cy="1676400"/>
          </a:xfrm>
        </p:grpSpPr>
        <p:pic>
          <p:nvPicPr>
            <p:cNvPr id="180" name="Google Shape;180;h61dc23adf5ca8e5d_1_38" descr="Image result for wax seal">
              <a:hlinkClick r:id="rId7" action="ppaction://hlinksldjump"/>
            </p:cNvPr>
            <p:cNvPicPr preferRelativeResize="0"/>
            <p:nvPr/>
          </p:nvPicPr>
          <p:blipFill rotWithShape="1">
            <a:blip r:embed="rId8">
              <a:alphaModFix/>
            </a:blip>
            <a:srcRect l="19439" t="10000" r="19433" b="10000"/>
            <a:stretch/>
          </p:blipFill>
          <p:spPr>
            <a:xfrm>
              <a:off x="950617" y="914400"/>
              <a:ext cx="1280954" cy="1676400"/>
            </a:xfrm>
            <a:prstGeom prst="rect">
              <a:avLst/>
            </a:prstGeom>
            <a:noFill/>
            <a:ln>
              <a:noFill/>
            </a:ln>
          </p:spPr>
        </p:pic>
        <p:pic>
          <p:nvPicPr>
            <p:cNvPr id="181" name="Google Shape;181;h61dc23adf5ca8e5d_1_38" descr="Image result for hogwarts crest">
              <a:hlinkClick r:id="rId7" action="ppaction://hlinksldjump"/>
            </p:cNvPr>
            <p:cNvPicPr preferRelativeResize="0"/>
            <p:nvPr/>
          </p:nvPicPr>
          <p:blipFill rotWithShape="1">
            <a:blip r:embed="rId9">
              <a:alphaModFix/>
            </a:blip>
            <a:srcRect l="16620" t="10617" r="13224" b="17358"/>
            <a:stretch/>
          </p:blipFill>
          <p:spPr>
            <a:xfrm>
              <a:off x="1248194" y="1073704"/>
              <a:ext cx="685800" cy="751200"/>
            </a:xfrm>
            <a:prstGeom prst="ellipse">
              <a:avLst/>
            </a:prstGeom>
            <a:noFill/>
            <a:ln>
              <a:noFill/>
            </a:ln>
          </p:spPr>
        </p:pic>
      </p:grpSp>
      <p:sp>
        <p:nvSpPr>
          <p:cNvPr id="182" name="Google Shape;182;h61dc23adf5ca8e5d_1_38"/>
          <p:cNvSpPr txBox="1"/>
          <p:nvPr/>
        </p:nvSpPr>
        <p:spPr>
          <a:xfrm>
            <a:off x="1688851" y="3809048"/>
            <a:ext cx="57024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A. Underbelly</a:t>
            </a:r>
            <a:endParaRPr sz="3500" b="1" i="0" strike="noStrike" cap="none">
              <a:solidFill>
                <a:srgbClr val="1C4587"/>
              </a:solidFill>
            </a:endParaRPr>
          </a:p>
        </p:txBody>
      </p:sp>
      <p:sp>
        <p:nvSpPr>
          <p:cNvPr id="183" name="Google Shape;183;h61dc23adf5ca8e5d_1_38"/>
          <p:cNvSpPr txBox="1"/>
          <p:nvPr/>
        </p:nvSpPr>
        <p:spPr>
          <a:xfrm>
            <a:off x="1026675" y="483200"/>
            <a:ext cx="73380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3: Which term defines "the weakest or most unpleasant part of something"?</a:t>
            </a: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184" name="Google Shape;184;h61dc23adf5ca8e5d_1_38"/>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3</a:t>
            </a:r>
            <a:endParaRPr/>
          </a:p>
        </p:txBody>
      </p:sp>
      <p:sp>
        <p:nvSpPr>
          <p:cNvPr id="185" name="Google Shape;185;h61dc23adf5ca8e5d_1_38"/>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A. Underbelly</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186" name="Google Shape;186;h61dc23adf5ca8e5d_1_3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187" name="Google Shape;187;h61dc23adf5ca8e5d_1_38"/>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Almanac</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188" name="Google Shape;188;h61dc23adf5ca8e5d_1_3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B. Filament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189" name="Google Shape;189;h61dc23adf5ca8e5d_1_38"/>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D. Caravanserai</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20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2"/>
                                        </p:tgtEl>
                                        <p:attrNameLst>
                                          <p:attrName>style.visibility</p:attrName>
                                        </p:attrNameLst>
                                      </p:cBhvr>
                                      <p:to>
                                        <p:strVal val="visible"/>
                                      </p:to>
                                    </p:set>
                                    <p:animEffect transition="in" filter="fade">
                                      <p:cBhvr>
                                        <p:cTn id="12" dur="2000"/>
                                        <p:tgtEl>
                                          <p:spTgt spid="18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4"/>
        <p:cNvGrpSpPr/>
        <p:nvPr/>
      </p:nvGrpSpPr>
      <p:grpSpPr>
        <a:xfrm>
          <a:off x="0" y="0"/>
          <a:ext cx="0" cy="0"/>
          <a:chOff x="0" y="0"/>
          <a:chExt cx="0" cy="0"/>
        </a:xfrm>
      </p:grpSpPr>
      <p:grpSp>
        <p:nvGrpSpPr>
          <p:cNvPr id="195" name="Google Shape;195;h61dc23adf5ca8e5d_1_74"/>
          <p:cNvGrpSpPr/>
          <p:nvPr/>
        </p:nvGrpSpPr>
        <p:grpSpPr>
          <a:xfrm>
            <a:off x="152436" y="3488941"/>
            <a:ext cx="1155255" cy="1559334"/>
            <a:chOff x="3641271" y="933450"/>
            <a:chExt cx="1213758" cy="1638300"/>
          </a:xfrm>
        </p:grpSpPr>
        <p:pic>
          <p:nvPicPr>
            <p:cNvPr id="196" name="Google Shape;196;h61dc23adf5ca8e5d_1_74"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197" name="Google Shape;197;h61dc23adf5ca8e5d_1_74"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198" name="Google Shape;198;h61dc23adf5ca8e5d_1_74"/>
          <p:cNvGrpSpPr/>
          <p:nvPr/>
        </p:nvGrpSpPr>
        <p:grpSpPr>
          <a:xfrm>
            <a:off x="7772409" y="3452676"/>
            <a:ext cx="1219212" cy="1595597"/>
            <a:chOff x="950617" y="914400"/>
            <a:chExt cx="1280954" cy="1676400"/>
          </a:xfrm>
        </p:grpSpPr>
        <p:pic>
          <p:nvPicPr>
            <p:cNvPr id="199" name="Google Shape;199;h61dc23adf5ca8e5d_1_74" descr="Image result for wax seal">
              <a:hlinkClick r:id="rId7" action="ppaction://hlinksldjump"/>
            </p:cNvPr>
            <p:cNvPicPr preferRelativeResize="0"/>
            <p:nvPr/>
          </p:nvPicPr>
          <p:blipFill rotWithShape="1">
            <a:blip r:embed="rId8">
              <a:alphaModFix/>
            </a:blip>
            <a:srcRect l="19439" t="10000" r="19433" b="10000"/>
            <a:stretch/>
          </p:blipFill>
          <p:spPr>
            <a:xfrm>
              <a:off x="950617" y="914400"/>
              <a:ext cx="1280954" cy="1676400"/>
            </a:xfrm>
            <a:prstGeom prst="rect">
              <a:avLst/>
            </a:prstGeom>
            <a:noFill/>
            <a:ln>
              <a:noFill/>
            </a:ln>
          </p:spPr>
        </p:pic>
        <p:pic>
          <p:nvPicPr>
            <p:cNvPr id="200" name="Google Shape;200;h61dc23adf5ca8e5d_1_74" descr="Image result for hogwarts crest">
              <a:hlinkClick r:id="rId7" action="ppaction://hlinksldjump"/>
            </p:cNvPr>
            <p:cNvPicPr preferRelativeResize="0"/>
            <p:nvPr/>
          </p:nvPicPr>
          <p:blipFill rotWithShape="1">
            <a:blip r:embed="rId9">
              <a:alphaModFix/>
            </a:blip>
            <a:srcRect l="16620" t="10617" r="13224" b="17358"/>
            <a:stretch/>
          </p:blipFill>
          <p:spPr>
            <a:xfrm>
              <a:off x="1248194" y="1073704"/>
              <a:ext cx="685800" cy="751200"/>
            </a:xfrm>
            <a:prstGeom prst="ellipse">
              <a:avLst/>
            </a:prstGeom>
            <a:noFill/>
            <a:ln>
              <a:noFill/>
            </a:ln>
          </p:spPr>
        </p:pic>
      </p:grpSp>
      <p:sp>
        <p:nvSpPr>
          <p:cNvPr id="201" name="Google Shape;201;h61dc23adf5ca8e5d_1_74"/>
          <p:cNvSpPr txBox="1"/>
          <p:nvPr/>
        </p:nvSpPr>
        <p:spPr>
          <a:xfrm>
            <a:off x="1407460" y="38090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C. Medieval</a:t>
            </a:r>
            <a:endParaRPr sz="3500" b="1" i="0" u="none" strike="noStrike" cap="none">
              <a:solidFill>
                <a:srgbClr val="1C4587"/>
              </a:solidFill>
            </a:endParaRPr>
          </a:p>
        </p:txBody>
      </p:sp>
      <p:sp>
        <p:nvSpPr>
          <p:cNvPr id="202" name="Google Shape;202;h61dc23adf5ca8e5d_1_74"/>
          <p:cNvSpPr txBox="1"/>
          <p:nvPr/>
        </p:nvSpPr>
        <p:spPr>
          <a:xfrm>
            <a:off x="1021900" y="506825"/>
            <a:ext cx="7665000" cy="3321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4: Which word corresponds to "related to the Middle Ages (= the period in European history from about AD 600 to AD 1500)"?</a:t>
            </a:r>
            <a:endParaRPr sz="20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03" name="Google Shape;203;h61dc23adf5ca8e5d_1_74"/>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4</a:t>
            </a:r>
            <a:endParaRPr/>
          </a:p>
        </p:txBody>
      </p:sp>
      <p:sp>
        <p:nvSpPr>
          <p:cNvPr id="204" name="Google Shape;204;h61dc23adf5ca8e5d_1_74"/>
          <p:cNvSpPr/>
          <p:nvPr/>
        </p:nvSpPr>
        <p:spPr>
          <a:xfrm>
            <a:off x="1156750"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A. Antiquity </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05" name="Google Shape;205;h61dc23adf5ca8e5d_1_7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06" name="Google Shape;206;h61dc23adf5ca8e5d_1_74"/>
          <p:cNvSpPr/>
          <p:nvPr/>
        </p:nvSpPr>
        <p:spPr>
          <a:xfrm>
            <a:off x="1156750"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Medieval </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07" name="Google Shape;207;h61dc23adf5ca8e5d_1_7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Enamored</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08" name="Google Shape;208;h61dc23adf5ca8e5d_1_74"/>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Quasi-</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2000"/>
                                        <p:tgtEl>
                                          <p:spTgt spid="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1"/>
                                        </p:tgtEl>
                                        <p:attrNameLst>
                                          <p:attrName>style.visibility</p:attrName>
                                        </p:attrNameLst>
                                      </p:cBhvr>
                                      <p:to>
                                        <p:strVal val="visible"/>
                                      </p:to>
                                    </p:set>
                                    <p:animEffect transition="in" filter="fade">
                                      <p:cBhvr>
                                        <p:cTn id="12" dur="20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3"/>
        <p:cNvGrpSpPr/>
        <p:nvPr/>
      </p:nvGrpSpPr>
      <p:grpSpPr>
        <a:xfrm>
          <a:off x="0" y="0"/>
          <a:ext cx="0" cy="0"/>
          <a:chOff x="0" y="0"/>
          <a:chExt cx="0" cy="0"/>
        </a:xfrm>
      </p:grpSpPr>
      <p:grpSp>
        <p:nvGrpSpPr>
          <p:cNvPr id="214" name="Google Shape;214;h61dc23adf5ca8e5d_1_92"/>
          <p:cNvGrpSpPr/>
          <p:nvPr/>
        </p:nvGrpSpPr>
        <p:grpSpPr>
          <a:xfrm>
            <a:off x="152436" y="3488941"/>
            <a:ext cx="1155255" cy="1559334"/>
            <a:chOff x="3641271" y="933450"/>
            <a:chExt cx="1213758" cy="1638300"/>
          </a:xfrm>
        </p:grpSpPr>
        <p:pic>
          <p:nvPicPr>
            <p:cNvPr id="215" name="Google Shape;215;h61dc23adf5ca8e5d_1_92"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216" name="Google Shape;216;h61dc23adf5ca8e5d_1_92"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217" name="Google Shape;217;h61dc23adf5ca8e5d_1_92"/>
          <p:cNvGrpSpPr/>
          <p:nvPr/>
        </p:nvGrpSpPr>
        <p:grpSpPr>
          <a:xfrm>
            <a:off x="7772409" y="3452676"/>
            <a:ext cx="1219212" cy="1595597"/>
            <a:chOff x="950617" y="914400"/>
            <a:chExt cx="1280954" cy="1676400"/>
          </a:xfrm>
        </p:grpSpPr>
        <p:pic>
          <p:nvPicPr>
            <p:cNvPr id="218" name="Google Shape;218;h61dc23adf5ca8e5d_1_92" descr="Image result for wax seal">
              <a:hlinkClick r:id="rId7" action="ppaction://hlinksldjump"/>
            </p:cNvPr>
            <p:cNvPicPr preferRelativeResize="0"/>
            <p:nvPr/>
          </p:nvPicPr>
          <p:blipFill rotWithShape="1">
            <a:blip r:embed="rId8">
              <a:alphaModFix/>
            </a:blip>
            <a:srcRect l="19439" t="10000" r="19433" b="10000"/>
            <a:stretch/>
          </p:blipFill>
          <p:spPr>
            <a:xfrm>
              <a:off x="950617" y="914400"/>
              <a:ext cx="1280954" cy="1676400"/>
            </a:xfrm>
            <a:prstGeom prst="rect">
              <a:avLst/>
            </a:prstGeom>
            <a:noFill/>
            <a:ln>
              <a:noFill/>
            </a:ln>
          </p:spPr>
        </p:pic>
        <p:pic>
          <p:nvPicPr>
            <p:cNvPr id="219" name="Google Shape;219;h61dc23adf5ca8e5d_1_92" descr="Image result for hogwarts crest">
              <a:hlinkClick r:id="rId7" action="ppaction://hlinksldjump"/>
            </p:cNvPr>
            <p:cNvPicPr preferRelativeResize="0"/>
            <p:nvPr/>
          </p:nvPicPr>
          <p:blipFill rotWithShape="1">
            <a:blip r:embed="rId9">
              <a:alphaModFix/>
            </a:blip>
            <a:srcRect l="16620" t="10617" r="13224" b="17358"/>
            <a:stretch/>
          </p:blipFill>
          <p:spPr>
            <a:xfrm>
              <a:off x="1248194" y="1073704"/>
              <a:ext cx="685800" cy="751200"/>
            </a:xfrm>
            <a:prstGeom prst="ellipse">
              <a:avLst/>
            </a:prstGeom>
            <a:noFill/>
            <a:ln>
              <a:noFill/>
            </a:ln>
          </p:spPr>
        </p:pic>
      </p:grpSp>
      <p:sp>
        <p:nvSpPr>
          <p:cNvPr id="220" name="Google Shape;220;h61dc23adf5ca8e5d_1_92"/>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B. A wise saying </a:t>
            </a:r>
            <a:endParaRPr sz="3500" b="1" i="0" u="none" strike="noStrike" cap="none">
              <a:solidFill>
                <a:srgbClr val="1C4587"/>
              </a:solidFill>
            </a:endParaRPr>
          </a:p>
        </p:txBody>
      </p:sp>
      <p:sp>
        <p:nvSpPr>
          <p:cNvPr id="221" name="Google Shape;221;h61dc23adf5ca8e5d_1_92"/>
          <p:cNvSpPr txBox="1"/>
          <p:nvPr/>
        </p:nvSpPr>
        <p:spPr>
          <a:xfrm>
            <a:off x="648125" y="527313"/>
            <a:ext cx="7783800" cy="2169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5: “The adage ‘Time is money’ teaches us to value our time.” What is the exact meaning of the word "Adage"?</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22" name="Google Shape;222;h61dc23adf5ca8e5d_1_92"/>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5</a:t>
            </a:r>
            <a:endParaRPr/>
          </a:p>
        </p:txBody>
      </p:sp>
      <p:sp>
        <p:nvSpPr>
          <p:cNvPr id="223" name="Google Shape;223;h61dc23adf5ca8e5d_1_92"/>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b="1">
              <a:solidFill>
                <a:srgbClr val="980000"/>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A. A thin thread or fibre of natural or artificial material</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4" name="Google Shape;224;h61dc23adf5ca8e5d_1_92"/>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5" name="Google Shape;225;h61dc23adf5ca8e5d_1_92"/>
          <p:cNvSpPr/>
          <p:nvPr/>
        </p:nvSpPr>
        <p:spPr>
          <a:xfrm>
            <a:off x="1115575" y="2815750"/>
            <a:ext cx="3298266"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3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C. An annual publication providing various information</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6" name="Google Shape;226;h61dc23adf5ca8e5d_1_92"/>
          <p:cNvSpPr/>
          <p:nvPr/>
        </p:nvSpPr>
        <p:spPr>
          <a:xfrm>
            <a:off x="496202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D. Marked by a great liking or admiration</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27" name="Google Shape;227;h61dc23adf5ca8e5d_1_92"/>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B. A wise saying </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20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0"/>
                                        </p:tgtEl>
                                        <p:attrNameLst>
                                          <p:attrName>style.visibility</p:attrName>
                                        </p:attrNameLst>
                                      </p:cBhvr>
                                      <p:to>
                                        <p:strVal val="visible"/>
                                      </p:to>
                                    </p:set>
                                    <p:animEffect transition="in" filter="fade">
                                      <p:cBhvr>
                                        <p:cTn id="12" dur="2000"/>
                                        <p:tgtEl>
                                          <p:spTgt spid="2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grpSp>
        <p:nvGrpSpPr>
          <p:cNvPr id="233" name="Google Shape;233;h61dc23adf5ca8e5d_1_20"/>
          <p:cNvGrpSpPr/>
          <p:nvPr/>
        </p:nvGrpSpPr>
        <p:grpSpPr>
          <a:xfrm>
            <a:off x="152436" y="3488941"/>
            <a:ext cx="1155255" cy="1559334"/>
            <a:chOff x="3641271" y="933450"/>
            <a:chExt cx="1213758" cy="1638300"/>
          </a:xfrm>
        </p:grpSpPr>
        <p:pic>
          <p:nvPicPr>
            <p:cNvPr id="234" name="Google Shape;234;h61dc23adf5ca8e5d_1_20"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235" name="Google Shape;235;h61dc23adf5ca8e5d_1_20"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236" name="Google Shape;236;h61dc23adf5ca8e5d_1_20"/>
          <p:cNvGrpSpPr/>
          <p:nvPr/>
        </p:nvGrpSpPr>
        <p:grpSpPr>
          <a:xfrm>
            <a:off x="7772409" y="3452676"/>
            <a:ext cx="1219212" cy="1595597"/>
            <a:chOff x="950617" y="914400"/>
            <a:chExt cx="1280954" cy="1676400"/>
          </a:xfrm>
        </p:grpSpPr>
        <p:pic>
          <p:nvPicPr>
            <p:cNvPr id="237" name="Google Shape;237;h61dc23adf5ca8e5d_1_20" descr="Image result for wax seal">
              <a:hlinkClick r:id="rId7" action="ppaction://hlinksldjump"/>
            </p:cNvPr>
            <p:cNvPicPr preferRelativeResize="0"/>
            <p:nvPr/>
          </p:nvPicPr>
          <p:blipFill rotWithShape="1">
            <a:blip r:embed="rId8">
              <a:alphaModFix/>
            </a:blip>
            <a:srcRect l="19439" t="10000" r="19433" b="10000"/>
            <a:stretch/>
          </p:blipFill>
          <p:spPr>
            <a:xfrm>
              <a:off x="950617" y="914400"/>
              <a:ext cx="1280954" cy="1676400"/>
            </a:xfrm>
            <a:prstGeom prst="rect">
              <a:avLst/>
            </a:prstGeom>
            <a:noFill/>
            <a:ln>
              <a:noFill/>
            </a:ln>
          </p:spPr>
        </p:pic>
        <p:pic>
          <p:nvPicPr>
            <p:cNvPr id="238" name="Google Shape;238;h61dc23adf5ca8e5d_1_20" descr="Image result for hogwarts crest">
              <a:hlinkClick r:id="rId7" action="ppaction://hlinksldjump"/>
            </p:cNvPr>
            <p:cNvPicPr preferRelativeResize="0"/>
            <p:nvPr/>
          </p:nvPicPr>
          <p:blipFill rotWithShape="1">
            <a:blip r:embed="rId9">
              <a:alphaModFix/>
            </a:blip>
            <a:srcRect l="16620" t="10617" r="13224" b="17358"/>
            <a:stretch/>
          </p:blipFill>
          <p:spPr>
            <a:xfrm>
              <a:off x="1248194" y="1073704"/>
              <a:ext cx="685800" cy="751200"/>
            </a:xfrm>
            <a:prstGeom prst="ellipse">
              <a:avLst/>
            </a:prstGeom>
            <a:noFill/>
            <a:ln>
              <a:noFill/>
            </a:ln>
          </p:spPr>
        </p:pic>
      </p:grpSp>
      <p:sp>
        <p:nvSpPr>
          <p:cNvPr id="239" name="Google Shape;239;h61dc23adf5ca8e5d_1_20"/>
          <p:cNvSpPr txBox="1"/>
          <p:nvPr/>
        </p:nvSpPr>
        <p:spPr>
          <a:xfrm>
            <a:off x="1407435" y="3748444"/>
            <a:ext cx="6265200" cy="8310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endParaRPr sz="4800" b="0" i="0" u="none" strike="noStrike" cap="none">
              <a:solidFill>
                <a:srgbClr val="000000"/>
              </a:solidFill>
              <a:latin typeface="Arial"/>
              <a:ea typeface="Arial"/>
              <a:cs typeface="Arial"/>
              <a:sym typeface="Arial"/>
            </a:endParaRPr>
          </a:p>
        </p:txBody>
      </p:sp>
      <p:sp>
        <p:nvSpPr>
          <p:cNvPr id="240" name="Google Shape;240;h61dc23adf5ca8e5d_1_20"/>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A</a:t>
            </a:r>
            <a:endParaRPr/>
          </a:p>
        </p:txBody>
      </p:sp>
      <p:sp>
        <p:nvSpPr>
          <p:cNvPr id="241" name="Google Shape;241;h61dc23adf5ca8e5d_1_20"/>
          <p:cNvSpPr txBox="1"/>
          <p:nvPr/>
        </p:nvSpPr>
        <p:spPr>
          <a:xfrm>
            <a:off x="1026675" y="483200"/>
            <a:ext cx="73380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6: Which term describes someone or something "marked by a great liking or admiration for something"?</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274E13"/>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42" name="Google Shape;242;h61dc23adf5ca8e5d_1_20"/>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Enamored</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43" name="Google Shape;243;h61dc23adf5ca8e5d_1_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44" name="Google Shape;244;h61dc23adf5ca8e5d_1_20"/>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Medieval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45" name="Google Shape;245;h61dc23adf5ca8e5d_1_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Filament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46" name="Google Shape;246;h61dc23adf5ca8e5d_1_20"/>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D. Antiquity</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47" name="Google Shape;247;h61dc23adf5ca8e5d_1_20"/>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A. Enamored</a:t>
            </a:r>
            <a:endParaRPr sz="3500" b="1" i="0" u="none" strike="noStrike" cap="none">
              <a:solidFill>
                <a:srgbClr val="1C4587"/>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20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2"/>
        <p:cNvGrpSpPr/>
        <p:nvPr/>
      </p:nvGrpSpPr>
      <p:grpSpPr>
        <a:xfrm>
          <a:off x="0" y="0"/>
          <a:ext cx="0" cy="0"/>
          <a:chOff x="0" y="0"/>
          <a:chExt cx="0" cy="0"/>
        </a:xfrm>
      </p:grpSpPr>
      <p:grpSp>
        <p:nvGrpSpPr>
          <p:cNvPr id="253" name="Google Shape;253;h61dc23adf5ca8e5d_1_56"/>
          <p:cNvGrpSpPr/>
          <p:nvPr/>
        </p:nvGrpSpPr>
        <p:grpSpPr>
          <a:xfrm>
            <a:off x="152436" y="3488941"/>
            <a:ext cx="1155255" cy="1559334"/>
            <a:chOff x="3641271" y="933450"/>
            <a:chExt cx="1213758" cy="1638300"/>
          </a:xfrm>
        </p:grpSpPr>
        <p:pic>
          <p:nvPicPr>
            <p:cNvPr id="254" name="Google Shape;254;h61dc23adf5ca8e5d_1_56" descr="Image result for wax seal">
              <a:hlinkClick r:id="rId4" action="ppaction://hlinksldjump"/>
            </p:cNvPr>
            <p:cNvPicPr preferRelativeResize="0"/>
            <p:nvPr/>
          </p:nvPicPr>
          <p:blipFill rotWithShape="1">
            <a:blip r:embed="rId5">
              <a:alphaModFix/>
            </a:blip>
            <a:srcRect l="21038" t="10906" r="21038" b="10914"/>
            <a:stretch/>
          </p:blipFill>
          <p:spPr>
            <a:xfrm>
              <a:off x="3641271" y="933450"/>
              <a:ext cx="1213758" cy="1638300"/>
            </a:xfrm>
            <a:prstGeom prst="rect">
              <a:avLst/>
            </a:prstGeom>
            <a:noFill/>
            <a:ln>
              <a:noFill/>
            </a:ln>
          </p:spPr>
        </p:pic>
        <p:pic>
          <p:nvPicPr>
            <p:cNvPr id="255" name="Google Shape;255;h61dc23adf5ca8e5d_1_56" descr="Image result for hogwarts crest">
              <a:hlinkClick r:id="rId4" action="ppaction://hlinksldjump"/>
            </p:cNvPr>
            <p:cNvPicPr preferRelativeResize="0"/>
            <p:nvPr/>
          </p:nvPicPr>
          <p:blipFill rotWithShape="1">
            <a:blip r:embed="rId6">
              <a:alphaModFix/>
            </a:blip>
            <a:srcRect l="16620" t="10617" r="13224" b="17358"/>
            <a:stretch/>
          </p:blipFill>
          <p:spPr>
            <a:xfrm>
              <a:off x="3905250" y="1073704"/>
              <a:ext cx="685800" cy="751200"/>
            </a:xfrm>
            <a:prstGeom prst="ellipse">
              <a:avLst/>
            </a:prstGeom>
            <a:noFill/>
            <a:ln>
              <a:noFill/>
            </a:ln>
          </p:spPr>
        </p:pic>
      </p:grpSp>
      <p:grpSp>
        <p:nvGrpSpPr>
          <p:cNvPr id="256" name="Google Shape;256;h61dc23adf5ca8e5d_1_56"/>
          <p:cNvGrpSpPr/>
          <p:nvPr/>
        </p:nvGrpSpPr>
        <p:grpSpPr>
          <a:xfrm>
            <a:off x="7772409" y="3452676"/>
            <a:ext cx="1219212" cy="1595597"/>
            <a:chOff x="950617" y="914400"/>
            <a:chExt cx="1280954" cy="1676400"/>
          </a:xfrm>
        </p:grpSpPr>
        <p:pic>
          <p:nvPicPr>
            <p:cNvPr id="257" name="Google Shape;257;h61dc23adf5ca8e5d_1_56" descr="Image result for wax seal">
              <a:hlinkClick r:id="rId7" action="ppaction://hlinksldjump"/>
            </p:cNvPr>
            <p:cNvPicPr preferRelativeResize="0"/>
            <p:nvPr/>
          </p:nvPicPr>
          <p:blipFill rotWithShape="1">
            <a:blip r:embed="rId8">
              <a:alphaModFix/>
            </a:blip>
            <a:srcRect l="19439" t="10000" r="19433" b="10000"/>
            <a:stretch/>
          </p:blipFill>
          <p:spPr>
            <a:xfrm>
              <a:off x="950617" y="914400"/>
              <a:ext cx="1280954" cy="1676400"/>
            </a:xfrm>
            <a:prstGeom prst="rect">
              <a:avLst/>
            </a:prstGeom>
            <a:noFill/>
            <a:ln>
              <a:noFill/>
            </a:ln>
          </p:spPr>
        </p:pic>
        <p:pic>
          <p:nvPicPr>
            <p:cNvPr id="258" name="Google Shape;258;h61dc23adf5ca8e5d_1_56" descr="Image result for hogwarts crest">
              <a:hlinkClick r:id="rId7" action="ppaction://hlinksldjump"/>
            </p:cNvPr>
            <p:cNvPicPr preferRelativeResize="0"/>
            <p:nvPr/>
          </p:nvPicPr>
          <p:blipFill rotWithShape="1">
            <a:blip r:embed="rId9">
              <a:alphaModFix/>
            </a:blip>
            <a:srcRect l="16620" t="10617" r="13224" b="17358"/>
            <a:stretch/>
          </p:blipFill>
          <p:spPr>
            <a:xfrm>
              <a:off x="1248194" y="1073704"/>
              <a:ext cx="685800" cy="751200"/>
            </a:xfrm>
            <a:prstGeom prst="ellipse">
              <a:avLst/>
            </a:prstGeom>
            <a:noFill/>
            <a:ln>
              <a:noFill/>
            </a:ln>
          </p:spPr>
        </p:pic>
      </p:grpSp>
      <p:sp>
        <p:nvSpPr>
          <p:cNvPr id="259" name="Google Shape;259;h61dc23adf5ca8e5d_1_56"/>
          <p:cNvSpPr txBox="1">
            <a:spLocks noGrp="1"/>
          </p:cNvSpPr>
          <p:nvPr>
            <p:ph type="title" idx="4294967295"/>
          </p:nvPr>
        </p:nvSpPr>
        <p:spPr>
          <a:xfrm>
            <a:off x="457200" y="-1085850"/>
            <a:ext cx="8229600" cy="857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Question A</a:t>
            </a:r>
            <a:endParaRPr/>
          </a:p>
        </p:txBody>
      </p:sp>
      <p:sp>
        <p:nvSpPr>
          <p:cNvPr id="260" name="Google Shape;260;h61dc23adf5ca8e5d_1_56"/>
          <p:cNvSpPr txBox="1"/>
          <p:nvPr/>
        </p:nvSpPr>
        <p:spPr>
          <a:xfrm>
            <a:off x="221150" y="543125"/>
            <a:ext cx="8840100" cy="26820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700" b="1">
                <a:solidFill>
                  <a:srgbClr val="980000"/>
                </a:solidFill>
                <a:latin typeface="Times New Roman"/>
                <a:ea typeface="Times New Roman"/>
                <a:cs typeface="Times New Roman"/>
                <a:sym typeface="Times New Roman"/>
              </a:rPr>
              <a:t>Question 7: Which publication is defined as "an annual publication that provides a variety of information, typically related to weather forecasts, astronomical data, holidays, notable events..."?</a:t>
            </a:r>
            <a:endParaRPr sz="17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2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2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1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100">
              <a:solidFill>
                <a:schemeClr val="dk1"/>
              </a:solidFill>
              <a:latin typeface="Times New Roman"/>
              <a:ea typeface="Times New Roman"/>
              <a:cs typeface="Times New Roman"/>
              <a:sym typeface="Times New Roman"/>
            </a:endParaRPr>
          </a:p>
        </p:txBody>
      </p:sp>
      <p:sp>
        <p:nvSpPr>
          <p:cNvPr id="261" name="Google Shape;261;h61dc23adf5ca8e5d_1_56"/>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Caravanserai</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62" name="Google Shape;262;h61dc23adf5ca8e5d_1_5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63" name="Google Shape;263;h61dc23adf5ca8e5d_1_56"/>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Almanac</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64" name="Google Shape;264;h61dc23adf5ca8e5d_1_5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Adage</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65" name="Google Shape;265;h61dc23adf5ca8e5d_1_56"/>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Filament </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266" name="Google Shape;266;h61dc23adf5ca8e5d_1_56"/>
          <p:cNvSpPr txBox="1"/>
          <p:nvPr/>
        </p:nvSpPr>
        <p:spPr>
          <a:xfrm>
            <a:off x="1407460" y="37838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C. Almanac</a:t>
            </a:r>
            <a:endParaRPr sz="3500" b="1" i="0" u="none"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1"/>
        <p:cNvGrpSpPr/>
        <p:nvPr/>
      </p:nvGrpSpPr>
      <p:grpSpPr>
        <a:xfrm>
          <a:off x="0" y="0"/>
          <a:ext cx="0" cy="0"/>
          <a:chOff x="0" y="0"/>
          <a:chExt cx="0" cy="0"/>
        </a:xfrm>
      </p:grpSpPr>
      <p:grpSp>
        <p:nvGrpSpPr>
          <p:cNvPr id="272" name="Google Shape;272;p13"/>
          <p:cNvGrpSpPr/>
          <p:nvPr/>
        </p:nvGrpSpPr>
        <p:grpSpPr>
          <a:xfrm>
            <a:off x="152400" y="3488932"/>
            <a:ext cx="1155243" cy="1559318"/>
            <a:chOff x="3641271" y="933450"/>
            <a:chExt cx="1213758" cy="1638300"/>
          </a:xfrm>
        </p:grpSpPr>
        <p:pic>
          <p:nvPicPr>
            <p:cNvPr id="273" name="Google Shape;273;p13"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274" name="Google Shape;274;p13"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275" name="Google Shape;275;p13"/>
          <p:cNvGrpSpPr/>
          <p:nvPr/>
        </p:nvGrpSpPr>
        <p:grpSpPr>
          <a:xfrm>
            <a:off x="7772400" y="3452668"/>
            <a:ext cx="1219200" cy="1595582"/>
            <a:chOff x="950617" y="914400"/>
            <a:chExt cx="1280954" cy="1676400"/>
          </a:xfrm>
        </p:grpSpPr>
        <p:pic>
          <p:nvPicPr>
            <p:cNvPr id="276" name="Google Shape;276;p13"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277" name="Google Shape;277;p13"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278" name="Google Shape;278;p13"/>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J</a:t>
            </a:r>
            <a:endParaRPr/>
          </a:p>
        </p:txBody>
      </p:sp>
      <p:sp>
        <p:nvSpPr>
          <p:cNvPr id="279" name="Google Shape;279;p13"/>
          <p:cNvSpPr txBox="1"/>
          <p:nvPr/>
        </p:nvSpPr>
        <p:spPr>
          <a:xfrm>
            <a:off x="440661" y="555925"/>
            <a:ext cx="82296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90000"/>
                </a:solidFill>
                <a:latin typeface="Times New Roman"/>
                <a:ea typeface="Times New Roman"/>
                <a:cs typeface="Times New Roman"/>
                <a:sym typeface="Times New Roman"/>
              </a:rPr>
              <a:t>Question 8: “The filament inside the old light bulb burned out, leaving the room in darkness.” What does the word "Filament" mean?</a:t>
            </a:r>
            <a:endParaRPr sz="2000" b="1">
              <a:solidFill>
                <a:srgbClr val="99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ctr"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ctr"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80" name="Google Shape;280;p13"/>
          <p:cNvSpPr/>
          <p:nvPr/>
        </p:nvSpPr>
        <p:spPr>
          <a:xfrm>
            <a:off x="1115575" y="1571825"/>
            <a:ext cx="3220074"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A. The weakest or most unpleasant part of something</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1" name="Google Shape;281;p13"/>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2" name="Google Shape;282;p13"/>
          <p:cNvSpPr/>
          <p:nvPr/>
        </p:nvSpPr>
        <p:spPr>
          <a:xfrm>
            <a:off x="111557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C. An inn with a central courtyard in the desert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3" name="Google Shape;283;p13"/>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B. A thin thread or fibre of natural or artificial material</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4" name="Google Shape;284;p13"/>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D.  A wise saying</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285" name="Google Shape;285;p13"/>
          <p:cNvSpPr txBox="1"/>
          <p:nvPr/>
        </p:nvSpPr>
        <p:spPr>
          <a:xfrm>
            <a:off x="1420475" y="3970250"/>
            <a:ext cx="6503400" cy="7080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000" b="1">
                <a:solidFill>
                  <a:srgbClr val="1C4587"/>
                </a:solidFill>
                <a:latin typeface="Times New Roman"/>
                <a:ea typeface="Times New Roman"/>
                <a:cs typeface="Times New Roman"/>
                <a:sym typeface="Times New Roman"/>
              </a:rPr>
              <a:t>B. A</a:t>
            </a:r>
            <a:r>
              <a:rPr lang="en-US" sz="2000" b="1">
                <a:solidFill>
                  <a:srgbClr val="1C4587"/>
                </a:solidFill>
                <a:uFill>
                  <a:noFill/>
                </a:u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 thin</a:t>
            </a:r>
            <a:r>
              <a:rPr lang="en-US" sz="2000" b="1">
                <a:solidFill>
                  <a:srgbClr val="1C4587"/>
                </a:solidFill>
                <a:uFill>
                  <a:noFill/>
                </a:u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 thread</a:t>
            </a:r>
            <a:r>
              <a:rPr lang="en-US" sz="2000" b="1">
                <a:solidFill>
                  <a:srgbClr val="1C4587"/>
                </a:solidFill>
                <a:latin typeface="Times New Roman"/>
                <a:ea typeface="Times New Roman"/>
                <a:cs typeface="Times New Roman"/>
                <a:sym typeface="Times New Roman"/>
              </a:rPr>
              <a:t> or</a:t>
            </a:r>
            <a:r>
              <a:rPr lang="en-US" sz="2000" b="1">
                <a:solidFill>
                  <a:srgbClr val="1C4587"/>
                </a:solidFill>
                <a:uFill>
                  <a:noFill/>
                </a:uFill>
                <a:latin typeface="Times New Roman"/>
                <a:ea typeface="Times New Roman"/>
                <a:cs typeface="Times New Roman"/>
                <a:sym typeface="Times New Roman"/>
                <a:hlinkClick r:id="rId12">
                  <a:extLst>
                    <a:ext uri="{A12FA001-AC4F-418D-AE19-62706E023703}">
                      <ahyp:hlinkClr xmlns:ahyp="http://schemas.microsoft.com/office/drawing/2018/hyperlinkcolor" val="tx"/>
                    </a:ext>
                  </a:extLst>
                </a:hlinkClick>
              </a:rPr>
              <a:t> fibre</a:t>
            </a:r>
            <a:r>
              <a:rPr lang="en-US" sz="2000" b="1">
                <a:solidFill>
                  <a:srgbClr val="1C4587"/>
                </a:solidFill>
                <a:latin typeface="Times New Roman"/>
                <a:ea typeface="Times New Roman"/>
                <a:cs typeface="Times New Roman"/>
                <a:sym typeface="Times New Roman"/>
              </a:rPr>
              <a:t> of</a:t>
            </a:r>
            <a:r>
              <a:rPr lang="en-US" sz="2000" b="1">
                <a:solidFill>
                  <a:srgbClr val="1C4587"/>
                </a:solidFill>
                <a:uFill>
                  <a:noFill/>
                </a:uFill>
                <a:latin typeface="Times New Roman"/>
                <a:ea typeface="Times New Roman"/>
                <a:cs typeface="Times New Roman"/>
                <a:sym typeface="Times New Roman"/>
                <a:hlinkClick r:id="rId13">
                  <a:extLst>
                    <a:ext uri="{A12FA001-AC4F-418D-AE19-62706E023703}">
                      <ahyp:hlinkClr xmlns:ahyp="http://schemas.microsoft.com/office/drawing/2018/hyperlinkcolor" val="tx"/>
                    </a:ext>
                  </a:extLst>
                </a:hlinkClick>
              </a:rPr>
              <a:t> natural</a:t>
            </a:r>
            <a:r>
              <a:rPr lang="en-US" sz="2000" b="1">
                <a:solidFill>
                  <a:srgbClr val="1C4587"/>
                </a:solidFill>
                <a:latin typeface="Times New Roman"/>
                <a:ea typeface="Times New Roman"/>
                <a:cs typeface="Times New Roman"/>
                <a:sym typeface="Times New Roman"/>
              </a:rPr>
              <a:t> or</a:t>
            </a:r>
            <a:r>
              <a:rPr lang="en-US" sz="2000" b="1">
                <a:solidFill>
                  <a:srgbClr val="1C4587"/>
                </a:solidFill>
                <a:uFill>
                  <a:noFill/>
                </a:uFill>
                <a:latin typeface="Times New Roman"/>
                <a:ea typeface="Times New Roman"/>
                <a:cs typeface="Times New Roman"/>
                <a:sym typeface="Times New Roman"/>
                <a:hlinkClick r:id="rId14">
                  <a:extLst>
                    <a:ext uri="{A12FA001-AC4F-418D-AE19-62706E023703}">
                      <ahyp:hlinkClr xmlns:ahyp="http://schemas.microsoft.com/office/drawing/2018/hyperlinkcolor" val="tx"/>
                    </a:ext>
                  </a:extLst>
                </a:hlinkClick>
              </a:rPr>
              <a:t> artificial</a:t>
            </a:r>
            <a:r>
              <a:rPr lang="en-US" sz="2000" b="1">
                <a:solidFill>
                  <a:srgbClr val="1C4587"/>
                </a:solidFill>
                <a:uFill>
                  <a:noFill/>
                </a:uFill>
                <a:latin typeface="Times New Roman"/>
                <a:ea typeface="Times New Roman"/>
                <a:cs typeface="Times New Roman"/>
                <a:sym typeface="Times New Roman"/>
                <a:hlinkClick r:id="rId15">
                  <a:extLst>
                    <a:ext uri="{A12FA001-AC4F-418D-AE19-62706E023703}">
                      <ahyp:hlinkClr xmlns:ahyp="http://schemas.microsoft.com/office/drawing/2018/hyperlinkcolor" val="tx"/>
                    </a:ext>
                  </a:extLst>
                </a:hlinkClick>
              </a:rPr>
              <a:t> materia</a:t>
            </a:r>
            <a:r>
              <a:rPr lang="en-US" sz="2000" b="1">
                <a:solidFill>
                  <a:srgbClr val="1C4587"/>
                </a:solidFill>
                <a:latin typeface="Times New Roman"/>
                <a:ea typeface="Times New Roman"/>
                <a:cs typeface="Times New Roman"/>
                <a:sym typeface="Times New Roman"/>
              </a:rPr>
              <a:t>l</a:t>
            </a:r>
            <a:endParaRPr sz="2000" b="1">
              <a:solidFill>
                <a:srgbClr val="1C4587"/>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sz="2000" b="1">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0"/>
        <p:cNvGrpSpPr/>
        <p:nvPr/>
      </p:nvGrpSpPr>
      <p:grpSpPr>
        <a:xfrm>
          <a:off x="0" y="0"/>
          <a:ext cx="0" cy="0"/>
          <a:chOff x="0" y="0"/>
          <a:chExt cx="0" cy="0"/>
        </a:xfrm>
      </p:grpSpPr>
      <p:grpSp>
        <p:nvGrpSpPr>
          <p:cNvPr id="291" name="Google Shape;291;p14"/>
          <p:cNvGrpSpPr/>
          <p:nvPr/>
        </p:nvGrpSpPr>
        <p:grpSpPr>
          <a:xfrm>
            <a:off x="152400" y="3488932"/>
            <a:ext cx="1155243" cy="1559318"/>
            <a:chOff x="3641271" y="933450"/>
            <a:chExt cx="1213758" cy="1638300"/>
          </a:xfrm>
        </p:grpSpPr>
        <p:pic>
          <p:nvPicPr>
            <p:cNvPr id="292" name="Google Shape;292;p14"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293" name="Google Shape;293;p14"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294" name="Google Shape;294;p14"/>
          <p:cNvGrpSpPr/>
          <p:nvPr/>
        </p:nvGrpSpPr>
        <p:grpSpPr>
          <a:xfrm>
            <a:off x="7772400" y="3452668"/>
            <a:ext cx="1219200" cy="1595582"/>
            <a:chOff x="950617" y="914400"/>
            <a:chExt cx="1280954" cy="1676400"/>
          </a:xfrm>
        </p:grpSpPr>
        <p:pic>
          <p:nvPicPr>
            <p:cNvPr id="295" name="Google Shape;295;p14"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296" name="Google Shape;296;p14"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297" name="Google Shape;297;p14"/>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K</a:t>
            </a:r>
            <a:endParaRPr/>
          </a:p>
        </p:txBody>
      </p:sp>
      <p:sp>
        <p:nvSpPr>
          <p:cNvPr id="298" name="Google Shape;298;p14"/>
          <p:cNvSpPr txBox="1"/>
          <p:nvPr/>
        </p:nvSpPr>
        <p:spPr>
          <a:xfrm>
            <a:off x="903000" y="507425"/>
            <a:ext cx="73380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9: Which of the following words means "to suppose that something is true without having evidence to confirm it" ?</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CC4125"/>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299" name="Google Shape;299;p14"/>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Deduce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00" name="Google Shape;300;p1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01" name="Google Shape;301;p14"/>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Assert</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02" name="Google Shape;302;p14"/>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Surmise</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03" name="Google Shape;303;p14"/>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Verify</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04" name="Google Shape;304;p14"/>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B. Surmise</a:t>
            </a:r>
            <a:endParaRPr sz="3500" b="1" i="0" u="none"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9"/>
        <p:cNvGrpSpPr/>
        <p:nvPr/>
      </p:nvGrpSpPr>
      <p:grpSpPr>
        <a:xfrm>
          <a:off x="0" y="0"/>
          <a:ext cx="0" cy="0"/>
          <a:chOff x="0" y="0"/>
          <a:chExt cx="0" cy="0"/>
        </a:xfrm>
      </p:grpSpPr>
      <p:grpSp>
        <p:nvGrpSpPr>
          <p:cNvPr id="310" name="Google Shape;310;p15"/>
          <p:cNvGrpSpPr/>
          <p:nvPr/>
        </p:nvGrpSpPr>
        <p:grpSpPr>
          <a:xfrm>
            <a:off x="152400" y="3488932"/>
            <a:ext cx="1155243" cy="1559318"/>
            <a:chOff x="3641271" y="933450"/>
            <a:chExt cx="1213758" cy="1638300"/>
          </a:xfrm>
        </p:grpSpPr>
        <p:pic>
          <p:nvPicPr>
            <p:cNvPr id="311" name="Google Shape;311;p15"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12" name="Google Shape;312;p15"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13" name="Google Shape;313;p15"/>
          <p:cNvGrpSpPr/>
          <p:nvPr/>
        </p:nvGrpSpPr>
        <p:grpSpPr>
          <a:xfrm>
            <a:off x="7772400" y="3452668"/>
            <a:ext cx="1219200" cy="1595582"/>
            <a:chOff x="950617" y="914400"/>
            <a:chExt cx="1280954" cy="1676400"/>
          </a:xfrm>
        </p:grpSpPr>
        <p:pic>
          <p:nvPicPr>
            <p:cNvPr id="314" name="Google Shape;314;p15"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15" name="Google Shape;315;p15"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16" name="Google Shape;316;p15"/>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L</a:t>
            </a:r>
            <a:endParaRPr/>
          </a:p>
        </p:txBody>
      </p:sp>
      <p:sp>
        <p:nvSpPr>
          <p:cNvPr id="317" name="Google Shape;317;p15"/>
          <p:cNvSpPr txBox="1"/>
          <p:nvPr/>
        </p:nvSpPr>
        <p:spPr>
          <a:xfrm>
            <a:off x="1026675" y="483200"/>
            <a:ext cx="73380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10: When you want to describe a status that is "almost, but not completely official", what prefix should you use?</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18" name="Google Shape;318;p15"/>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Quasi- </a:t>
            </a:r>
            <a:endParaRPr sz="3500" b="1" i="0"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3"/>
        <p:cNvGrpSpPr/>
        <p:nvPr/>
      </p:nvGrpSpPr>
      <p:grpSpPr>
        <a:xfrm>
          <a:off x="0" y="0"/>
          <a:ext cx="0" cy="0"/>
          <a:chOff x="0" y="0"/>
          <a:chExt cx="0" cy="0"/>
        </a:xfrm>
      </p:grpSpPr>
      <p:grpSp>
        <p:nvGrpSpPr>
          <p:cNvPr id="324" name="Google Shape;324;p16"/>
          <p:cNvGrpSpPr/>
          <p:nvPr/>
        </p:nvGrpSpPr>
        <p:grpSpPr>
          <a:xfrm>
            <a:off x="152400" y="3488932"/>
            <a:ext cx="1155243" cy="1559318"/>
            <a:chOff x="3641271" y="933450"/>
            <a:chExt cx="1213758" cy="1638300"/>
          </a:xfrm>
        </p:grpSpPr>
        <p:pic>
          <p:nvPicPr>
            <p:cNvPr id="325" name="Google Shape;325;p16"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26" name="Google Shape;326;p16"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27" name="Google Shape;327;p16"/>
          <p:cNvGrpSpPr/>
          <p:nvPr/>
        </p:nvGrpSpPr>
        <p:grpSpPr>
          <a:xfrm>
            <a:off x="7772400" y="3452668"/>
            <a:ext cx="1219200" cy="1595582"/>
            <a:chOff x="950617" y="914400"/>
            <a:chExt cx="1280954" cy="1676400"/>
          </a:xfrm>
        </p:grpSpPr>
        <p:pic>
          <p:nvPicPr>
            <p:cNvPr id="328" name="Google Shape;328;p16"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29" name="Google Shape;329;p16"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30" name="Google Shape;330;p16"/>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M</a:t>
            </a:r>
            <a:endParaRPr/>
          </a:p>
        </p:txBody>
      </p:sp>
      <p:sp>
        <p:nvSpPr>
          <p:cNvPr id="331" name="Google Shape;331;p16"/>
          <p:cNvSpPr txBox="1"/>
          <p:nvPr/>
        </p:nvSpPr>
        <p:spPr>
          <a:xfrm>
            <a:off x="457200" y="684425"/>
            <a:ext cx="8367000" cy="27075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11: Which word matches the definition "wealthy or prosperous"?</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32" name="Google Shape;332;p16"/>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Asphalt </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33" name="Google Shape;333;p1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34" name="Google Shape;334;p16"/>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Apocryphal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35" name="Google Shape;335;p16"/>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Affluent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36" name="Google Shape;336;p16"/>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Genocide</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37" name="Google Shape;337;p16"/>
          <p:cNvSpPr txBox="1"/>
          <p:nvPr/>
        </p:nvSpPr>
        <p:spPr>
          <a:xfrm>
            <a:off x="1307660" y="38090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rgbClr val="1C4587"/>
                </a:solidFill>
                <a:latin typeface="Times New Roman"/>
                <a:ea typeface="Times New Roman"/>
                <a:cs typeface="Times New Roman"/>
                <a:sym typeface="Times New Roman"/>
              </a:rPr>
              <a:t>B. Affluent </a:t>
            </a:r>
            <a:endParaRPr sz="3500" b="1" i="0" u="none" strike="noStrike" cap="none">
              <a:solidFill>
                <a:srgbClr val="1C4587"/>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2"/>
        <p:cNvGrpSpPr/>
        <p:nvPr/>
      </p:nvGrpSpPr>
      <p:grpSpPr>
        <a:xfrm>
          <a:off x="0" y="0"/>
          <a:ext cx="0" cy="0"/>
          <a:chOff x="0" y="0"/>
          <a:chExt cx="0" cy="0"/>
        </a:xfrm>
      </p:grpSpPr>
      <p:grpSp>
        <p:nvGrpSpPr>
          <p:cNvPr id="343" name="Google Shape;343;p17"/>
          <p:cNvGrpSpPr/>
          <p:nvPr/>
        </p:nvGrpSpPr>
        <p:grpSpPr>
          <a:xfrm>
            <a:off x="152400" y="3488932"/>
            <a:ext cx="1155243" cy="1559318"/>
            <a:chOff x="3641271" y="933450"/>
            <a:chExt cx="1213758" cy="1638300"/>
          </a:xfrm>
        </p:grpSpPr>
        <p:pic>
          <p:nvPicPr>
            <p:cNvPr id="344" name="Google Shape;344;p17"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45" name="Google Shape;345;p17"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46" name="Google Shape;346;p17"/>
          <p:cNvGrpSpPr/>
          <p:nvPr/>
        </p:nvGrpSpPr>
        <p:grpSpPr>
          <a:xfrm>
            <a:off x="7772400" y="3452668"/>
            <a:ext cx="1219200" cy="1595582"/>
            <a:chOff x="950617" y="914400"/>
            <a:chExt cx="1280954" cy="1676400"/>
          </a:xfrm>
        </p:grpSpPr>
        <p:pic>
          <p:nvPicPr>
            <p:cNvPr id="347" name="Google Shape;347;p17"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48" name="Google Shape;348;p17"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49" name="Google Shape;349;p17"/>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N</a:t>
            </a:r>
            <a:endParaRPr/>
          </a:p>
        </p:txBody>
      </p:sp>
      <p:sp>
        <p:nvSpPr>
          <p:cNvPr id="350" name="Google Shape;350;p17"/>
          <p:cNvSpPr txBox="1"/>
          <p:nvPr/>
        </p:nvSpPr>
        <p:spPr>
          <a:xfrm>
            <a:off x="576925" y="507425"/>
            <a:ext cx="78138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90000"/>
                </a:solidFill>
                <a:latin typeface="Times New Roman"/>
                <a:ea typeface="Times New Roman"/>
                <a:cs typeface="Times New Roman"/>
                <a:sym typeface="Times New Roman"/>
              </a:rPr>
              <a:t>Question 12: “The workers are laying a new layer of asphalt on the playground.” .What does the word "Asphalt" mean?</a:t>
            </a:r>
            <a:endParaRPr sz="2000" b="1">
              <a:solidFill>
                <a:srgbClr val="99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51" name="Google Shape;351;p17"/>
          <p:cNvSpPr/>
          <p:nvPr/>
        </p:nvSpPr>
        <p:spPr>
          <a:xfrm>
            <a:off x="890975" y="1571825"/>
            <a:ext cx="341857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500">
                <a:solidFill>
                  <a:schemeClr val="dk1"/>
                </a:solidFill>
                <a:latin typeface="Times New Roman"/>
                <a:ea typeface="Times New Roman"/>
                <a:cs typeface="Times New Roman"/>
                <a:sym typeface="Times New Roman"/>
              </a:rPr>
              <a:t>A. A dark, sticky substance, often mixed with small stones or sand, that forms a strong surface when hard</a:t>
            </a:r>
            <a:endParaRPr sz="15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a:solidFill>
                <a:schemeClr val="dk1"/>
              </a:solidFill>
              <a:latin typeface="Times New Roman"/>
              <a:ea typeface="Times New Roman"/>
              <a:cs typeface="Times New Roman"/>
              <a:sym typeface="Times New Roman"/>
            </a:endParaRPr>
          </a:p>
        </p:txBody>
      </p:sp>
      <p:sp>
        <p:nvSpPr>
          <p:cNvPr id="352" name="Google Shape;352;p17"/>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53" name="Google Shape;353;p17"/>
          <p:cNvSpPr/>
          <p:nvPr/>
        </p:nvSpPr>
        <p:spPr>
          <a:xfrm>
            <a:off x="956200" y="2815750"/>
            <a:ext cx="3353346"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C. The crime of intentionally destroying part or all of a national or ethnic group</a:t>
            </a:r>
            <a:endParaRPr sz="15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54" name="Google Shape;354;p17"/>
          <p:cNvSpPr/>
          <p:nvPr/>
        </p:nvSpPr>
        <p:spPr>
          <a:xfrm>
            <a:off x="4844500" y="1571825"/>
            <a:ext cx="3353346"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1500">
                <a:solidFill>
                  <a:schemeClr val="dk1"/>
                </a:solidFill>
                <a:latin typeface="Times New Roman"/>
                <a:ea typeface="Times New Roman"/>
                <a:cs typeface="Times New Roman"/>
                <a:sym typeface="Times New Roman"/>
              </a:rPr>
              <a:t>B. A place where different cultures, ideas or traditions are mixed together</a:t>
            </a:r>
            <a:endParaRPr sz="15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55" name="Google Shape;355;p17"/>
          <p:cNvSpPr/>
          <p:nvPr/>
        </p:nvSpPr>
        <p:spPr>
          <a:xfrm>
            <a:off x="4844500" y="2876350"/>
            <a:ext cx="3288060"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D. A journey or travel of a religious nature to a sacred destination</a:t>
            </a:r>
            <a:endParaRPr sz="15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56" name="Google Shape;356;p17"/>
          <p:cNvSpPr txBox="1"/>
          <p:nvPr/>
        </p:nvSpPr>
        <p:spPr>
          <a:xfrm>
            <a:off x="1307650" y="3748450"/>
            <a:ext cx="6725100" cy="16101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200" b="1">
                <a:solidFill>
                  <a:schemeClr val="dk2"/>
                </a:solidFill>
                <a:latin typeface="Times New Roman"/>
                <a:ea typeface="Times New Roman"/>
                <a:cs typeface="Times New Roman"/>
                <a:sym typeface="Times New Roman"/>
              </a:rPr>
              <a:t>A. A dark, sticky substance, often mixed with small stones or sand, that forms a strong surface when hard</a:t>
            </a:r>
            <a:endParaRPr sz="2200" b="1">
              <a:solidFill>
                <a:schemeClr val="dk2"/>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en-US" sz="4800" b="1">
                <a:solidFill>
                  <a:schemeClr val="dk2"/>
                </a:solidFill>
                <a:latin typeface="Times New Roman"/>
                <a:ea typeface="Times New Roman"/>
                <a:cs typeface="Times New Roman"/>
                <a:sym typeface="Times New Roman"/>
              </a:rPr>
              <a:t> </a:t>
            </a:r>
            <a:endParaRPr sz="48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grpSp>
        <p:nvGrpSpPr>
          <p:cNvPr id="362" name="Google Shape;362;p18"/>
          <p:cNvGrpSpPr/>
          <p:nvPr/>
        </p:nvGrpSpPr>
        <p:grpSpPr>
          <a:xfrm>
            <a:off x="152400" y="3488932"/>
            <a:ext cx="1155243" cy="1559318"/>
            <a:chOff x="3641271" y="933450"/>
            <a:chExt cx="1213758" cy="1638300"/>
          </a:xfrm>
        </p:grpSpPr>
        <p:pic>
          <p:nvPicPr>
            <p:cNvPr id="363" name="Google Shape;363;p18"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64" name="Google Shape;364;p18"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65" name="Google Shape;365;p18"/>
          <p:cNvGrpSpPr/>
          <p:nvPr/>
        </p:nvGrpSpPr>
        <p:grpSpPr>
          <a:xfrm>
            <a:off x="7772400" y="3452668"/>
            <a:ext cx="1219200" cy="1595582"/>
            <a:chOff x="950617" y="914400"/>
            <a:chExt cx="1280954" cy="1676400"/>
          </a:xfrm>
        </p:grpSpPr>
        <p:pic>
          <p:nvPicPr>
            <p:cNvPr id="366" name="Google Shape;366;p18"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67" name="Google Shape;367;p18"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68" name="Google Shape;368;p18"/>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O</a:t>
            </a:r>
            <a:endParaRPr/>
          </a:p>
        </p:txBody>
      </p:sp>
      <p:sp>
        <p:nvSpPr>
          <p:cNvPr id="369" name="Google Shape;369;p18"/>
          <p:cNvSpPr txBox="1"/>
          <p:nvPr/>
        </p:nvSpPr>
        <p:spPr>
          <a:xfrm>
            <a:off x="916625" y="483125"/>
            <a:ext cx="7246800" cy="25536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13: Which term defines "of doubtful authenticity, although widely circulated as being true"?</a:t>
            </a: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370" name="Google Shape;370;p18"/>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Pilgrimage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71" name="Google Shape;371;p1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72" name="Google Shape;372;p18"/>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Apocryphal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73" name="Google Shape;373;p18"/>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Melting pot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74" name="Google Shape;374;p18"/>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Affluent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75" name="Google Shape;375;p18"/>
          <p:cNvSpPr txBox="1"/>
          <p:nvPr/>
        </p:nvSpPr>
        <p:spPr>
          <a:xfrm>
            <a:off x="1407435" y="37484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chemeClr val="dk2"/>
                </a:solidFill>
                <a:latin typeface="Times New Roman"/>
                <a:ea typeface="Times New Roman"/>
                <a:cs typeface="Times New Roman"/>
                <a:sym typeface="Times New Roman"/>
              </a:rPr>
              <a:t>C. Apocryphal</a:t>
            </a:r>
            <a:endParaRPr sz="35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0"/>
        <p:cNvGrpSpPr/>
        <p:nvPr/>
      </p:nvGrpSpPr>
      <p:grpSpPr>
        <a:xfrm>
          <a:off x="0" y="0"/>
          <a:ext cx="0" cy="0"/>
          <a:chOff x="0" y="0"/>
          <a:chExt cx="0" cy="0"/>
        </a:xfrm>
      </p:grpSpPr>
      <p:grpSp>
        <p:nvGrpSpPr>
          <p:cNvPr id="381" name="Google Shape;381;p19"/>
          <p:cNvGrpSpPr/>
          <p:nvPr/>
        </p:nvGrpSpPr>
        <p:grpSpPr>
          <a:xfrm>
            <a:off x="152400" y="3488932"/>
            <a:ext cx="1155243" cy="1559318"/>
            <a:chOff x="3641271" y="933450"/>
            <a:chExt cx="1213758" cy="1638300"/>
          </a:xfrm>
        </p:grpSpPr>
        <p:pic>
          <p:nvPicPr>
            <p:cNvPr id="382" name="Google Shape;382;p19"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383" name="Google Shape;383;p19"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384" name="Google Shape;384;p19"/>
          <p:cNvGrpSpPr/>
          <p:nvPr/>
        </p:nvGrpSpPr>
        <p:grpSpPr>
          <a:xfrm>
            <a:off x="7772400" y="3452668"/>
            <a:ext cx="1219200" cy="1595582"/>
            <a:chOff x="950617" y="914400"/>
            <a:chExt cx="1280954" cy="1676400"/>
          </a:xfrm>
        </p:grpSpPr>
        <p:pic>
          <p:nvPicPr>
            <p:cNvPr id="385" name="Google Shape;385;p19"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386" name="Google Shape;386;p19"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387" name="Google Shape;387;p19"/>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P</a:t>
            </a:r>
            <a:endParaRPr/>
          </a:p>
        </p:txBody>
      </p:sp>
      <p:sp>
        <p:nvSpPr>
          <p:cNvPr id="388" name="Google Shape;388;p19"/>
          <p:cNvSpPr txBox="1"/>
          <p:nvPr/>
        </p:nvSpPr>
        <p:spPr>
          <a:xfrm>
            <a:off x="548550" y="507425"/>
            <a:ext cx="83277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14: Which word refers to "the crime of intentionally destroying part or all of a national, ethnic, racial, or religious group"?</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rgbClr val="980000"/>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rgbClr val="980000"/>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rgbClr val="980000"/>
              </a:solidFill>
              <a:latin typeface="Times New Roman"/>
              <a:ea typeface="Times New Roman"/>
              <a:cs typeface="Times New Roman"/>
              <a:sym typeface="Times New Roman"/>
            </a:endParaRPr>
          </a:p>
        </p:txBody>
      </p:sp>
      <p:sp>
        <p:nvSpPr>
          <p:cNvPr id="389" name="Google Shape;389;p19"/>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Genocide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90" name="Google Shape;390;p19"/>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91" name="Google Shape;391;p19"/>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Apocryphal</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392" name="Google Shape;392;p19"/>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Asphalt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93" name="Google Shape;393;p19"/>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Melting pot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394" name="Google Shape;394;p19"/>
          <p:cNvSpPr txBox="1"/>
          <p:nvPr/>
        </p:nvSpPr>
        <p:spPr>
          <a:xfrm>
            <a:off x="1026685" y="3865869"/>
            <a:ext cx="6265200" cy="630900"/>
          </a:xfrm>
          <a:prstGeom prst="rect">
            <a:avLst/>
          </a:prstGeom>
          <a:noFill/>
          <a:ln>
            <a:noFill/>
          </a:ln>
        </p:spPr>
        <p:txBody>
          <a:bodyPr spcFirstLastPara="1" wrap="square" lIns="91425" tIns="45700" rIns="91425" bIns="45700" anchor="t" anchorCtr="0">
            <a:spAutoFit/>
          </a:bodyPr>
          <a:lstStyle/>
          <a:p>
            <a:pPr marL="457200" lvl="0" indent="0" algn="ctr" rtl="0">
              <a:spcBef>
                <a:spcPts val="0"/>
              </a:spcBef>
              <a:spcAft>
                <a:spcPts val="0"/>
              </a:spcAft>
              <a:buNone/>
            </a:pPr>
            <a:r>
              <a:rPr lang="en-US" sz="3500" b="1">
                <a:solidFill>
                  <a:schemeClr val="dk2"/>
                </a:solidFill>
                <a:latin typeface="Times New Roman"/>
                <a:ea typeface="Times New Roman"/>
                <a:cs typeface="Times New Roman"/>
                <a:sym typeface="Times New Roman"/>
              </a:rPr>
              <a:t>A. Genocide</a:t>
            </a:r>
            <a:endParaRPr sz="35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9"/>
        <p:cNvGrpSpPr/>
        <p:nvPr/>
      </p:nvGrpSpPr>
      <p:grpSpPr>
        <a:xfrm>
          <a:off x="0" y="0"/>
          <a:ext cx="0" cy="0"/>
          <a:chOff x="0" y="0"/>
          <a:chExt cx="0" cy="0"/>
        </a:xfrm>
      </p:grpSpPr>
      <p:grpSp>
        <p:nvGrpSpPr>
          <p:cNvPr id="400" name="Google Shape;400;p20"/>
          <p:cNvGrpSpPr/>
          <p:nvPr/>
        </p:nvGrpSpPr>
        <p:grpSpPr>
          <a:xfrm>
            <a:off x="152400" y="3488932"/>
            <a:ext cx="1155243" cy="1559318"/>
            <a:chOff x="3641271" y="933450"/>
            <a:chExt cx="1213758" cy="1638300"/>
          </a:xfrm>
        </p:grpSpPr>
        <p:pic>
          <p:nvPicPr>
            <p:cNvPr id="401" name="Google Shape;401;p20" descr="Image result for wax seal">
              <a:hlinkClick r:id="rId4" action="ppaction://hlinksldjump"/>
            </p:cNvPr>
            <p:cNvPicPr preferRelativeResize="0"/>
            <p:nvPr/>
          </p:nvPicPr>
          <p:blipFill rotWithShape="1">
            <a:blip r:embed="rId5">
              <a:alphaModFix/>
            </a:blip>
            <a:srcRect l="21039" t="10909" r="21038" b="10908"/>
            <a:stretch/>
          </p:blipFill>
          <p:spPr>
            <a:xfrm>
              <a:off x="3641271" y="933450"/>
              <a:ext cx="1213758" cy="1638300"/>
            </a:xfrm>
            <a:prstGeom prst="rect">
              <a:avLst/>
            </a:prstGeom>
            <a:noFill/>
            <a:ln>
              <a:noFill/>
            </a:ln>
          </p:spPr>
        </p:pic>
        <p:pic>
          <p:nvPicPr>
            <p:cNvPr id="402" name="Google Shape;402;p20" descr="Image result for hogwarts crest">
              <a:hlinkClick r:id="rId4" action="ppaction://hlinksldjump"/>
            </p:cNvPr>
            <p:cNvPicPr preferRelativeResize="0"/>
            <p:nvPr/>
          </p:nvPicPr>
          <p:blipFill rotWithShape="1">
            <a:blip r:embed="rId6">
              <a:alphaModFix/>
            </a:blip>
            <a:srcRect l="16621" t="10619" r="13221" b="17354"/>
            <a:stretch/>
          </p:blipFill>
          <p:spPr>
            <a:xfrm>
              <a:off x="3905250" y="1073704"/>
              <a:ext cx="685800" cy="751286"/>
            </a:xfrm>
            <a:prstGeom prst="ellipse">
              <a:avLst/>
            </a:prstGeom>
            <a:noFill/>
            <a:ln>
              <a:noFill/>
            </a:ln>
          </p:spPr>
        </p:pic>
      </p:grpSp>
      <p:grpSp>
        <p:nvGrpSpPr>
          <p:cNvPr id="403" name="Google Shape;403;p20"/>
          <p:cNvGrpSpPr/>
          <p:nvPr/>
        </p:nvGrpSpPr>
        <p:grpSpPr>
          <a:xfrm>
            <a:off x="7772400" y="3452668"/>
            <a:ext cx="1219200" cy="1595582"/>
            <a:chOff x="950617" y="914400"/>
            <a:chExt cx="1280954" cy="1676400"/>
          </a:xfrm>
        </p:grpSpPr>
        <p:pic>
          <p:nvPicPr>
            <p:cNvPr id="404" name="Google Shape;404;p20" descr="Image result for wax seal">
              <a:hlinkClick r:id="rId7" action="ppaction://hlinksldjump"/>
            </p:cNvPr>
            <p:cNvPicPr preferRelativeResize="0"/>
            <p:nvPr/>
          </p:nvPicPr>
          <p:blipFill rotWithShape="1">
            <a:blip r:embed="rId8">
              <a:alphaModFix/>
            </a:blip>
            <a:srcRect l="19436" t="10000" r="19435" b="10000"/>
            <a:stretch/>
          </p:blipFill>
          <p:spPr>
            <a:xfrm>
              <a:off x="950617" y="914400"/>
              <a:ext cx="1280954" cy="1676400"/>
            </a:xfrm>
            <a:prstGeom prst="rect">
              <a:avLst/>
            </a:prstGeom>
            <a:noFill/>
            <a:ln>
              <a:noFill/>
            </a:ln>
          </p:spPr>
        </p:pic>
        <p:pic>
          <p:nvPicPr>
            <p:cNvPr id="405" name="Google Shape;405;p20" descr="Image result for hogwarts crest">
              <a:hlinkClick r:id="rId7" action="ppaction://hlinksldjump"/>
            </p:cNvPr>
            <p:cNvPicPr preferRelativeResize="0"/>
            <p:nvPr/>
          </p:nvPicPr>
          <p:blipFill rotWithShape="1">
            <a:blip r:embed="rId9">
              <a:alphaModFix/>
            </a:blip>
            <a:srcRect l="16621" t="10619" r="13221" b="17354"/>
            <a:stretch/>
          </p:blipFill>
          <p:spPr>
            <a:xfrm>
              <a:off x="1248194" y="1073704"/>
              <a:ext cx="685800" cy="751286"/>
            </a:xfrm>
            <a:prstGeom prst="ellipse">
              <a:avLst/>
            </a:prstGeom>
            <a:noFill/>
            <a:ln>
              <a:noFill/>
            </a:ln>
          </p:spPr>
        </p:pic>
      </p:grpSp>
      <p:sp>
        <p:nvSpPr>
          <p:cNvPr id="406" name="Google Shape;406;p20"/>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Question </a:t>
            </a:r>
            <a:r>
              <a:rPr lang="en-US"/>
              <a:t>Q</a:t>
            </a:r>
            <a:endParaRPr/>
          </a:p>
        </p:txBody>
      </p:sp>
      <p:sp>
        <p:nvSpPr>
          <p:cNvPr id="407" name="Google Shape;407;p20"/>
          <p:cNvSpPr txBox="1"/>
          <p:nvPr/>
        </p:nvSpPr>
        <p:spPr>
          <a:xfrm>
            <a:off x="871025" y="507425"/>
            <a:ext cx="7338000" cy="30615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1200"/>
              </a:spcBef>
              <a:spcAft>
                <a:spcPts val="0"/>
              </a:spcAft>
              <a:buClr>
                <a:schemeClr val="dk1"/>
              </a:buClr>
              <a:buSzPts val="1100"/>
              <a:buFont typeface="Arial"/>
              <a:buNone/>
            </a:pPr>
            <a:r>
              <a:rPr lang="en-US" sz="2000" b="1">
                <a:solidFill>
                  <a:srgbClr val="980000"/>
                </a:solidFill>
                <a:latin typeface="Times New Roman"/>
                <a:ea typeface="Times New Roman"/>
                <a:cs typeface="Times New Roman"/>
                <a:sym typeface="Times New Roman"/>
              </a:rPr>
              <a:t>Question 15: Which term describes "a place where different cultures, ideas or traditions are mixed together"?</a:t>
            </a:r>
            <a:endParaRPr sz="2000" b="1">
              <a:solidFill>
                <a:srgbClr val="980000"/>
              </a:solidFill>
              <a:latin typeface="Times New Roman"/>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endParaRPr sz="2000" b="1">
              <a:solidFill>
                <a:srgbClr val="980000"/>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1300" b="1">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2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2200">
              <a:solidFill>
                <a:schemeClr val="dk1"/>
              </a:solidFill>
              <a:latin typeface="Times New Roman"/>
              <a:ea typeface="Times New Roman"/>
              <a:cs typeface="Times New Roman"/>
              <a:sym typeface="Times New Roman"/>
            </a:endParaRPr>
          </a:p>
        </p:txBody>
      </p:sp>
      <p:sp>
        <p:nvSpPr>
          <p:cNvPr id="408" name="Google Shape;408;p20"/>
          <p:cNvSpPr/>
          <p:nvPr/>
        </p:nvSpPr>
        <p:spPr>
          <a:xfrm>
            <a:off x="111557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A. Pilgrimage</a:t>
            </a:r>
            <a:endParaRPr sz="20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409" name="Google Shape;409;p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410" name="Google Shape;410;p20"/>
          <p:cNvSpPr/>
          <p:nvPr/>
        </p:nvSpPr>
        <p:spPr>
          <a:xfrm>
            <a:off x="1026675" y="28157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C. Affluent</a:t>
            </a:r>
            <a:endParaRPr sz="20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Clr>
                <a:schemeClr val="dk1"/>
              </a:buClr>
              <a:buSzPts val="1100"/>
              <a:buFont typeface="Arial"/>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endParaRPr sz="1800">
              <a:solidFill>
                <a:schemeClr val="dk1"/>
              </a:solidFill>
              <a:latin typeface="Times New Roman"/>
              <a:ea typeface="Times New Roman"/>
              <a:cs typeface="Times New Roman"/>
              <a:sym typeface="Times New Roman"/>
            </a:endParaRPr>
          </a:p>
        </p:txBody>
      </p:sp>
      <p:sp>
        <p:nvSpPr>
          <p:cNvPr id="411" name="Google Shape;411;p20"/>
          <p:cNvSpPr/>
          <p:nvPr/>
        </p:nvSpPr>
        <p:spPr>
          <a:xfrm>
            <a:off x="4962025" y="1571825"/>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B. Melting pot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412" name="Google Shape;412;p20"/>
          <p:cNvSpPr/>
          <p:nvPr/>
        </p:nvSpPr>
        <p:spPr>
          <a:xfrm>
            <a:off x="4962025" y="2876350"/>
            <a:ext cx="3058668" cy="932688"/>
          </a:xfrm>
          <a:prstGeom prst="flowChartTermina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r>
              <a:rPr lang="en-US" sz="2000">
                <a:solidFill>
                  <a:schemeClr val="dk1"/>
                </a:solidFill>
                <a:latin typeface="Times New Roman"/>
                <a:ea typeface="Times New Roman"/>
                <a:cs typeface="Times New Roman"/>
                <a:sym typeface="Times New Roman"/>
              </a:rPr>
              <a:t>   D. Asphalt</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300">
              <a:solidFill>
                <a:schemeClr val="dk1"/>
              </a:solidFill>
              <a:latin typeface="Times New Roman"/>
              <a:ea typeface="Times New Roman"/>
              <a:cs typeface="Times New Roman"/>
              <a:sym typeface="Times New Roman"/>
            </a:endParaRPr>
          </a:p>
          <a:p>
            <a:pPr marL="0" lvl="0" indent="0" algn="ctr" rtl="0">
              <a:lnSpc>
                <a:spcPct val="115000"/>
              </a:lnSpc>
              <a:spcBef>
                <a:spcPts val="1200"/>
              </a:spcBef>
              <a:spcAft>
                <a:spcPts val="1200"/>
              </a:spcAft>
              <a:buNone/>
            </a:pPr>
            <a:endParaRPr sz="1300">
              <a:solidFill>
                <a:schemeClr val="dk1"/>
              </a:solidFill>
              <a:latin typeface="Times New Roman"/>
              <a:ea typeface="Times New Roman"/>
              <a:cs typeface="Times New Roman"/>
              <a:sym typeface="Times New Roman"/>
            </a:endParaRPr>
          </a:p>
        </p:txBody>
      </p:sp>
      <p:sp>
        <p:nvSpPr>
          <p:cNvPr id="413" name="Google Shape;413;p20"/>
          <p:cNvSpPr txBox="1"/>
          <p:nvPr/>
        </p:nvSpPr>
        <p:spPr>
          <a:xfrm>
            <a:off x="1407435" y="3809044"/>
            <a:ext cx="6265200" cy="6309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3500" b="1">
                <a:solidFill>
                  <a:schemeClr val="dk2"/>
                </a:solidFill>
                <a:latin typeface="Times New Roman"/>
                <a:ea typeface="Times New Roman"/>
                <a:cs typeface="Times New Roman"/>
                <a:sym typeface="Times New Roman"/>
              </a:rPr>
              <a:t>B. Melting pot </a:t>
            </a:r>
            <a:endParaRPr sz="3500" b="1" i="0" u="none" strike="noStrike" cap="none">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8"/>
        <p:cNvGrpSpPr/>
        <p:nvPr/>
      </p:nvGrpSpPr>
      <p:grpSpPr>
        <a:xfrm>
          <a:off x="0" y="0"/>
          <a:ext cx="0" cy="0"/>
          <a:chOff x="0" y="0"/>
          <a:chExt cx="0" cy="0"/>
        </a:xfrm>
      </p:grpSpPr>
      <p:pic>
        <p:nvPicPr>
          <p:cNvPr id="419" name="Google Shape;419;p29"/>
          <p:cNvPicPr preferRelativeResize="0"/>
          <p:nvPr/>
        </p:nvPicPr>
        <p:blipFill rotWithShape="1">
          <a:blip r:embed="rId4">
            <a:alphaModFix/>
          </a:blip>
          <a:srcRect l="19247" t="24739" r="29600" b="36554"/>
          <a:stretch/>
        </p:blipFill>
        <p:spPr>
          <a:xfrm>
            <a:off x="4649021" y="3795280"/>
            <a:ext cx="1343892" cy="1191491"/>
          </a:xfrm>
          <a:prstGeom prst="rect">
            <a:avLst/>
          </a:prstGeom>
          <a:noFill/>
          <a:ln>
            <a:noFill/>
          </a:ln>
        </p:spPr>
      </p:pic>
      <p:pic>
        <p:nvPicPr>
          <p:cNvPr id="420" name="Google Shape;420;p29"/>
          <p:cNvPicPr preferRelativeResize="0"/>
          <p:nvPr/>
        </p:nvPicPr>
        <p:blipFill rotWithShape="1">
          <a:blip r:embed="rId5">
            <a:alphaModFix/>
          </a:blip>
          <a:srcRect l="22337" t="25780" r="28229" b="37109"/>
          <a:stretch/>
        </p:blipFill>
        <p:spPr>
          <a:xfrm>
            <a:off x="2675877" y="3819870"/>
            <a:ext cx="1272094" cy="1142310"/>
          </a:xfrm>
          <a:prstGeom prst="rect">
            <a:avLst/>
          </a:prstGeom>
          <a:noFill/>
          <a:ln>
            <a:noFill/>
          </a:ln>
        </p:spPr>
      </p:pic>
      <p:pic>
        <p:nvPicPr>
          <p:cNvPr id="421" name="Google Shape;421;p29" descr="Image result for death eater logo"/>
          <p:cNvPicPr preferRelativeResize="0"/>
          <p:nvPr/>
        </p:nvPicPr>
        <p:blipFill rotWithShape="1">
          <a:blip r:embed="rId6">
            <a:alphaModFix/>
          </a:blip>
          <a:srcRect l="44230"/>
          <a:stretch/>
        </p:blipFill>
        <p:spPr>
          <a:xfrm>
            <a:off x="7292755" y="3570763"/>
            <a:ext cx="537487" cy="1504950"/>
          </a:xfrm>
          <a:prstGeom prst="rect">
            <a:avLst/>
          </a:prstGeom>
          <a:noFill/>
          <a:ln>
            <a:noFill/>
          </a:ln>
        </p:spPr>
      </p:pic>
      <p:pic>
        <p:nvPicPr>
          <p:cNvPr id="422" name="Google Shape;422;p29" descr="Image result for harry potter wand"/>
          <p:cNvPicPr preferRelativeResize="0"/>
          <p:nvPr/>
        </p:nvPicPr>
        <p:blipFill rotWithShape="1">
          <a:blip r:embed="rId7">
            <a:alphaModFix/>
          </a:blip>
          <a:srcRect t="30713" b="30713"/>
          <a:stretch/>
        </p:blipFill>
        <p:spPr>
          <a:xfrm>
            <a:off x="4979481" y="1278992"/>
            <a:ext cx="3790514" cy="429905"/>
          </a:xfrm>
          <a:prstGeom prst="rect">
            <a:avLst/>
          </a:prstGeom>
          <a:noFill/>
          <a:ln>
            <a:noFill/>
          </a:ln>
          <a:effectLst>
            <a:outerShdw blurRad="50800" dist="114300" dir="2700000" algn="tl" rotWithShape="0">
              <a:srgbClr val="000000">
                <a:alpha val="40000"/>
              </a:srgbClr>
            </a:outerShdw>
          </a:effectLst>
        </p:spPr>
      </p:pic>
      <p:pic>
        <p:nvPicPr>
          <p:cNvPr id="423" name="Google Shape;423;p29" descr="Image result for harry potter wand"/>
          <p:cNvPicPr preferRelativeResize="0"/>
          <p:nvPr/>
        </p:nvPicPr>
        <p:blipFill rotWithShape="1">
          <a:blip r:embed="rId8">
            <a:alphaModFix/>
          </a:blip>
          <a:srcRect t="37902" b="37901"/>
          <a:stretch/>
        </p:blipFill>
        <p:spPr>
          <a:xfrm>
            <a:off x="5033289" y="1716663"/>
            <a:ext cx="4186911" cy="385805"/>
          </a:xfrm>
          <a:prstGeom prst="rect">
            <a:avLst/>
          </a:prstGeom>
          <a:noFill/>
          <a:ln>
            <a:noFill/>
          </a:ln>
          <a:effectLst>
            <a:outerShdw blurRad="50800" dist="114300" dir="2700000" algn="tl" rotWithShape="0">
              <a:srgbClr val="000000">
                <a:alpha val="40000"/>
              </a:srgbClr>
            </a:outerShdw>
          </a:effectLst>
        </p:spPr>
      </p:pic>
      <p:pic>
        <p:nvPicPr>
          <p:cNvPr id="424" name="Google Shape;424;p29" descr="Image result for harry potter wand"/>
          <p:cNvPicPr preferRelativeResize="0"/>
          <p:nvPr/>
        </p:nvPicPr>
        <p:blipFill rotWithShape="1">
          <a:blip r:embed="rId9">
            <a:alphaModFix/>
          </a:blip>
          <a:srcRect t="35159" b="35159"/>
          <a:stretch/>
        </p:blipFill>
        <p:spPr>
          <a:xfrm>
            <a:off x="4851717" y="2181391"/>
            <a:ext cx="3614159" cy="429099"/>
          </a:xfrm>
          <a:prstGeom prst="rect">
            <a:avLst/>
          </a:prstGeom>
          <a:noFill/>
          <a:ln>
            <a:noFill/>
          </a:ln>
          <a:effectLst>
            <a:outerShdw blurRad="50800" dist="114300" dir="2700000" algn="tl" rotWithShape="0">
              <a:srgbClr val="000000">
                <a:alpha val="40000"/>
              </a:srgbClr>
            </a:outerShdw>
          </a:effectLst>
        </p:spPr>
      </p:pic>
      <p:pic>
        <p:nvPicPr>
          <p:cNvPr id="425" name="Google Shape;425;p29" descr="Image result for harry potter wand"/>
          <p:cNvPicPr preferRelativeResize="0"/>
          <p:nvPr/>
        </p:nvPicPr>
        <p:blipFill rotWithShape="1">
          <a:blip r:embed="rId10">
            <a:alphaModFix/>
          </a:blip>
          <a:srcRect t="43661" b="43661"/>
          <a:stretch/>
        </p:blipFill>
        <p:spPr>
          <a:xfrm>
            <a:off x="4890528" y="2751393"/>
            <a:ext cx="3970578" cy="201357"/>
          </a:xfrm>
          <a:prstGeom prst="rect">
            <a:avLst/>
          </a:prstGeom>
          <a:noFill/>
          <a:ln>
            <a:noFill/>
          </a:ln>
          <a:effectLst>
            <a:outerShdw blurRad="50800" dist="114300" dir="2700000" algn="tl" rotWithShape="0">
              <a:srgbClr val="000000">
                <a:alpha val="40000"/>
              </a:srgbClr>
            </a:outerShdw>
          </a:effectLst>
        </p:spPr>
      </p:pic>
      <p:pic>
        <p:nvPicPr>
          <p:cNvPr id="426" name="Google Shape;426;p29" descr="Image result for harry potter potions book"/>
          <p:cNvPicPr preferRelativeResize="0"/>
          <p:nvPr/>
        </p:nvPicPr>
        <p:blipFill rotWithShape="1">
          <a:blip r:embed="rId11">
            <a:alphaModFix/>
          </a:blip>
          <a:srcRect t="2" b="46354"/>
          <a:stretch/>
        </p:blipFill>
        <p:spPr>
          <a:xfrm>
            <a:off x="231228" y="3466121"/>
            <a:ext cx="1889763" cy="1689605"/>
          </a:xfrm>
          <a:prstGeom prst="rect">
            <a:avLst/>
          </a:prstGeom>
          <a:noFill/>
          <a:ln>
            <a:noFill/>
          </a:ln>
          <a:effectLst>
            <a:outerShdw blurRad="50800" dist="165100" dir="2700000" algn="tl" rotWithShape="0">
              <a:srgbClr val="000000">
                <a:alpha val="40000"/>
              </a:srgbClr>
            </a:outerShdw>
          </a:effectLst>
        </p:spPr>
      </p:pic>
      <p:pic>
        <p:nvPicPr>
          <p:cNvPr id="427" name="Google Shape;427;p29" descr="https://vignette.wikia.nocookie.net/harrypotter/images/d/dd/Dark_Arts_Defence_Basics_For_Beginners.png/revision/latest/scale-to-width-down/350?cb=20150114125958"/>
          <p:cNvPicPr preferRelativeResize="0"/>
          <p:nvPr/>
        </p:nvPicPr>
        <p:blipFill rotWithShape="1">
          <a:blip r:embed="rId12">
            <a:alphaModFix/>
          </a:blip>
          <a:srcRect t="1" b="36417"/>
          <a:stretch/>
        </p:blipFill>
        <p:spPr>
          <a:xfrm>
            <a:off x="2274874" y="3486151"/>
            <a:ext cx="2147303" cy="1669576"/>
          </a:xfrm>
          <a:prstGeom prst="rect">
            <a:avLst/>
          </a:prstGeom>
          <a:noFill/>
          <a:ln>
            <a:noFill/>
          </a:ln>
          <a:effectLst>
            <a:outerShdw blurRad="50800" dist="165100" dir="2700000" algn="tl" rotWithShape="0">
              <a:srgbClr val="000000">
                <a:alpha val="40000"/>
              </a:srgbClr>
            </a:outerShdw>
          </a:effectLst>
        </p:spPr>
      </p:pic>
      <p:pic>
        <p:nvPicPr>
          <p:cNvPr id="428" name="Google Shape;428;p29" descr="Related image"/>
          <p:cNvPicPr preferRelativeResize="0"/>
          <p:nvPr/>
        </p:nvPicPr>
        <p:blipFill rotWithShape="1">
          <a:blip r:embed="rId13">
            <a:alphaModFix/>
          </a:blip>
          <a:srcRect l="2446" t="11549" r="49809" b="39854"/>
          <a:stretch/>
        </p:blipFill>
        <p:spPr>
          <a:xfrm>
            <a:off x="6627413" y="3486151"/>
            <a:ext cx="1868173" cy="1669576"/>
          </a:xfrm>
          <a:prstGeom prst="rect">
            <a:avLst/>
          </a:prstGeom>
          <a:noFill/>
          <a:ln>
            <a:noFill/>
          </a:ln>
          <a:effectLst>
            <a:outerShdw blurRad="50800" dist="165100" dir="2700000" algn="tl" rotWithShape="0">
              <a:srgbClr val="000000">
                <a:alpha val="40000"/>
              </a:srgbClr>
            </a:outerShdw>
          </a:effectLst>
        </p:spPr>
      </p:pic>
      <p:sp>
        <p:nvSpPr>
          <p:cNvPr id="429" name="Google Shape;429;p29"/>
          <p:cNvSpPr txBox="1"/>
          <p:nvPr/>
        </p:nvSpPr>
        <p:spPr>
          <a:xfrm>
            <a:off x="0" y="361950"/>
            <a:ext cx="9144000" cy="530915"/>
          </a:xfrm>
          <a:prstGeom prst="rect">
            <a:avLst/>
          </a:prstGeom>
          <a:noFill/>
          <a:ln>
            <a:noFill/>
          </a:ln>
        </p:spPr>
        <p:txBody>
          <a:bodyPr spcFirstLastPara="1" wrap="square" lIns="91425" tIns="45700" rIns="91425" bIns="45700" anchor="t" anchorCtr="0">
            <a:spAutoFit/>
          </a:bodyPr>
          <a:lstStyle/>
          <a:p>
            <a:pPr marL="0" marR="0" lvl="0" indent="0" algn="ctr" rtl="0">
              <a:lnSpc>
                <a:spcPct val="149166"/>
              </a:lnSpc>
              <a:spcBef>
                <a:spcPts val="0"/>
              </a:spcBef>
              <a:spcAft>
                <a:spcPts val="0"/>
              </a:spcAft>
              <a:buClr>
                <a:srgbClr val="000000"/>
              </a:buClr>
              <a:buSzPts val="2400"/>
              <a:buFont typeface="Arial"/>
              <a:buNone/>
            </a:pPr>
            <a:r>
              <a:rPr lang="en-US" sz="2400" b="1" i="0" u="none" strike="noStrike" cap="none">
                <a:solidFill>
                  <a:srgbClr val="DDD9C3"/>
                </a:solidFill>
                <a:latin typeface="Arial"/>
                <a:ea typeface="Arial"/>
                <a:cs typeface="Arial"/>
                <a:sym typeface="Arial"/>
              </a:rPr>
              <a:t>Buy some school supplies (1 of each)…</a:t>
            </a:r>
            <a:endParaRPr sz="1400" b="0" i="0" u="none" strike="noStrike" cap="none">
              <a:solidFill>
                <a:srgbClr val="000000"/>
              </a:solidFill>
              <a:latin typeface="Arial"/>
              <a:ea typeface="Arial"/>
              <a:cs typeface="Arial"/>
              <a:sym typeface="Arial"/>
            </a:endParaRPr>
          </a:p>
        </p:txBody>
      </p:sp>
      <p:pic>
        <p:nvPicPr>
          <p:cNvPr id="430" name="Google Shape;430;p29" descr="Image result for gryffindor tie"/>
          <p:cNvPicPr preferRelativeResize="0"/>
          <p:nvPr/>
        </p:nvPicPr>
        <p:blipFill rotWithShape="1">
          <a:blip r:embed="rId14">
            <a:alphaModFix/>
          </a:blip>
          <a:srcRect l="27702" r="27701"/>
          <a:stretch/>
        </p:blipFill>
        <p:spPr>
          <a:xfrm>
            <a:off x="304800" y="885714"/>
            <a:ext cx="1102126" cy="2471392"/>
          </a:xfrm>
          <a:prstGeom prst="rect">
            <a:avLst/>
          </a:prstGeom>
          <a:noFill/>
          <a:ln>
            <a:noFill/>
          </a:ln>
          <a:effectLst>
            <a:outerShdw blurRad="50800" dist="101600" dir="2700000" algn="tl" rotWithShape="0">
              <a:srgbClr val="000000">
                <a:alpha val="40000"/>
              </a:srgbClr>
            </a:outerShdw>
          </a:effectLst>
        </p:spPr>
      </p:pic>
      <p:pic>
        <p:nvPicPr>
          <p:cNvPr id="431" name="Google Shape;431;p29" descr="Image result for slytherin tie"/>
          <p:cNvPicPr preferRelativeResize="0"/>
          <p:nvPr/>
        </p:nvPicPr>
        <p:blipFill rotWithShape="1">
          <a:blip r:embed="rId15">
            <a:alphaModFix/>
          </a:blip>
          <a:srcRect l="24892" r="24892"/>
          <a:stretch/>
        </p:blipFill>
        <p:spPr>
          <a:xfrm>
            <a:off x="1372656" y="931315"/>
            <a:ext cx="1218144" cy="2425791"/>
          </a:xfrm>
          <a:prstGeom prst="rect">
            <a:avLst/>
          </a:prstGeom>
          <a:noFill/>
          <a:ln>
            <a:noFill/>
          </a:ln>
          <a:effectLst>
            <a:outerShdw blurRad="50800" dist="101600" dir="2700000" algn="tl" rotWithShape="0">
              <a:srgbClr val="000000">
                <a:alpha val="40000"/>
              </a:srgbClr>
            </a:outerShdw>
          </a:effectLst>
        </p:spPr>
      </p:pic>
      <p:pic>
        <p:nvPicPr>
          <p:cNvPr id="432" name="Google Shape;432;p29" descr="Image result for ravenclaw tie"/>
          <p:cNvPicPr preferRelativeResize="0"/>
          <p:nvPr/>
        </p:nvPicPr>
        <p:blipFill rotWithShape="1">
          <a:blip r:embed="rId16">
            <a:alphaModFix/>
          </a:blip>
          <a:srcRect l="24586" r="24585"/>
          <a:stretch/>
        </p:blipFill>
        <p:spPr>
          <a:xfrm>
            <a:off x="2438400" y="915948"/>
            <a:ext cx="1232970" cy="2425791"/>
          </a:xfrm>
          <a:prstGeom prst="rect">
            <a:avLst/>
          </a:prstGeom>
          <a:noFill/>
          <a:ln>
            <a:noFill/>
          </a:ln>
          <a:effectLst>
            <a:outerShdw blurRad="50800" dist="101600" dir="2700000" algn="tl" rotWithShape="0">
              <a:srgbClr val="000000">
                <a:alpha val="40000"/>
              </a:srgbClr>
            </a:outerShdw>
          </a:effectLst>
        </p:spPr>
      </p:pic>
      <p:pic>
        <p:nvPicPr>
          <p:cNvPr id="433" name="Google Shape;433;p29" descr="Image result for hufflepuff tie"/>
          <p:cNvPicPr preferRelativeResize="0"/>
          <p:nvPr/>
        </p:nvPicPr>
        <p:blipFill rotWithShape="1">
          <a:blip r:embed="rId17">
            <a:alphaModFix/>
          </a:blip>
          <a:srcRect/>
          <a:stretch/>
        </p:blipFill>
        <p:spPr>
          <a:xfrm>
            <a:off x="3455751" y="931314"/>
            <a:ext cx="1344849" cy="2404099"/>
          </a:xfrm>
          <a:prstGeom prst="rect">
            <a:avLst/>
          </a:prstGeom>
          <a:noFill/>
          <a:ln>
            <a:noFill/>
          </a:ln>
          <a:effectLst>
            <a:outerShdw blurRad="50800" dist="101600" dir="2700000" algn="tl" rotWithShape="0">
              <a:srgbClr val="000000">
                <a:alpha val="40000"/>
              </a:srgbClr>
            </a:outerShdw>
          </a:effectLst>
        </p:spPr>
      </p:pic>
      <p:pic>
        <p:nvPicPr>
          <p:cNvPr id="434" name="Google Shape;434;p29" descr="Image result for quidditch through the ages book"/>
          <p:cNvPicPr preferRelativeResize="0"/>
          <p:nvPr/>
        </p:nvPicPr>
        <p:blipFill rotWithShape="1">
          <a:blip r:embed="rId18">
            <a:alphaModFix/>
          </a:blip>
          <a:srcRect b="41733"/>
          <a:stretch/>
        </p:blipFill>
        <p:spPr>
          <a:xfrm>
            <a:off x="4649021" y="3490749"/>
            <a:ext cx="2009775" cy="1664978"/>
          </a:xfrm>
          <a:prstGeom prst="rect">
            <a:avLst/>
          </a:prstGeom>
          <a:noFill/>
          <a:ln>
            <a:noFill/>
          </a:ln>
        </p:spPr>
      </p:pic>
      <p:pic>
        <p:nvPicPr>
          <p:cNvPr id="435" name="Google Shape;435;p29"/>
          <p:cNvPicPr preferRelativeResize="0"/>
          <p:nvPr/>
        </p:nvPicPr>
        <p:blipFill rotWithShape="1">
          <a:blip r:embed="rId19">
            <a:alphaModFix/>
          </a:blip>
          <a:srcRect l="23039" t="25473" r="33651" b="32667"/>
          <a:stretch/>
        </p:blipFill>
        <p:spPr>
          <a:xfrm>
            <a:off x="231228" y="1537154"/>
            <a:ext cx="1011382" cy="1288473"/>
          </a:xfrm>
          <a:prstGeom prst="rect">
            <a:avLst/>
          </a:prstGeom>
          <a:noFill/>
          <a:ln>
            <a:noFill/>
          </a:ln>
        </p:spPr>
      </p:pic>
      <p:pic>
        <p:nvPicPr>
          <p:cNvPr id="436" name="Google Shape;436;p29"/>
          <p:cNvPicPr preferRelativeResize="0"/>
          <p:nvPr/>
        </p:nvPicPr>
        <p:blipFill rotWithShape="1">
          <a:blip r:embed="rId20">
            <a:alphaModFix/>
          </a:blip>
          <a:srcRect l="17315" t="24793" r="28581" b="37055"/>
          <a:stretch/>
        </p:blipFill>
        <p:spPr>
          <a:xfrm>
            <a:off x="3276587" y="1534220"/>
            <a:ext cx="1385454" cy="1174379"/>
          </a:xfrm>
          <a:prstGeom prst="rect">
            <a:avLst/>
          </a:prstGeom>
          <a:noFill/>
          <a:ln>
            <a:noFill/>
          </a:ln>
        </p:spPr>
      </p:pic>
      <p:pic>
        <p:nvPicPr>
          <p:cNvPr id="437" name="Google Shape;437;p29"/>
          <p:cNvPicPr preferRelativeResize="0"/>
          <p:nvPr/>
        </p:nvPicPr>
        <p:blipFill rotWithShape="1">
          <a:blip r:embed="rId21">
            <a:alphaModFix/>
          </a:blip>
          <a:srcRect l="23198" t="23198" r="33574" b="35069"/>
          <a:stretch/>
        </p:blipFill>
        <p:spPr>
          <a:xfrm>
            <a:off x="5943858" y="1452121"/>
            <a:ext cx="1093842" cy="1284576"/>
          </a:xfrm>
          <a:prstGeom prst="rect">
            <a:avLst/>
          </a:prstGeom>
          <a:noFill/>
          <a:ln>
            <a:noFill/>
          </a:ln>
        </p:spPr>
      </p:pic>
      <p:pic>
        <p:nvPicPr>
          <p:cNvPr id="438" name="Google Shape;438;p29"/>
          <p:cNvPicPr preferRelativeResize="0"/>
          <p:nvPr/>
        </p:nvPicPr>
        <p:blipFill rotWithShape="1">
          <a:blip r:embed="rId22">
            <a:alphaModFix/>
          </a:blip>
          <a:srcRect l="22463" t="22464" r="30707" b="34518"/>
          <a:stretch/>
        </p:blipFill>
        <p:spPr>
          <a:xfrm>
            <a:off x="5943858" y="1427262"/>
            <a:ext cx="1259320" cy="1324131"/>
          </a:xfrm>
          <a:prstGeom prst="rect">
            <a:avLst/>
          </a:prstGeom>
          <a:noFill/>
          <a:ln>
            <a:noFill/>
          </a:ln>
        </p:spPr>
      </p:pic>
      <p:pic>
        <p:nvPicPr>
          <p:cNvPr id="439" name="Google Shape;439;p29" descr="Image result for death eater logo"/>
          <p:cNvPicPr preferRelativeResize="0"/>
          <p:nvPr/>
        </p:nvPicPr>
        <p:blipFill rotWithShape="1">
          <a:blip r:embed="rId6">
            <a:alphaModFix/>
          </a:blip>
          <a:srcRect l="44230"/>
          <a:stretch/>
        </p:blipFill>
        <p:spPr>
          <a:xfrm>
            <a:off x="2675877" y="1341934"/>
            <a:ext cx="537487" cy="1504950"/>
          </a:xfrm>
          <a:prstGeom prst="rect">
            <a:avLst/>
          </a:prstGeom>
          <a:noFill/>
          <a:ln>
            <a:noFill/>
          </a:ln>
        </p:spPr>
      </p:pic>
      <p:pic>
        <p:nvPicPr>
          <p:cNvPr id="440" name="Google Shape;440;p29" descr="Image result for death eater logo"/>
          <p:cNvPicPr preferRelativeResize="0"/>
          <p:nvPr/>
        </p:nvPicPr>
        <p:blipFill rotWithShape="1">
          <a:blip r:embed="rId6">
            <a:alphaModFix/>
          </a:blip>
          <a:srcRect l="44230"/>
          <a:stretch/>
        </p:blipFill>
        <p:spPr>
          <a:xfrm>
            <a:off x="6456915" y="1391735"/>
            <a:ext cx="537487" cy="1504950"/>
          </a:xfrm>
          <a:prstGeom prst="rect">
            <a:avLst/>
          </a:prstGeom>
          <a:noFill/>
          <a:ln>
            <a:noFill/>
          </a:ln>
        </p:spPr>
      </p:pic>
      <p:sp>
        <p:nvSpPr>
          <p:cNvPr id="441" name="Google Shape;441;p29"/>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C</a:t>
            </a:r>
            <a:endParaRPr/>
          </a:p>
        </p:txBody>
      </p:sp>
      <p:pic>
        <p:nvPicPr>
          <p:cNvPr id="442" name="Google Shape;442;p29" descr="Image result for hogwarts icon">
            <a:hlinkClick r:id="rId23" action="ppaction://hlinksldjump"/>
          </p:cNvPr>
          <p:cNvPicPr preferRelativeResize="0"/>
          <p:nvPr/>
        </p:nvPicPr>
        <p:blipFill rotWithShape="1">
          <a:blip r:embed="rId24">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430"/>
                                        </p:tgtEl>
                                      </p:cBhvr>
                                    </p:animEffect>
                                    <p:set>
                                      <p:cBhvr>
                                        <p:cTn id="7" dur="1" fill="hold">
                                          <p:stCondLst>
                                            <p:cond delay="1000"/>
                                          </p:stCondLst>
                                        </p:cTn>
                                        <p:tgtEl>
                                          <p:spTgt spid="43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435"/>
                                        </p:tgtEl>
                                        <p:attrNameLst>
                                          <p:attrName>style.visibility</p:attrName>
                                        </p:attrNameLst>
                                      </p:cBhvr>
                                      <p:to>
                                        <p:strVal val="visible"/>
                                      </p:to>
                                    </p:set>
                                    <p:animEffect transition="in" filter="fade">
                                      <p:cBhvr>
                                        <p:cTn id="10" dur="500"/>
                                        <p:tgtEl>
                                          <p:spTgt spid="4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425"/>
                                        </p:tgtEl>
                                      </p:cBhvr>
                                    </p:animEffect>
                                    <p:set>
                                      <p:cBhvr>
                                        <p:cTn id="15" dur="1" fill="hold">
                                          <p:stCondLst>
                                            <p:cond delay="1000"/>
                                          </p:stCondLst>
                                        </p:cTn>
                                        <p:tgtEl>
                                          <p:spTgt spid="425"/>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437"/>
                                        </p:tgtEl>
                                        <p:attrNameLst>
                                          <p:attrName>style.visibility</p:attrName>
                                        </p:attrNameLst>
                                      </p:cBhvr>
                                      <p:to>
                                        <p:strVal val="visible"/>
                                      </p:to>
                                    </p:set>
                                    <p:animEffect transition="in" filter="fade">
                                      <p:cBhvr>
                                        <p:cTn id="18" dur="500"/>
                                        <p:tgtEl>
                                          <p:spTgt spid="43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1000"/>
                                        <p:tgtEl>
                                          <p:spTgt spid="432"/>
                                        </p:tgtEl>
                                      </p:cBhvr>
                                    </p:animEffect>
                                    <p:set>
                                      <p:cBhvr>
                                        <p:cTn id="23" dur="1" fill="hold">
                                          <p:stCondLst>
                                            <p:cond delay="1000"/>
                                          </p:stCondLst>
                                        </p:cTn>
                                        <p:tgtEl>
                                          <p:spTgt spid="432"/>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439"/>
                                        </p:tgtEl>
                                        <p:attrNameLst>
                                          <p:attrName>style.visibility</p:attrName>
                                        </p:attrNameLst>
                                      </p:cBhvr>
                                      <p:to>
                                        <p:strVal val="visible"/>
                                      </p:to>
                                    </p:set>
                                    <p:animEffect transition="in" filter="fade">
                                      <p:cBhvr>
                                        <p:cTn id="26" dur="500"/>
                                        <p:tgtEl>
                                          <p:spTgt spid="43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1000"/>
                                        <p:tgtEl>
                                          <p:spTgt spid="433"/>
                                        </p:tgtEl>
                                      </p:cBhvr>
                                    </p:animEffect>
                                    <p:set>
                                      <p:cBhvr>
                                        <p:cTn id="31" dur="1" fill="hold">
                                          <p:stCondLst>
                                            <p:cond delay="1000"/>
                                          </p:stCondLst>
                                        </p:cTn>
                                        <p:tgtEl>
                                          <p:spTgt spid="433"/>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436"/>
                                        </p:tgtEl>
                                        <p:attrNameLst>
                                          <p:attrName>style.visibility</p:attrName>
                                        </p:attrNameLst>
                                      </p:cBhvr>
                                      <p:to>
                                        <p:strVal val="visible"/>
                                      </p:to>
                                    </p:set>
                                    <p:animEffect transition="in" filter="fade">
                                      <p:cBhvr>
                                        <p:cTn id="34" dur="500"/>
                                        <p:tgtEl>
                                          <p:spTgt spid="43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1000"/>
                                        <p:tgtEl>
                                          <p:spTgt spid="426"/>
                                        </p:tgtEl>
                                      </p:cBhvr>
                                    </p:animEffect>
                                    <p:set>
                                      <p:cBhvr>
                                        <p:cTn id="39" dur="1" fill="hold">
                                          <p:stCondLst>
                                            <p:cond delay="1000"/>
                                          </p:stCondLst>
                                        </p:cTn>
                                        <p:tgtEl>
                                          <p:spTgt spid="426"/>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1000"/>
                                        <p:tgtEl>
                                          <p:spTgt spid="427"/>
                                        </p:tgtEl>
                                      </p:cBhvr>
                                    </p:animEffect>
                                    <p:set>
                                      <p:cBhvr>
                                        <p:cTn id="44" dur="1" fill="hold">
                                          <p:stCondLst>
                                            <p:cond delay="1000"/>
                                          </p:stCondLst>
                                        </p:cTn>
                                        <p:tgtEl>
                                          <p:spTgt spid="42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1000"/>
                                        <p:tgtEl>
                                          <p:spTgt spid="431"/>
                                        </p:tgtEl>
                                      </p:cBhvr>
                                    </p:animEffect>
                                    <p:set>
                                      <p:cBhvr>
                                        <p:cTn id="49" dur="1" fill="hold">
                                          <p:stCondLst>
                                            <p:cond delay="1000"/>
                                          </p:stCondLst>
                                        </p:cTn>
                                        <p:tgtEl>
                                          <p:spTgt spid="431"/>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1000"/>
                                        <p:tgtEl>
                                          <p:spTgt spid="422"/>
                                        </p:tgtEl>
                                      </p:cBhvr>
                                    </p:animEffect>
                                    <p:set>
                                      <p:cBhvr>
                                        <p:cTn id="54" dur="1" fill="hold">
                                          <p:stCondLst>
                                            <p:cond delay="1000"/>
                                          </p:stCondLst>
                                        </p:cTn>
                                        <p:tgtEl>
                                          <p:spTgt spid="422"/>
                                        </p:tgtEl>
                                        <p:attrNameLst>
                                          <p:attrName>style.visibility</p:attrName>
                                        </p:attrNameLst>
                                      </p:cBhvr>
                                      <p:to>
                                        <p:strVal val="hidden"/>
                                      </p:to>
                                    </p:set>
                                  </p:childTnLst>
                                </p:cTn>
                              </p:par>
                              <p:par>
                                <p:cTn id="55" presetID="10" presetClass="entr" presetSubtype="0" fill="hold" nodeType="withEffect">
                                  <p:stCondLst>
                                    <p:cond delay="0"/>
                                  </p:stCondLst>
                                  <p:childTnLst>
                                    <p:set>
                                      <p:cBhvr>
                                        <p:cTn id="56" dur="1" fill="hold">
                                          <p:stCondLst>
                                            <p:cond delay="0"/>
                                          </p:stCondLst>
                                        </p:cTn>
                                        <p:tgtEl>
                                          <p:spTgt spid="440"/>
                                        </p:tgtEl>
                                        <p:attrNameLst>
                                          <p:attrName>style.visibility</p:attrName>
                                        </p:attrNameLst>
                                      </p:cBhvr>
                                      <p:to>
                                        <p:strVal val="visible"/>
                                      </p:to>
                                    </p:set>
                                    <p:animEffect transition="in" filter="fade">
                                      <p:cBhvr>
                                        <p:cTn id="57" dur="500"/>
                                        <p:tgtEl>
                                          <p:spTgt spid="44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1000"/>
                                        <p:tgtEl>
                                          <p:spTgt spid="434"/>
                                        </p:tgtEl>
                                      </p:cBhvr>
                                    </p:animEffect>
                                    <p:set>
                                      <p:cBhvr>
                                        <p:cTn id="62" dur="1" fill="hold">
                                          <p:stCondLst>
                                            <p:cond delay="1000"/>
                                          </p:stCondLst>
                                        </p:cTn>
                                        <p:tgtEl>
                                          <p:spTgt spid="43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1000"/>
                                        <p:tgtEl>
                                          <p:spTgt spid="428"/>
                                        </p:tgtEl>
                                      </p:cBhvr>
                                    </p:animEffect>
                                    <p:set>
                                      <p:cBhvr>
                                        <p:cTn id="67" dur="1" fill="hold">
                                          <p:stCondLst>
                                            <p:cond delay="1000"/>
                                          </p:stCondLst>
                                        </p:cTn>
                                        <p:tgtEl>
                                          <p:spTgt spid="428"/>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1000"/>
                                        <p:tgtEl>
                                          <p:spTgt spid="423"/>
                                        </p:tgtEl>
                                      </p:cBhvr>
                                    </p:animEffect>
                                    <p:set>
                                      <p:cBhvr>
                                        <p:cTn id="72" dur="1" fill="hold">
                                          <p:stCondLst>
                                            <p:cond delay="1000"/>
                                          </p:stCondLst>
                                        </p:cTn>
                                        <p:tgtEl>
                                          <p:spTgt spid="423"/>
                                        </p:tgtEl>
                                        <p:attrNameLst>
                                          <p:attrName>style.visibility</p:attrName>
                                        </p:attrNameLst>
                                      </p:cBhvr>
                                      <p:to>
                                        <p:strVal val="hidden"/>
                                      </p:to>
                                    </p:set>
                                  </p:childTnLst>
                                </p:cTn>
                              </p:par>
                              <p:par>
                                <p:cTn id="73" presetID="10" presetClass="entr" presetSubtype="0" fill="hold" nodeType="withEffect">
                                  <p:stCondLst>
                                    <p:cond delay="0"/>
                                  </p:stCondLst>
                                  <p:childTnLst>
                                    <p:set>
                                      <p:cBhvr>
                                        <p:cTn id="74" dur="1" fill="hold">
                                          <p:stCondLst>
                                            <p:cond delay="0"/>
                                          </p:stCondLst>
                                        </p:cTn>
                                        <p:tgtEl>
                                          <p:spTgt spid="438"/>
                                        </p:tgtEl>
                                        <p:attrNameLst>
                                          <p:attrName>style.visibility</p:attrName>
                                        </p:attrNameLst>
                                      </p:cBhvr>
                                      <p:to>
                                        <p:strVal val="visible"/>
                                      </p:to>
                                    </p:set>
                                    <p:animEffect transition="in" filter="fade">
                                      <p:cBhvr>
                                        <p:cTn id="75" dur="500"/>
                                        <p:tgtEl>
                                          <p:spTgt spid="43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1000"/>
                                        <p:tgtEl>
                                          <p:spTgt spid="424"/>
                                        </p:tgtEl>
                                      </p:cBhvr>
                                    </p:animEffect>
                                    <p:set>
                                      <p:cBhvr>
                                        <p:cTn id="80" dur="1" fill="hold">
                                          <p:stCondLst>
                                            <p:cond delay="1000"/>
                                          </p:stCondLst>
                                        </p:cTn>
                                        <p:tgtEl>
                                          <p:spTgt spid="4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7"/>
        <p:cNvGrpSpPr/>
        <p:nvPr/>
      </p:nvGrpSpPr>
      <p:grpSpPr>
        <a:xfrm>
          <a:off x="0" y="0"/>
          <a:ext cx="0" cy="0"/>
          <a:chOff x="0" y="0"/>
          <a:chExt cx="0" cy="0"/>
        </a:xfrm>
      </p:grpSpPr>
      <p:pic>
        <p:nvPicPr>
          <p:cNvPr id="448" name="Google Shape;448;p30" descr="Image result for hermione"/>
          <p:cNvPicPr preferRelativeResize="0"/>
          <p:nvPr/>
        </p:nvPicPr>
        <p:blipFill rotWithShape="1">
          <a:blip r:embed="rId4">
            <a:alphaModFix/>
          </a:blip>
          <a:srcRect t="1" b="45508"/>
          <a:stretch/>
        </p:blipFill>
        <p:spPr>
          <a:xfrm>
            <a:off x="6068291" y="1428749"/>
            <a:ext cx="1400441" cy="3855770"/>
          </a:xfrm>
          <a:prstGeom prst="rect">
            <a:avLst/>
          </a:prstGeom>
          <a:noFill/>
          <a:ln>
            <a:noFill/>
          </a:ln>
        </p:spPr>
      </p:pic>
      <p:pic>
        <p:nvPicPr>
          <p:cNvPr id="449" name="Google Shape;449;p30" descr="0494_HP5_SP_PHGL.png"/>
          <p:cNvPicPr preferRelativeResize="0"/>
          <p:nvPr/>
        </p:nvPicPr>
        <p:blipFill rotWithShape="1">
          <a:blip r:embed="rId5">
            <a:alphaModFix/>
          </a:blip>
          <a:srcRect t="2" b="45386"/>
          <a:stretch/>
        </p:blipFill>
        <p:spPr>
          <a:xfrm>
            <a:off x="1454727" y="1289481"/>
            <a:ext cx="2362200" cy="3995038"/>
          </a:xfrm>
          <a:prstGeom prst="rect">
            <a:avLst/>
          </a:prstGeom>
          <a:noFill/>
          <a:ln>
            <a:noFill/>
          </a:ln>
        </p:spPr>
      </p:pic>
      <p:pic>
        <p:nvPicPr>
          <p:cNvPr id="450" name="Google Shape;450;p30" descr="Image result for harry potter"/>
          <p:cNvPicPr preferRelativeResize="0"/>
          <p:nvPr/>
        </p:nvPicPr>
        <p:blipFill rotWithShape="1">
          <a:blip r:embed="rId6">
            <a:alphaModFix/>
          </a:blip>
          <a:srcRect l="18681" r="2970" b="45407"/>
          <a:stretch/>
        </p:blipFill>
        <p:spPr>
          <a:xfrm>
            <a:off x="3311236" y="1290993"/>
            <a:ext cx="2992582" cy="3993525"/>
          </a:xfrm>
          <a:prstGeom prst="rect">
            <a:avLst/>
          </a:prstGeom>
          <a:noFill/>
          <a:ln>
            <a:noFill/>
          </a:ln>
        </p:spPr>
      </p:pic>
      <p:sp>
        <p:nvSpPr>
          <p:cNvPr id="451" name="Google Shape;451;p30"/>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a:solidFill>
                  <a:srgbClr val="DDD9C3"/>
                </a:solidFill>
                <a:latin typeface="Arial"/>
                <a:ea typeface="Arial"/>
                <a:cs typeface="Arial"/>
                <a:sym typeface="Arial"/>
              </a:rPr>
              <a:t>Choose your best friend…</a:t>
            </a:r>
            <a:endParaRPr sz="1400" b="0" i="0" u="none" strike="noStrike" cap="none">
              <a:solidFill>
                <a:srgbClr val="000000"/>
              </a:solidFill>
              <a:latin typeface="Arial"/>
              <a:ea typeface="Arial"/>
              <a:cs typeface="Arial"/>
              <a:sym typeface="Arial"/>
            </a:endParaRPr>
          </a:p>
        </p:txBody>
      </p:sp>
      <p:pic>
        <p:nvPicPr>
          <p:cNvPr id="452" name="Google Shape;452;p30"/>
          <p:cNvPicPr preferRelativeResize="0"/>
          <p:nvPr/>
        </p:nvPicPr>
        <p:blipFill rotWithShape="1">
          <a:blip r:embed="rId7">
            <a:alphaModFix/>
          </a:blip>
          <a:srcRect l="10107" t="19018" r="10235" b="31034"/>
          <a:stretch/>
        </p:blipFill>
        <p:spPr>
          <a:xfrm>
            <a:off x="852055" y="3793284"/>
            <a:ext cx="3361170" cy="1068863"/>
          </a:xfrm>
          <a:prstGeom prst="rect">
            <a:avLst/>
          </a:prstGeom>
          <a:noFill/>
          <a:ln>
            <a:noFill/>
          </a:ln>
        </p:spPr>
      </p:pic>
      <p:pic>
        <p:nvPicPr>
          <p:cNvPr id="453" name="Google Shape;453;p30"/>
          <p:cNvPicPr preferRelativeResize="0"/>
          <p:nvPr/>
        </p:nvPicPr>
        <p:blipFill rotWithShape="1">
          <a:blip r:embed="rId8">
            <a:alphaModFix/>
          </a:blip>
          <a:srcRect l="19231" t="25026" r="18062" b="25026"/>
          <a:stretch/>
        </p:blipFill>
        <p:spPr>
          <a:xfrm>
            <a:off x="3565200" y="3968415"/>
            <a:ext cx="2484654" cy="1068863"/>
          </a:xfrm>
          <a:prstGeom prst="rect">
            <a:avLst/>
          </a:prstGeom>
          <a:noFill/>
          <a:ln>
            <a:noFill/>
          </a:ln>
        </p:spPr>
      </p:pic>
      <p:pic>
        <p:nvPicPr>
          <p:cNvPr id="454" name="Google Shape;454;p30"/>
          <p:cNvPicPr preferRelativeResize="0"/>
          <p:nvPr/>
        </p:nvPicPr>
        <p:blipFill rotWithShape="1">
          <a:blip r:embed="rId9">
            <a:alphaModFix/>
          </a:blip>
          <a:srcRect l="21162" t="24845" r="23366" b="30736"/>
          <a:stretch/>
        </p:blipFill>
        <p:spPr>
          <a:xfrm>
            <a:off x="5791200" y="3968415"/>
            <a:ext cx="2197957" cy="950561"/>
          </a:xfrm>
          <a:prstGeom prst="rect">
            <a:avLst/>
          </a:prstGeom>
          <a:noFill/>
          <a:ln>
            <a:noFill/>
          </a:ln>
        </p:spPr>
      </p:pic>
      <p:sp>
        <p:nvSpPr>
          <p:cNvPr id="455" name="Google Shape;455;p30"/>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D</a:t>
            </a:r>
            <a:endParaRPr/>
          </a:p>
        </p:txBody>
      </p:sp>
      <p:pic>
        <p:nvPicPr>
          <p:cNvPr id="456" name="Google Shape;456;p30" descr="Image result for hogwarts icon">
            <a:hlinkClick r:id="rId10" action="ppaction://hlinksldjump"/>
          </p:cNvPr>
          <p:cNvPicPr preferRelativeResize="0"/>
          <p:nvPr/>
        </p:nvPicPr>
        <p:blipFill rotWithShape="1">
          <a:blip r:embed="rId11">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2"/>
                                        </p:tgtEl>
                                        <p:attrNameLst>
                                          <p:attrName>style.visibility</p:attrName>
                                        </p:attrNameLst>
                                      </p:cBhvr>
                                      <p:to>
                                        <p:strVal val="visible"/>
                                      </p:to>
                                    </p:set>
                                    <p:animEffect transition="in" filter="fade">
                                      <p:cBhvr>
                                        <p:cTn id="7" dur="1000"/>
                                        <p:tgtEl>
                                          <p:spTgt spid="4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3"/>
                                        </p:tgtEl>
                                        <p:attrNameLst>
                                          <p:attrName>style.visibility</p:attrName>
                                        </p:attrNameLst>
                                      </p:cBhvr>
                                      <p:to>
                                        <p:strVal val="visible"/>
                                      </p:to>
                                    </p:set>
                                    <p:animEffect transition="in" filter="fade">
                                      <p:cBhvr>
                                        <p:cTn id="12" dur="1000"/>
                                        <p:tgtEl>
                                          <p:spTgt spid="4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4"/>
                                        </p:tgtEl>
                                        <p:attrNameLst>
                                          <p:attrName>style.visibility</p:attrName>
                                        </p:attrNameLst>
                                      </p:cBhvr>
                                      <p:to>
                                        <p:strVal val="visible"/>
                                      </p:to>
                                    </p:set>
                                    <p:animEffect transition="in" filter="fade">
                                      <p:cBhvr>
                                        <p:cTn id="17" dur="1000"/>
                                        <p:tgtEl>
                                          <p:spTgt spid="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462" name="Google Shape;462;p32"/>
          <p:cNvPicPr preferRelativeResize="0"/>
          <p:nvPr/>
        </p:nvPicPr>
        <p:blipFill rotWithShape="1">
          <a:blip r:embed="rId3">
            <a:alphaModFix/>
          </a:blip>
          <a:srcRect/>
          <a:stretch/>
        </p:blipFill>
        <p:spPr>
          <a:xfrm>
            <a:off x="-44200" y="0"/>
            <a:ext cx="9232400" cy="5143500"/>
          </a:xfrm>
          <a:prstGeom prst="rect">
            <a:avLst/>
          </a:prstGeom>
          <a:noFill/>
          <a:ln>
            <a:noFill/>
          </a:ln>
        </p:spPr>
      </p:pic>
      <p:sp>
        <p:nvSpPr>
          <p:cNvPr id="463" name="Google Shape;463;p32"/>
          <p:cNvSpPr txBox="1"/>
          <p:nvPr/>
        </p:nvSpPr>
        <p:spPr>
          <a:xfrm>
            <a:off x="1905000" y="3809821"/>
            <a:ext cx="533400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2"/>
                </a:solidFill>
                <a:latin typeface="Arial"/>
                <a:ea typeface="Arial"/>
                <a:cs typeface="Arial"/>
                <a:sym typeface="Arial"/>
              </a:rPr>
              <a:t>You finally get your </a:t>
            </a:r>
            <a:br>
              <a:rPr lang="en-US" sz="3600" b="0" i="0" u="none" strike="noStrike" cap="none">
                <a:solidFill>
                  <a:schemeClr val="lt2"/>
                </a:solidFill>
                <a:latin typeface="Arial"/>
                <a:ea typeface="Arial"/>
                <a:cs typeface="Arial"/>
                <a:sym typeface="Arial"/>
              </a:rPr>
            </a:br>
            <a:r>
              <a:rPr lang="en-US" sz="3600" b="0" i="0" u="none" strike="noStrike" cap="none">
                <a:solidFill>
                  <a:schemeClr val="lt2"/>
                </a:solidFill>
                <a:latin typeface="Arial"/>
                <a:ea typeface="Arial"/>
                <a:cs typeface="Arial"/>
                <a:sym typeface="Arial"/>
              </a:rPr>
              <a:t>letter from Hogwarts!</a:t>
            </a:r>
            <a:endParaRPr sz="1400" b="0" i="0" u="none" strike="noStrike" cap="none">
              <a:solidFill>
                <a:srgbClr val="000000"/>
              </a:solidFill>
              <a:latin typeface="Arial"/>
              <a:ea typeface="Arial"/>
              <a:cs typeface="Arial"/>
              <a:sym typeface="Arial"/>
            </a:endParaRPr>
          </a:p>
        </p:txBody>
      </p:sp>
      <p:pic>
        <p:nvPicPr>
          <p:cNvPr id="464" name="Google Shape;464;p32">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465" name="Google Shape;465;p32">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466" name="Google Shape;466;p32"/>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F Question</a:t>
            </a:r>
            <a:endParaRPr/>
          </a:p>
        </p:txBody>
      </p:sp>
      <p:sp>
        <p:nvSpPr>
          <p:cNvPr id="2" name="Rectangle 1">
            <a:hlinkClick r:id="rId8" action="ppaction://hlinksldjump"/>
            <a:extLst>
              <a:ext uri="{FF2B5EF4-FFF2-40B4-BE49-F238E27FC236}">
                <a16:creationId xmlns:a16="http://schemas.microsoft.com/office/drawing/2014/main" id="{B75E8022-6D9E-0D0E-1A2A-5957E896644D}"/>
              </a:ext>
            </a:extLst>
          </p:cNvPr>
          <p:cNvSpPr/>
          <p:nvPr/>
        </p:nvSpPr>
        <p:spPr>
          <a:xfrm>
            <a:off x="8255000" y="4572000"/>
            <a:ext cx="508000" cy="508000"/>
          </a:xfrm>
          <a:prstGeom prst="rect">
            <a:avLst/>
          </a:prstGeom>
          <a:solidFill>
            <a:srgbClr val="228B2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H</a:t>
            </a:r>
          </a:p>
        </p:txBody>
      </p:sp>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33"/>
          <p:cNvPicPr preferRelativeResize="0"/>
          <p:nvPr/>
        </p:nvPicPr>
        <p:blipFill rotWithShape="1">
          <a:blip r:embed="rId3">
            <a:alphaModFix/>
          </a:blip>
          <a:srcRect/>
          <a:stretch/>
        </p:blipFill>
        <p:spPr>
          <a:xfrm>
            <a:off x="-2209800" y="-1"/>
            <a:ext cx="12808716" cy="5143502"/>
          </a:xfrm>
          <a:prstGeom prst="rect">
            <a:avLst/>
          </a:prstGeom>
          <a:noFill/>
          <a:ln>
            <a:noFill/>
          </a:ln>
        </p:spPr>
      </p:pic>
      <p:sp>
        <p:nvSpPr>
          <p:cNvPr id="473" name="Google Shape;473;p33"/>
          <p:cNvSpPr txBox="1"/>
          <p:nvPr/>
        </p:nvSpPr>
        <p:spPr>
          <a:xfrm>
            <a:off x="2306781" y="2952750"/>
            <a:ext cx="4932219"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Welcome to Hogwarts!</a:t>
            </a:r>
            <a:endParaRPr sz="1400" b="0" i="0" u="none" strike="noStrike" cap="none">
              <a:solidFill>
                <a:srgbClr val="000000"/>
              </a:solidFill>
              <a:latin typeface="Arial"/>
              <a:ea typeface="Arial"/>
              <a:cs typeface="Arial"/>
              <a:sym typeface="Arial"/>
            </a:endParaRPr>
          </a:p>
        </p:txBody>
      </p:sp>
      <p:pic>
        <p:nvPicPr>
          <p:cNvPr id="474" name="Google Shape;474;p33"/>
          <p:cNvPicPr preferRelativeResize="0"/>
          <p:nvPr/>
        </p:nvPicPr>
        <p:blipFill rotWithShape="1">
          <a:blip r:embed="rId4">
            <a:alphaModFix/>
          </a:blip>
          <a:srcRect l="19190" t="24140" r="28182" b="33550"/>
          <a:stretch/>
        </p:blipFill>
        <p:spPr>
          <a:xfrm>
            <a:off x="3632906" y="3486150"/>
            <a:ext cx="1604112" cy="1302327"/>
          </a:xfrm>
          <a:prstGeom prst="rect">
            <a:avLst/>
          </a:prstGeom>
          <a:noFill/>
          <a:ln>
            <a:noFill/>
          </a:ln>
        </p:spPr>
      </p:pic>
      <p:sp>
        <p:nvSpPr>
          <p:cNvPr id="475" name="Google Shape;475;p33"/>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F - A</a:t>
            </a:r>
            <a:endParaRPr/>
          </a:p>
        </p:txBody>
      </p:sp>
      <p:pic>
        <p:nvPicPr>
          <p:cNvPr id="476" name="Google Shape;476;p33"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482" name="Google Shape;482;p34"/>
          <p:cNvPicPr preferRelativeResize="0"/>
          <p:nvPr/>
        </p:nvPicPr>
        <p:blipFill rotWithShape="1">
          <a:blip r:embed="rId3">
            <a:alphaModFix/>
          </a:blip>
          <a:srcRect/>
          <a:stretch/>
        </p:blipFill>
        <p:spPr>
          <a:xfrm>
            <a:off x="-1659467" y="-933450"/>
            <a:ext cx="12462934" cy="7010400"/>
          </a:xfrm>
          <a:prstGeom prst="rect">
            <a:avLst/>
          </a:prstGeom>
          <a:noFill/>
          <a:ln>
            <a:noFill/>
          </a:ln>
        </p:spPr>
      </p:pic>
      <p:sp>
        <p:nvSpPr>
          <p:cNvPr id="483" name="Google Shape;483;p34"/>
          <p:cNvSpPr txBox="1"/>
          <p:nvPr/>
        </p:nvSpPr>
        <p:spPr>
          <a:xfrm>
            <a:off x="381001" y="3043695"/>
            <a:ext cx="3810000"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were caught </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by the Dursleys!</a:t>
            </a:r>
            <a:endParaRPr sz="1400" b="0" i="0" u="none" strike="noStrike" cap="none">
              <a:solidFill>
                <a:srgbClr val="000000"/>
              </a:solidFill>
              <a:latin typeface="Arial"/>
              <a:ea typeface="Arial"/>
              <a:cs typeface="Arial"/>
              <a:sym typeface="Arial"/>
            </a:endParaRPr>
          </a:p>
        </p:txBody>
      </p:sp>
      <p:pic>
        <p:nvPicPr>
          <p:cNvPr id="484" name="Google Shape;484;p34"/>
          <p:cNvPicPr preferRelativeResize="0"/>
          <p:nvPr/>
        </p:nvPicPr>
        <p:blipFill rotWithShape="1">
          <a:blip r:embed="rId4">
            <a:alphaModFix/>
          </a:blip>
          <a:srcRect l="19231" t="25026" r="18062" b="25026"/>
          <a:stretch/>
        </p:blipFill>
        <p:spPr>
          <a:xfrm>
            <a:off x="914400" y="4017487"/>
            <a:ext cx="2484654" cy="1068863"/>
          </a:xfrm>
          <a:prstGeom prst="rect">
            <a:avLst/>
          </a:prstGeom>
          <a:noFill/>
          <a:ln>
            <a:noFill/>
          </a:ln>
        </p:spPr>
      </p:pic>
      <p:sp>
        <p:nvSpPr>
          <p:cNvPr id="485" name="Google Shape;485;p34"/>
          <p:cNvSpPr txBox="1">
            <a:spLocks noGrp="1"/>
          </p:cNvSpPr>
          <p:nvPr>
            <p:ph type="title" idx="4294967295"/>
          </p:nvPr>
        </p:nvSpPr>
        <p:spPr>
          <a:xfrm>
            <a:off x="457200" y="-1924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F - B</a:t>
            </a:r>
            <a:endParaRPr/>
          </a:p>
        </p:txBody>
      </p:sp>
      <p:pic>
        <p:nvPicPr>
          <p:cNvPr id="486" name="Google Shape;486;p34"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1"/>
        <p:cNvGrpSpPr/>
        <p:nvPr/>
      </p:nvGrpSpPr>
      <p:grpSpPr>
        <a:xfrm>
          <a:off x="0" y="0"/>
          <a:ext cx="0" cy="0"/>
          <a:chOff x="0" y="0"/>
          <a:chExt cx="0" cy="0"/>
        </a:xfrm>
      </p:grpSpPr>
      <p:sp>
        <p:nvSpPr>
          <p:cNvPr id="492" name="Google Shape;492;p36" descr="Image result for hogwarts background"/>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3" name="Google Shape;493;p36" descr="Image result for hogwarts background"/>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494" name="Google Shape;494;p36" descr="Image result for draco malfoy"/>
          <p:cNvPicPr preferRelativeResize="0"/>
          <p:nvPr/>
        </p:nvPicPr>
        <p:blipFill rotWithShape="1">
          <a:blip r:embed="rId4">
            <a:alphaModFix/>
          </a:blip>
          <a:srcRect/>
          <a:stretch/>
        </p:blipFill>
        <p:spPr>
          <a:xfrm>
            <a:off x="696805" y="1219199"/>
            <a:ext cx="3195667" cy="4019551"/>
          </a:xfrm>
          <a:prstGeom prst="rect">
            <a:avLst/>
          </a:prstGeom>
          <a:noFill/>
          <a:ln>
            <a:noFill/>
          </a:ln>
        </p:spPr>
      </p:pic>
      <p:pic>
        <p:nvPicPr>
          <p:cNvPr id="495" name="Google Shape;495;p36" descr="Image result for pansy parkinson"/>
          <p:cNvPicPr preferRelativeResize="0"/>
          <p:nvPr/>
        </p:nvPicPr>
        <p:blipFill rotWithShape="1">
          <a:blip r:embed="rId5">
            <a:alphaModFix/>
          </a:blip>
          <a:srcRect b="44481"/>
          <a:stretch/>
        </p:blipFill>
        <p:spPr>
          <a:xfrm>
            <a:off x="6096000" y="1386243"/>
            <a:ext cx="2032950" cy="3852507"/>
          </a:xfrm>
          <a:prstGeom prst="rect">
            <a:avLst/>
          </a:prstGeom>
          <a:noFill/>
          <a:ln>
            <a:noFill/>
          </a:ln>
        </p:spPr>
      </p:pic>
      <p:pic>
        <p:nvPicPr>
          <p:cNvPr id="496" name="Google Shape;496;p36" descr="Image result for severus snape"/>
          <p:cNvPicPr preferRelativeResize="0"/>
          <p:nvPr/>
        </p:nvPicPr>
        <p:blipFill rotWithShape="1">
          <a:blip r:embed="rId6">
            <a:alphaModFix/>
          </a:blip>
          <a:srcRect l="32797" r="20211" b="49792"/>
          <a:stretch/>
        </p:blipFill>
        <p:spPr>
          <a:xfrm>
            <a:off x="3304309" y="953808"/>
            <a:ext cx="2660074" cy="4284942"/>
          </a:xfrm>
          <a:prstGeom prst="rect">
            <a:avLst/>
          </a:prstGeom>
          <a:noFill/>
          <a:ln>
            <a:noFill/>
          </a:ln>
        </p:spPr>
      </p:pic>
      <p:sp>
        <p:nvSpPr>
          <p:cNvPr id="497" name="Google Shape;497;p36"/>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DD9C3"/>
                </a:solidFill>
                <a:latin typeface="Arial"/>
                <a:ea typeface="Arial"/>
                <a:cs typeface="Arial"/>
                <a:sym typeface="Arial"/>
              </a:rPr>
              <a:t>Choose someone to duel…</a:t>
            </a:r>
            <a:endParaRPr sz="1400" b="0" i="0" u="none" strike="noStrike" cap="none">
              <a:solidFill>
                <a:srgbClr val="000000"/>
              </a:solidFill>
              <a:latin typeface="Arial"/>
              <a:ea typeface="Arial"/>
              <a:cs typeface="Arial"/>
              <a:sym typeface="Arial"/>
            </a:endParaRPr>
          </a:p>
        </p:txBody>
      </p:sp>
      <p:pic>
        <p:nvPicPr>
          <p:cNvPr id="498" name="Google Shape;498;p36"/>
          <p:cNvPicPr preferRelativeResize="0"/>
          <p:nvPr/>
        </p:nvPicPr>
        <p:blipFill rotWithShape="1">
          <a:blip r:embed="rId7">
            <a:alphaModFix/>
          </a:blip>
          <a:srcRect l="23039" t="25473" r="33651" b="32667"/>
          <a:stretch/>
        </p:blipFill>
        <p:spPr>
          <a:xfrm>
            <a:off x="1788947" y="3487637"/>
            <a:ext cx="1011382" cy="1288473"/>
          </a:xfrm>
          <a:prstGeom prst="rect">
            <a:avLst/>
          </a:prstGeom>
          <a:noFill/>
          <a:ln>
            <a:noFill/>
          </a:ln>
        </p:spPr>
      </p:pic>
      <p:pic>
        <p:nvPicPr>
          <p:cNvPr id="499" name="Google Shape;499;p36"/>
          <p:cNvPicPr preferRelativeResize="0"/>
          <p:nvPr/>
        </p:nvPicPr>
        <p:blipFill rotWithShape="1">
          <a:blip r:embed="rId8">
            <a:alphaModFix/>
          </a:blip>
          <a:srcRect l="23198" t="23198" r="33574" b="35069"/>
          <a:stretch/>
        </p:blipFill>
        <p:spPr>
          <a:xfrm>
            <a:off x="6565554" y="3430487"/>
            <a:ext cx="1093842" cy="1284576"/>
          </a:xfrm>
          <a:prstGeom prst="rect">
            <a:avLst/>
          </a:prstGeom>
          <a:noFill/>
          <a:ln>
            <a:noFill/>
          </a:ln>
        </p:spPr>
      </p:pic>
      <p:pic>
        <p:nvPicPr>
          <p:cNvPr id="500" name="Google Shape;500;p36"/>
          <p:cNvPicPr preferRelativeResize="0"/>
          <p:nvPr/>
        </p:nvPicPr>
        <p:blipFill rotWithShape="1">
          <a:blip r:embed="rId9">
            <a:alphaModFix/>
          </a:blip>
          <a:srcRect l="21864" t="21863" r="28533" b="35070"/>
          <a:stretch/>
        </p:blipFill>
        <p:spPr>
          <a:xfrm>
            <a:off x="3892472" y="3409950"/>
            <a:ext cx="1339418" cy="1325649"/>
          </a:xfrm>
          <a:prstGeom prst="rect">
            <a:avLst/>
          </a:prstGeom>
          <a:noFill/>
          <a:ln>
            <a:noFill/>
          </a:ln>
        </p:spPr>
      </p:pic>
      <p:sp>
        <p:nvSpPr>
          <p:cNvPr id="501" name="Google Shape;501;p36"/>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H</a:t>
            </a:r>
            <a:endParaRPr/>
          </a:p>
        </p:txBody>
      </p:sp>
      <p:pic>
        <p:nvPicPr>
          <p:cNvPr id="502" name="Google Shape;502;p36" descr="Image result for hogwarts icon">
            <a:hlinkClick r:id="rId10" action="ppaction://hlinksldjump"/>
          </p:cNvPr>
          <p:cNvPicPr preferRelativeResize="0"/>
          <p:nvPr/>
        </p:nvPicPr>
        <p:blipFill rotWithShape="1">
          <a:blip r:embed="rId11">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8"/>
                                        </p:tgtEl>
                                        <p:attrNameLst>
                                          <p:attrName>style.visibility</p:attrName>
                                        </p:attrNameLst>
                                      </p:cBhvr>
                                      <p:to>
                                        <p:strVal val="visible"/>
                                      </p:to>
                                    </p:set>
                                    <p:animEffect transition="in" filter="fade">
                                      <p:cBhvr>
                                        <p:cTn id="7" dur="1000"/>
                                        <p:tgtEl>
                                          <p:spTgt spid="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0"/>
                                        </p:tgtEl>
                                        <p:attrNameLst>
                                          <p:attrName>style.visibility</p:attrName>
                                        </p:attrNameLst>
                                      </p:cBhvr>
                                      <p:to>
                                        <p:strVal val="visible"/>
                                      </p:to>
                                    </p:set>
                                    <p:animEffect transition="in" filter="fade">
                                      <p:cBhvr>
                                        <p:cTn id="12" dur="1000"/>
                                        <p:tgtEl>
                                          <p:spTgt spid="50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9"/>
                                        </p:tgtEl>
                                        <p:attrNameLst>
                                          <p:attrName>style.visibility</p:attrName>
                                        </p:attrNameLst>
                                      </p:cBhvr>
                                      <p:to>
                                        <p:strVal val="visible"/>
                                      </p:to>
                                    </p:set>
                                    <p:animEffect transition="in" filter="fade">
                                      <p:cBhvr>
                                        <p:cTn id="17" dur="1000"/>
                                        <p:tgtEl>
                                          <p:spTgt spid="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7"/>
        <p:cNvGrpSpPr/>
        <p:nvPr/>
      </p:nvGrpSpPr>
      <p:grpSpPr>
        <a:xfrm>
          <a:off x="0" y="0"/>
          <a:ext cx="0" cy="0"/>
          <a:chOff x="0" y="0"/>
          <a:chExt cx="0" cy="0"/>
        </a:xfrm>
      </p:grpSpPr>
      <p:sp>
        <p:nvSpPr>
          <p:cNvPr id="508" name="Google Shape;508;p37"/>
          <p:cNvSpPr txBox="1"/>
          <p:nvPr/>
        </p:nvSpPr>
        <p:spPr>
          <a:xfrm>
            <a:off x="3733800" y="933266"/>
            <a:ext cx="5105400" cy="790601"/>
          </a:xfrm>
          <a:prstGeom prst="rect">
            <a:avLst/>
          </a:prstGeom>
          <a:noFill/>
          <a:ln>
            <a:noFill/>
          </a:ln>
        </p:spPr>
        <p:txBody>
          <a:bodyPr spcFirstLastPara="1" wrap="square" lIns="91425" tIns="45700" rIns="91425" bIns="45700" anchor="t" anchorCtr="0">
            <a:spAutoFit/>
          </a:bodyPr>
          <a:lstStyle/>
          <a:p>
            <a:pPr marL="0" marR="0" lvl="0" indent="0" algn="ctr" rtl="0">
              <a:lnSpc>
                <a:spcPct val="94074"/>
              </a:lnSpc>
              <a:spcBef>
                <a:spcPts val="0"/>
              </a:spcBef>
              <a:spcAft>
                <a:spcPts val="0"/>
              </a:spcAft>
              <a:buClr>
                <a:srgbClr val="000000"/>
              </a:buClr>
              <a:buSzPts val="5400"/>
              <a:buFont typeface="Arial"/>
              <a:buNone/>
            </a:pPr>
            <a:r>
              <a:rPr lang="en-US" sz="5400" b="0" i="0" u="none" strike="noStrike" cap="none">
                <a:solidFill>
                  <a:srgbClr val="DDD9C3"/>
                </a:solidFill>
                <a:latin typeface="Arial"/>
                <a:ea typeface="Arial"/>
                <a:cs typeface="Arial"/>
                <a:sym typeface="Arial"/>
              </a:rPr>
              <a:t>Test your luck!</a:t>
            </a:r>
            <a:endParaRPr sz="1400" b="0" i="0" u="none" strike="noStrike" cap="none">
              <a:solidFill>
                <a:srgbClr val="000000"/>
              </a:solidFill>
              <a:latin typeface="Arial"/>
              <a:ea typeface="Arial"/>
              <a:cs typeface="Arial"/>
              <a:sym typeface="Arial"/>
            </a:endParaRPr>
          </a:p>
        </p:txBody>
      </p:sp>
      <p:sp>
        <p:nvSpPr>
          <p:cNvPr id="509" name="Google Shape;509;p37"/>
          <p:cNvSpPr txBox="1"/>
          <p:nvPr/>
        </p:nvSpPr>
        <p:spPr>
          <a:xfrm>
            <a:off x="3733800" y="1733550"/>
            <a:ext cx="5105400" cy="3041858"/>
          </a:xfrm>
          <a:prstGeom prst="rect">
            <a:avLst/>
          </a:prstGeom>
          <a:noFill/>
          <a:ln>
            <a:noFill/>
          </a:ln>
        </p:spPr>
        <p:txBody>
          <a:bodyPr spcFirstLastPara="1" wrap="square" lIns="91425" tIns="45700" rIns="91425" bIns="45700" anchor="t" anchorCtr="0">
            <a:spAutoFit/>
          </a:bodyPr>
          <a:lstStyle/>
          <a:p>
            <a:pPr marL="0" marR="0" lvl="0" indent="0" algn="ctr" rtl="0">
              <a:lnSpc>
                <a:spcPct val="163571"/>
              </a:lnSpc>
              <a:spcBef>
                <a:spcPts val="0"/>
              </a:spcBef>
              <a:spcAft>
                <a:spcPts val="0"/>
              </a:spcAft>
              <a:buClr>
                <a:srgbClr val="000000"/>
              </a:buClr>
              <a:buSzPts val="2800"/>
              <a:buFont typeface="Arial"/>
              <a:buNone/>
            </a:pPr>
            <a:r>
              <a:rPr lang="en-US" sz="2800" b="0" i="0" u="none" strike="noStrike" cap="none">
                <a:solidFill>
                  <a:srgbClr val="EEECE1"/>
                </a:solidFill>
                <a:latin typeface="Arial"/>
                <a:ea typeface="Arial"/>
                <a:cs typeface="Arial"/>
                <a:sym typeface="Arial"/>
              </a:rPr>
              <a:t>Keep the card you have or draw more for more points. But </a:t>
            </a:r>
            <a:r>
              <a:rPr lang="en-US" sz="2800" b="0" i="0" u="none" strike="noStrike" cap="none">
                <a:solidFill>
                  <a:srgbClr val="E36C09"/>
                </a:solidFill>
                <a:latin typeface="Arial"/>
                <a:ea typeface="Arial"/>
                <a:cs typeface="Arial"/>
                <a:sym typeface="Arial"/>
              </a:rPr>
              <a:t>beware</a:t>
            </a:r>
            <a:r>
              <a:rPr lang="en-US" sz="2800" b="0" i="0" u="none" strike="noStrike" cap="none">
                <a:solidFill>
                  <a:srgbClr val="EEECE1"/>
                </a:solidFill>
                <a:latin typeface="Arial"/>
                <a:ea typeface="Arial"/>
                <a:cs typeface="Arial"/>
                <a:sym typeface="Arial"/>
              </a:rPr>
              <a:t>! If you find a bomb the game is over and you lose all your points.</a:t>
            </a:r>
            <a:endParaRPr sz="1400" b="0" i="0" u="none" strike="noStrike" cap="none">
              <a:solidFill>
                <a:srgbClr val="000000"/>
              </a:solidFill>
              <a:latin typeface="Arial"/>
              <a:ea typeface="Arial"/>
              <a:cs typeface="Arial"/>
              <a:sym typeface="Arial"/>
            </a:endParaRPr>
          </a:p>
        </p:txBody>
      </p:sp>
      <p:grpSp>
        <p:nvGrpSpPr>
          <p:cNvPr id="510" name="Google Shape;510;p37"/>
          <p:cNvGrpSpPr/>
          <p:nvPr/>
        </p:nvGrpSpPr>
        <p:grpSpPr>
          <a:xfrm>
            <a:off x="725109" y="757440"/>
            <a:ext cx="2590800" cy="3689587"/>
            <a:chOff x="-3323646" y="5895898"/>
            <a:chExt cx="2590800" cy="3689587"/>
          </a:xfrm>
        </p:grpSpPr>
        <p:sp>
          <p:nvSpPr>
            <p:cNvPr id="511" name="Google Shape;511;p37"/>
            <p:cNvSpPr/>
            <p:nvPr/>
          </p:nvSpPr>
          <p:spPr>
            <a:xfrm>
              <a:off x="-3323646" y="5895898"/>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12" name="Google Shape;512;p37" descr="Image result for death eater logo"/>
            <p:cNvPicPr preferRelativeResize="0"/>
            <p:nvPr/>
          </p:nvPicPr>
          <p:blipFill rotWithShape="1">
            <a:blip r:embed="rId5">
              <a:alphaModFix/>
            </a:blip>
            <a:srcRect l="25596" r="25597"/>
            <a:stretch/>
          </p:blipFill>
          <p:spPr>
            <a:xfrm>
              <a:off x="-2839673" y="6261545"/>
              <a:ext cx="1441106" cy="2942940"/>
            </a:xfrm>
            <a:prstGeom prst="rect">
              <a:avLst/>
            </a:prstGeom>
            <a:noFill/>
            <a:ln>
              <a:noFill/>
            </a:ln>
          </p:spPr>
        </p:pic>
        <p:pic>
          <p:nvPicPr>
            <p:cNvPr id="513" name="Google Shape;513;p37"/>
            <p:cNvPicPr preferRelativeResize="0"/>
            <p:nvPr/>
          </p:nvPicPr>
          <p:blipFill rotWithShape="1">
            <a:blip r:embed="rId6">
              <a:alphaModFix/>
            </a:blip>
            <a:srcRect l="17477" t="19124" r="12700" b="27505"/>
            <a:stretch/>
          </p:blipFill>
          <p:spPr>
            <a:xfrm>
              <a:off x="-1592572" y="9011364"/>
              <a:ext cx="702734" cy="399904"/>
            </a:xfrm>
            <a:prstGeom prst="rect">
              <a:avLst/>
            </a:prstGeom>
            <a:noFill/>
            <a:ln>
              <a:noFill/>
            </a:ln>
          </p:spPr>
        </p:pic>
      </p:grpSp>
      <p:grpSp>
        <p:nvGrpSpPr>
          <p:cNvPr id="514" name="Google Shape;514;p37"/>
          <p:cNvGrpSpPr/>
          <p:nvPr/>
        </p:nvGrpSpPr>
        <p:grpSpPr>
          <a:xfrm>
            <a:off x="725109" y="757440"/>
            <a:ext cx="2590800" cy="3689587"/>
            <a:chOff x="-3192736" y="-4114776"/>
            <a:chExt cx="2590800" cy="3689587"/>
          </a:xfrm>
        </p:grpSpPr>
        <p:sp>
          <p:nvSpPr>
            <p:cNvPr id="515" name="Google Shape;515;p37"/>
            <p:cNvSpPr/>
            <p:nvPr/>
          </p:nvSpPr>
          <p:spPr>
            <a:xfrm>
              <a:off x="-3192736" y="-4114776"/>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16" name="Google Shape;516;p37" descr="Image result for ravenclaw"/>
            <p:cNvPicPr preferRelativeResize="0"/>
            <p:nvPr/>
          </p:nvPicPr>
          <p:blipFill rotWithShape="1">
            <a:blip r:embed="rId7">
              <a:alphaModFix/>
            </a:blip>
            <a:srcRect/>
            <a:stretch/>
          </p:blipFill>
          <p:spPr>
            <a:xfrm>
              <a:off x="-2674383" y="-3673193"/>
              <a:ext cx="1554094" cy="2806420"/>
            </a:xfrm>
            <a:prstGeom prst="rect">
              <a:avLst/>
            </a:prstGeom>
            <a:noFill/>
            <a:ln>
              <a:noFill/>
            </a:ln>
          </p:spPr>
        </p:pic>
        <p:pic>
          <p:nvPicPr>
            <p:cNvPr id="517" name="Google Shape;517;p37"/>
            <p:cNvPicPr preferRelativeResize="0"/>
            <p:nvPr/>
          </p:nvPicPr>
          <p:blipFill rotWithShape="1">
            <a:blip r:embed="rId8">
              <a:alphaModFix/>
            </a:blip>
            <a:srcRect l="10557" t="6697" r="9849" b="9881"/>
            <a:stretch/>
          </p:blipFill>
          <p:spPr>
            <a:xfrm>
              <a:off x="-3046959" y="-4000324"/>
              <a:ext cx="2319867" cy="3423393"/>
            </a:xfrm>
            <a:prstGeom prst="rect">
              <a:avLst/>
            </a:prstGeom>
            <a:noFill/>
            <a:ln>
              <a:noFill/>
            </a:ln>
          </p:spPr>
        </p:pic>
      </p:grpSp>
      <p:grpSp>
        <p:nvGrpSpPr>
          <p:cNvPr id="518" name="Google Shape;518;p37"/>
          <p:cNvGrpSpPr/>
          <p:nvPr/>
        </p:nvGrpSpPr>
        <p:grpSpPr>
          <a:xfrm>
            <a:off x="725109" y="757440"/>
            <a:ext cx="2590800" cy="3689587"/>
            <a:chOff x="1956730" y="-4114776"/>
            <a:chExt cx="2590800" cy="3689587"/>
          </a:xfrm>
        </p:grpSpPr>
        <p:sp>
          <p:nvSpPr>
            <p:cNvPr id="519" name="Google Shape;519;p37"/>
            <p:cNvSpPr/>
            <p:nvPr/>
          </p:nvSpPr>
          <p:spPr>
            <a:xfrm>
              <a:off x="1956730" y="-4114776"/>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20" name="Google Shape;520;p37" descr="Image result for hufflepuff badger"/>
            <p:cNvPicPr preferRelativeResize="0"/>
            <p:nvPr/>
          </p:nvPicPr>
          <p:blipFill rotWithShape="1">
            <a:blip r:embed="rId9">
              <a:alphaModFix/>
            </a:blip>
            <a:srcRect/>
            <a:stretch/>
          </p:blipFill>
          <p:spPr>
            <a:xfrm rot="5400000">
              <a:off x="1953093" y="-2919500"/>
              <a:ext cx="2598075" cy="1299035"/>
            </a:xfrm>
            <a:prstGeom prst="rect">
              <a:avLst/>
            </a:prstGeom>
            <a:noFill/>
            <a:ln>
              <a:noFill/>
            </a:ln>
          </p:spPr>
        </p:pic>
        <p:pic>
          <p:nvPicPr>
            <p:cNvPr id="521" name="Google Shape;521;p37"/>
            <p:cNvPicPr preferRelativeResize="0"/>
            <p:nvPr/>
          </p:nvPicPr>
          <p:blipFill rotWithShape="1">
            <a:blip r:embed="rId10">
              <a:alphaModFix/>
            </a:blip>
            <a:srcRect l="11703" t="7932" r="10727" b="8986"/>
            <a:stretch/>
          </p:blipFill>
          <p:spPr>
            <a:xfrm>
              <a:off x="2177842" y="-3924767"/>
              <a:ext cx="2175933" cy="3418601"/>
            </a:xfrm>
            <a:prstGeom prst="rect">
              <a:avLst/>
            </a:prstGeom>
            <a:noFill/>
            <a:ln>
              <a:noFill/>
            </a:ln>
          </p:spPr>
        </p:pic>
      </p:grpSp>
      <p:grpSp>
        <p:nvGrpSpPr>
          <p:cNvPr id="522" name="Google Shape;522;p37"/>
          <p:cNvGrpSpPr/>
          <p:nvPr/>
        </p:nvGrpSpPr>
        <p:grpSpPr>
          <a:xfrm>
            <a:off x="725109" y="757440"/>
            <a:ext cx="2590800" cy="3689587"/>
            <a:chOff x="2099128" y="6154027"/>
            <a:chExt cx="2590800" cy="3689587"/>
          </a:xfrm>
        </p:grpSpPr>
        <p:sp>
          <p:nvSpPr>
            <p:cNvPr id="523" name="Google Shape;523;p37"/>
            <p:cNvSpPr/>
            <p:nvPr/>
          </p:nvSpPr>
          <p:spPr>
            <a:xfrm>
              <a:off x="2099128" y="6154027"/>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24" name="Google Shape;524;p37" descr="Image result for slytherin snake"/>
            <p:cNvPicPr preferRelativeResize="0"/>
            <p:nvPr/>
          </p:nvPicPr>
          <p:blipFill rotWithShape="1">
            <a:blip r:embed="rId11">
              <a:alphaModFix/>
            </a:blip>
            <a:srcRect/>
            <a:stretch/>
          </p:blipFill>
          <p:spPr>
            <a:xfrm>
              <a:off x="2456610" y="7321337"/>
              <a:ext cx="1875836" cy="1354966"/>
            </a:xfrm>
            <a:prstGeom prst="rect">
              <a:avLst/>
            </a:prstGeom>
            <a:noFill/>
            <a:ln>
              <a:noFill/>
            </a:ln>
          </p:spPr>
        </p:pic>
        <p:pic>
          <p:nvPicPr>
            <p:cNvPr id="525" name="Google Shape;525;p37"/>
            <p:cNvPicPr preferRelativeResize="0"/>
            <p:nvPr/>
          </p:nvPicPr>
          <p:blipFill rotWithShape="1">
            <a:blip r:embed="rId12">
              <a:alphaModFix/>
            </a:blip>
            <a:srcRect l="11916" t="7932" r="11049" b="10564"/>
            <a:stretch/>
          </p:blipFill>
          <p:spPr>
            <a:xfrm>
              <a:off x="2291782" y="6327166"/>
              <a:ext cx="2230582" cy="3353726"/>
            </a:xfrm>
            <a:prstGeom prst="rect">
              <a:avLst/>
            </a:prstGeom>
            <a:noFill/>
            <a:ln>
              <a:noFill/>
            </a:ln>
          </p:spPr>
        </p:pic>
      </p:grpSp>
      <p:grpSp>
        <p:nvGrpSpPr>
          <p:cNvPr id="526" name="Google Shape;526;p37"/>
          <p:cNvGrpSpPr/>
          <p:nvPr/>
        </p:nvGrpSpPr>
        <p:grpSpPr>
          <a:xfrm>
            <a:off x="725109" y="757440"/>
            <a:ext cx="2590800" cy="3689587"/>
            <a:chOff x="2743200" y="787163"/>
            <a:chExt cx="2590800" cy="3689587"/>
          </a:xfrm>
        </p:grpSpPr>
        <p:sp>
          <p:nvSpPr>
            <p:cNvPr id="527" name="Google Shape;527;p37"/>
            <p:cNvSpPr/>
            <p:nvPr/>
          </p:nvSpPr>
          <p:spPr>
            <a:xfrm>
              <a:off x="2743200" y="787163"/>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28" name="Google Shape;528;p37" descr="Image result for hogwarts logo"/>
            <p:cNvPicPr preferRelativeResize="0"/>
            <p:nvPr/>
          </p:nvPicPr>
          <p:blipFill rotWithShape="1">
            <a:blip r:embed="rId13">
              <a:alphaModFix/>
            </a:blip>
            <a:srcRect/>
            <a:stretch/>
          </p:blipFill>
          <p:spPr>
            <a:xfrm>
              <a:off x="2895600" y="1434863"/>
              <a:ext cx="2286000" cy="2286000"/>
            </a:xfrm>
            <a:prstGeom prst="rect">
              <a:avLst/>
            </a:prstGeom>
            <a:noFill/>
            <a:ln>
              <a:noFill/>
            </a:ln>
          </p:spPr>
        </p:pic>
      </p:grpSp>
      <p:sp>
        <p:nvSpPr>
          <p:cNvPr id="529" name="Google Shape;529;p37"/>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I</a:t>
            </a:r>
            <a:endParaRPr/>
          </a:p>
        </p:txBody>
      </p:sp>
      <p:pic>
        <p:nvPicPr>
          <p:cNvPr id="530" name="Google Shape;530;p37" descr="Image result for hogwarts icon">
            <a:hlinkClick r:id="rId14" action="ppaction://hlinksldjump"/>
          </p:cNvPr>
          <p:cNvPicPr preferRelativeResize="0"/>
          <p:nvPr/>
        </p:nvPicPr>
        <p:blipFill rotWithShape="1">
          <a:blip r:embed="rId15">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526"/>
                                        </p:tgtEl>
                                        <p:attrNameLst>
                                          <p:attrName>ppt_x</p:attrName>
                                        </p:attrNameLst>
                                      </p:cBhvr>
                                      <p:tavLst>
                                        <p:tav tm="0">
                                          <p:val>
                                            <p:strVal val="#ppt_x"/>
                                          </p:val>
                                        </p:tav>
                                        <p:tav tm="100000">
                                          <p:val>
                                            <p:strVal val="#ppt_x-1"/>
                                          </p:val>
                                        </p:tav>
                                      </p:tavLst>
                                    </p:anim>
                                    <p:set>
                                      <p:cBhvr>
                                        <p:cTn id="7" dur="1" fill="hold">
                                          <p:stCondLst>
                                            <p:cond delay="500"/>
                                          </p:stCondLst>
                                        </p:cTn>
                                        <p:tgtEl>
                                          <p:spTgt spid="5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xit" presetSubtype="8" fill="hold" nodeType="clickEffect">
                                  <p:stCondLst>
                                    <p:cond delay="0"/>
                                  </p:stCondLst>
                                  <p:childTnLst>
                                    <p:anim calcmode="lin" valueType="num">
                                      <p:cBhvr additive="base">
                                        <p:cTn id="11" dur="500"/>
                                        <p:tgtEl>
                                          <p:spTgt spid="522"/>
                                        </p:tgtEl>
                                        <p:attrNameLst>
                                          <p:attrName>ppt_x</p:attrName>
                                        </p:attrNameLst>
                                      </p:cBhvr>
                                      <p:tavLst>
                                        <p:tav tm="0">
                                          <p:val>
                                            <p:strVal val="#ppt_x"/>
                                          </p:val>
                                        </p:tav>
                                        <p:tav tm="100000">
                                          <p:val>
                                            <p:strVal val="#ppt_x-1"/>
                                          </p:val>
                                        </p:tav>
                                      </p:tavLst>
                                    </p:anim>
                                    <p:set>
                                      <p:cBhvr>
                                        <p:cTn id="12" dur="1" fill="hold">
                                          <p:stCondLst>
                                            <p:cond delay="500"/>
                                          </p:stCondLst>
                                        </p:cTn>
                                        <p:tgtEl>
                                          <p:spTgt spid="52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518"/>
                                        </p:tgtEl>
                                        <p:attrNameLst>
                                          <p:attrName>ppt_x</p:attrName>
                                        </p:attrNameLst>
                                      </p:cBhvr>
                                      <p:tavLst>
                                        <p:tav tm="0">
                                          <p:val>
                                            <p:strVal val="#ppt_x"/>
                                          </p:val>
                                        </p:tav>
                                        <p:tav tm="100000">
                                          <p:val>
                                            <p:strVal val="#ppt_x-1"/>
                                          </p:val>
                                        </p:tav>
                                      </p:tavLst>
                                    </p:anim>
                                    <p:set>
                                      <p:cBhvr>
                                        <p:cTn id="17" dur="1" fill="hold">
                                          <p:stCondLst>
                                            <p:cond delay="500"/>
                                          </p:stCondLst>
                                        </p:cTn>
                                        <p:tgtEl>
                                          <p:spTgt spid="51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8" fill="hold" nodeType="clickEffect">
                                  <p:stCondLst>
                                    <p:cond delay="0"/>
                                  </p:stCondLst>
                                  <p:childTnLst>
                                    <p:anim calcmode="lin" valueType="num">
                                      <p:cBhvr additive="base">
                                        <p:cTn id="21" dur="500"/>
                                        <p:tgtEl>
                                          <p:spTgt spid="514"/>
                                        </p:tgtEl>
                                        <p:attrNameLst>
                                          <p:attrName>ppt_x</p:attrName>
                                        </p:attrNameLst>
                                      </p:cBhvr>
                                      <p:tavLst>
                                        <p:tav tm="0">
                                          <p:val>
                                            <p:strVal val="#ppt_x"/>
                                          </p:val>
                                        </p:tav>
                                        <p:tav tm="100000">
                                          <p:val>
                                            <p:strVal val="#ppt_x-1"/>
                                          </p:val>
                                        </p:tav>
                                      </p:tavLst>
                                    </p:anim>
                                    <p:set>
                                      <p:cBhvr>
                                        <p:cTn id="22" dur="1" fill="hold">
                                          <p:stCondLst>
                                            <p:cond delay="500"/>
                                          </p:stCondLst>
                                        </p:cTn>
                                        <p:tgtEl>
                                          <p:spTgt spid="5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pic>
        <p:nvPicPr>
          <p:cNvPr id="536" name="Google Shape;536;p38"/>
          <p:cNvPicPr preferRelativeResize="0"/>
          <p:nvPr/>
        </p:nvPicPr>
        <p:blipFill rotWithShape="1">
          <a:blip r:embed="rId3">
            <a:alphaModFix/>
          </a:blip>
          <a:srcRect/>
          <a:stretch/>
        </p:blipFill>
        <p:spPr>
          <a:xfrm>
            <a:off x="-1066800" y="0"/>
            <a:ext cx="11618982" cy="5143500"/>
          </a:xfrm>
          <a:prstGeom prst="rect">
            <a:avLst/>
          </a:prstGeom>
          <a:noFill/>
          <a:ln>
            <a:noFill/>
          </a:ln>
        </p:spPr>
      </p:pic>
      <p:sp>
        <p:nvSpPr>
          <p:cNvPr id="537" name="Google Shape;537;p38" descr="Image result for scared potter gif"/>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38" name="Google Shape;538;p38">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539" name="Google Shape;539;p38">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540" name="Google Shape;540;p38"/>
          <p:cNvSpPr txBox="1"/>
          <p:nvPr/>
        </p:nvSpPr>
        <p:spPr>
          <a:xfrm>
            <a:off x="2133600" y="3809821"/>
            <a:ext cx="487680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Your rival challenges</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you to a duel.</a:t>
            </a:r>
            <a:endParaRPr sz="1400" b="0" i="0" u="none" strike="noStrike" cap="none">
              <a:solidFill>
                <a:srgbClr val="000000"/>
              </a:solidFill>
              <a:latin typeface="Arial"/>
              <a:ea typeface="Arial"/>
              <a:cs typeface="Arial"/>
              <a:sym typeface="Arial"/>
            </a:endParaRPr>
          </a:p>
        </p:txBody>
      </p:sp>
      <p:sp>
        <p:nvSpPr>
          <p:cNvPr id="541" name="Google Shape;541;p38" descr="Image result for scared potter gif"/>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42" name="Google Shape;542;p38"/>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J Question</a:t>
            </a:r>
            <a:endParaRPr/>
          </a:p>
        </p:txBody>
      </p:sp>
      <p:sp>
        <p:nvSpPr>
          <p:cNvPr id="2" name="Rectangle 1">
            <a:hlinkClick r:id="rId8" action="ppaction://hlinksldjump"/>
            <a:extLst>
              <a:ext uri="{FF2B5EF4-FFF2-40B4-BE49-F238E27FC236}">
                <a16:creationId xmlns:a16="http://schemas.microsoft.com/office/drawing/2014/main" id="{8D6EC62A-D2A9-0FE6-8B76-22291AC4AB2B}"/>
              </a:ext>
            </a:extLst>
          </p:cNvPr>
          <p:cNvSpPr/>
          <p:nvPr/>
        </p:nvSpPr>
        <p:spPr>
          <a:xfrm>
            <a:off x="8255000" y="4572000"/>
            <a:ext cx="508000" cy="508000"/>
          </a:xfrm>
          <a:prstGeom prst="rect">
            <a:avLst/>
          </a:prstGeom>
          <a:solidFill>
            <a:srgbClr val="228B2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H</a:t>
            </a:r>
          </a:p>
        </p:txBody>
      </p:sp>
    </p:spTree>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pic>
        <p:nvPicPr>
          <p:cNvPr id="548" name="Google Shape;548;p39"/>
          <p:cNvPicPr preferRelativeResize="0"/>
          <p:nvPr/>
        </p:nvPicPr>
        <p:blipFill rotWithShape="1">
          <a:blip r:embed="rId3">
            <a:alphaModFix/>
          </a:blip>
          <a:srcRect/>
          <a:stretch/>
        </p:blipFill>
        <p:spPr>
          <a:xfrm>
            <a:off x="-1600200" y="0"/>
            <a:ext cx="12756466" cy="5143500"/>
          </a:xfrm>
          <a:prstGeom prst="rect">
            <a:avLst/>
          </a:prstGeom>
          <a:noFill/>
          <a:ln>
            <a:noFill/>
          </a:ln>
        </p:spPr>
      </p:pic>
      <p:sp>
        <p:nvSpPr>
          <p:cNvPr id="549" name="Google Shape;549;p39"/>
          <p:cNvSpPr txBox="1"/>
          <p:nvPr/>
        </p:nvSpPr>
        <p:spPr>
          <a:xfrm>
            <a:off x="173181" y="36018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lost!</a:t>
            </a:r>
            <a:endParaRPr sz="1400" b="0" i="0" u="none" strike="noStrike" cap="none">
              <a:solidFill>
                <a:srgbClr val="000000"/>
              </a:solidFill>
              <a:latin typeface="Arial"/>
              <a:ea typeface="Arial"/>
              <a:cs typeface="Arial"/>
              <a:sym typeface="Arial"/>
            </a:endParaRPr>
          </a:p>
        </p:txBody>
      </p:sp>
      <p:pic>
        <p:nvPicPr>
          <p:cNvPr id="550" name="Google Shape;550;p39"/>
          <p:cNvPicPr preferRelativeResize="0"/>
          <p:nvPr/>
        </p:nvPicPr>
        <p:blipFill rotWithShape="1">
          <a:blip r:embed="rId4">
            <a:alphaModFix/>
          </a:blip>
          <a:srcRect l="8452" t="21183" r="7993" b="27670"/>
          <a:stretch/>
        </p:blipFill>
        <p:spPr>
          <a:xfrm>
            <a:off x="1143000" y="3924984"/>
            <a:ext cx="5043055" cy="1094510"/>
          </a:xfrm>
          <a:prstGeom prst="rect">
            <a:avLst/>
          </a:prstGeom>
          <a:noFill/>
          <a:ln>
            <a:noFill/>
          </a:ln>
        </p:spPr>
      </p:pic>
      <p:sp>
        <p:nvSpPr>
          <p:cNvPr id="551" name="Google Shape;551;p39"/>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J - B</a:t>
            </a:r>
            <a:endParaRPr/>
          </a:p>
        </p:txBody>
      </p:sp>
      <p:pic>
        <p:nvPicPr>
          <p:cNvPr id="552" name="Google Shape;552;p39"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40" descr="Related imag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59" name="Google Shape;559;p40"/>
          <p:cNvPicPr preferRelativeResize="0"/>
          <p:nvPr/>
        </p:nvPicPr>
        <p:blipFill rotWithShape="1">
          <a:blip r:embed="rId3">
            <a:alphaModFix/>
          </a:blip>
          <a:srcRect/>
          <a:stretch/>
        </p:blipFill>
        <p:spPr>
          <a:xfrm>
            <a:off x="-1" y="-60918"/>
            <a:ext cx="9144002" cy="5265336"/>
          </a:xfrm>
          <a:prstGeom prst="rect">
            <a:avLst/>
          </a:prstGeom>
          <a:noFill/>
          <a:ln>
            <a:noFill/>
          </a:ln>
        </p:spPr>
      </p:pic>
      <p:pic>
        <p:nvPicPr>
          <p:cNvPr id="560" name="Google Shape;560;p40"/>
          <p:cNvPicPr preferRelativeResize="0"/>
          <p:nvPr/>
        </p:nvPicPr>
        <p:blipFill rotWithShape="1">
          <a:blip r:embed="rId4">
            <a:alphaModFix/>
          </a:blip>
          <a:srcRect l="10107" t="19018" r="10235" b="31034"/>
          <a:stretch/>
        </p:blipFill>
        <p:spPr>
          <a:xfrm>
            <a:off x="753630" y="3788887"/>
            <a:ext cx="3361170" cy="1068863"/>
          </a:xfrm>
          <a:prstGeom prst="rect">
            <a:avLst/>
          </a:prstGeom>
          <a:noFill/>
          <a:ln>
            <a:noFill/>
          </a:ln>
        </p:spPr>
      </p:pic>
      <p:sp>
        <p:nvSpPr>
          <p:cNvPr id="561" name="Google Shape;561;p40"/>
          <p:cNvSpPr txBox="1"/>
          <p:nvPr/>
        </p:nvSpPr>
        <p:spPr>
          <a:xfrm>
            <a:off x="0" y="34494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won!</a:t>
            </a:r>
            <a:endParaRPr sz="1400" b="0" i="0" u="none" strike="noStrike" cap="none">
              <a:solidFill>
                <a:srgbClr val="000000"/>
              </a:solidFill>
              <a:latin typeface="Arial"/>
              <a:ea typeface="Arial"/>
              <a:cs typeface="Arial"/>
              <a:sym typeface="Arial"/>
            </a:endParaRPr>
          </a:p>
        </p:txBody>
      </p:sp>
      <p:sp>
        <p:nvSpPr>
          <p:cNvPr id="562" name="Google Shape;562;p40"/>
          <p:cNvSpPr txBox="1">
            <a:spLocks noGrp="1"/>
          </p:cNvSpPr>
          <p:nvPr>
            <p:ph type="title" idx="4294967295"/>
          </p:nvPr>
        </p:nvSpPr>
        <p:spPr>
          <a:xfrm>
            <a:off x="457200" y="-1022742"/>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J - A</a:t>
            </a:r>
            <a:endParaRPr/>
          </a:p>
        </p:txBody>
      </p:sp>
      <p:pic>
        <p:nvPicPr>
          <p:cNvPr id="563" name="Google Shape;563;p40"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42" descr="Image result for harry potter gif"/>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70" name="Google Shape;570;p42" descr="Image result for harry and voldemort gif"/>
          <p:cNvPicPr preferRelativeResize="0"/>
          <p:nvPr/>
        </p:nvPicPr>
        <p:blipFill rotWithShape="1">
          <a:blip r:embed="rId3">
            <a:alphaModFix/>
          </a:blip>
          <a:srcRect/>
          <a:stretch/>
        </p:blipFill>
        <p:spPr>
          <a:xfrm>
            <a:off x="-2362200" y="-23404"/>
            <a:ext cx="12165897" cy="5166904"/>
          </a:xfrm>
          <a:prstGeom prst="rect">
            <a:avLst/>
          </a:prstGeom>
          <a:noFill/>
          <a:ln>
            <a:noFill/>
          </a:ln>
        </p:spPr>
      </p:pic>
      <p:sp>
        <p:nvSpPr>
          <p:cNvPr id="571" name="Google Shape;571;p42"/>
          <p:cNvSpPr txBox="1"/>
          <p:nvPr/>
        </p:nvSpPr>
        <p:spPr>
          <a:xfrm>
            <a:off x="2057400" y="4019550"/>
            <a:ext cx="5029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Voldemort attacks!</a:t>
            </a:r>
            <a:endParaRPr sz="1400" b="0" i="0" u="none" strike="noStrike" cap="none">
              <a:solidFill>
                <a:srgbClr val="000000"/>
              </a:solidFill>
              <a:latin typeface="Arial"/>
              <a:ea typeface="Arial"/>
              <a:cs typeface="Arial"/>
              <a:sym typeface="Arial"/>
            </a:endParaRPr>
          </a:p>
        </p:txBody>
      </p:sp>
      <p:pic>
        <p:nvPicPr>
          <p:cNvPr id="572" name="Google Shape;572;p42">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573" name="Google Shape;573;p42">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574" name="Google Shape;574;p42"/>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M Question</a:t>
            </a:r>
            <a:endParaRPr/>
          </a:p>
        </p:txBody>
      </p:sp>
      <p:sp>
        <p:nvSpPr>
          <p:cNvPr id="2" name="Rectangle 1">
            <a:hlinkClick r:id="rId8" action="ppaction://hlinksldjump"/>
            <a:extLst>
              <a:ext uri="{FF2B5EF4-FFF2-40B4-BE49-F238E27FC236}">
                <a16:creationId xmlns:a16="http://schemas.microsoft.com/office/drawing/2014/main" id="{A479402A-6613-85CF-B440-42C6F593A4C8}"/>
              </a:ext>
            </a:extLst>
          </p:cNvPr>
          <p:cNvSpPr/>
          <p:nvPr/>
        </p:nvSpPr>
        <p:spPr>
          <a:xfrm>
            <a:off x="8255000" y="4572000"/>
            <a:ext cx="508000" cy="508000"/>
          </a:xfrm>
          <a:prstGeom prst="rect">
            <a:avLst/>
          </a:prstGeom>
          <a:solidFill>
            <a:srgbClr val="228B2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H</a:t>
            </a:r>
          </a:p>
        </p:txBody>
      </p:sp>
    </p:spTree>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3" descr="Image result for voldemort gif"/>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1" name="Google Shape;581;p43" descr="Image result for voldemort gif"/>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2" name="Google Shape;582;p43" descr="Image result for voldemort gif"/>
          <p:cNvSpPr/>
          <p:nvPr/>
        </p:nvSpPr>
        <p:spPr>
          <a:xfrm>
            <a:off x="460375" y="1603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3" name="Google Shape;583;p43" descr="Image result for voldemort death gif"/>
          <p:cNvSpPr/>
          <p:nvPr/>
        </p:nvSpPr>
        <p:spPr>
          <a:xfrm>
            <a:off x="612775" y="312737"/>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84" name="Google Shape;584;p43"/>
          <p:cNvPicPr preferRelativeResize="0"/>
          <p:nvPr/>
        </p:nvPicPr>
        <p:blipFill rotWithShape="1">
          <a:blip r:embed="rId3">
            <a:alphaModFix/>
          </a:blip>
          <a:srcRect/>
          <a:stretch/>
        </p:blipFill>
        <p:spPr>
          <a:xfrm>
            <a:off x="-1487044" y="0"/>
            <a:ext cx="12118088" cy="5143500"/>
          </a:xfrm>
          <a:prstGeom prst="rect">
            <a:avLst/>
          </a:prstGeom>
          <a:noFill/>
          <a:ln>
            <a:noFill/>
          </a:ln>
        </p:spPr>
      </p:pic>
      <p:pic>
        <p:nvPicPr>
          <p:cNvPr id="585" name="Google Shape;585;p43"/>
          <p:cNvPicPr preferRelativeResize="0"/>
          <p:nvPr/>
        </p:nvPicPr>
        <p:blipFill rotWithShape="1">
          <a:blip r:embed="rId4">
            <a:alphaModFix/>
          </a:blip>
          <a:srcRect l="21162" t="24845" r="23366" b="30736"/>
          <a:stretch/>
        </p:blipFill>
        <p:spPr>
          <a:xfrm>
            <a:off x="773843" y="3867150"/>
            <a:ext cx="2197957" cy="950561"/>
          </a:xfrm>
          <a:prstGeom prst="rect">
            <a:avLst/>
          </a:prstGeom>
          <a:noFill/>
          <a:ln>
            <a:noFill/>
          </a:ln>
        </p:spPr>
      </p:pic>
      <p:sp>
        <p:nvSpPr>
          <p:cNvPr id="586" name="Google Shape;586;p43"/>
          <p:cNvSpPr txBox="1"/>
          <p:nvPr/>
        </p:nvSpPr>
        <p:spPr>
          <a:xfrm>
            <a:off x="0" y="34494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won!</a:t>
            </a:r>
            <a:endParaRPr sz="1400" b="0" i="0" u="none" strike="noStrike" cap="none">
              <a:solidFill>
                <a:srgbClr val="000000"/>
              </a:solidFill>
              <a:latin typeface="Arial"/>
              <a:ea typeface="Arial"/>
              <a:cs typeface="Arial"/>
              <a:sym typeface="Arial"/>
            </a:endParaRPr>
          </a:p>
        </p:txBody>
      </p:sp>
      <p:sp>
        <p:nvSpPr>
          <p:cNvPr id="587" name="Google Shape;587;p43"/>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M - B</a:t>
            </a:r>
            <a:endParaRPr/>
          </a:p>
        </p:txBody>
      </p:sp>
      <p:pic>
        <p:nvPicPr>
          <p:cNvPr id="588" name="Google Shape;588;p43"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pic>
        <p:nvPicPr>
          <p:cNvPr id="594" name="Google Shape;594;p44"/>
          <p:cNvPicPr preferRelativeResize="0"/>
          <p:nvPr/>
        </p:nvPicPr>
        <p:blipFill rotWithShape="1">
          <a:blip r:embed="rId3">
            <a:alphaModFix/>
          </a:blip>
          <a:srcRect/>
          <a:stretch/>
        </p:blipFill>
        <p:spPr>
          <a:xfrm>
            <a:off x="-1657578" y="-1"/>
            <a:ext cx="12459156" cy="5143502"/>
          </a:xfrm>
          <a:prstGeom prst="rect">
            <a:avLst/>
          </a:prstGeom>
          <a:noFill/>
          <a:ln>
            <a:noFill/>
          </a:ln>
        </p:spPr>
      </p:pic>
      <p:sp>
        <p:nvSpPr>
          <p:cNvPr id="595" name="Google Shape;595;p44"/>
          <p:cNvSpPr txBox="1"/>
          <p:nvPr/>
        </p:nvSpPr>
        <p:spPr>
          <a:xfrm>
            <a:off x="173181" y="3601819"/>
            <a:ext cx="2743200"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lost!</a:t>
            </a:r>
            <a:endParaRPr sz="1400" b="0" i="0" u="none" strike="noStrike" cap="none">
              <a:solidFill>
                <a:srgbClr val="000000"/>
              </a:solidFill>
              <a:latin typeface="Arial"/>
              <a:ea typeface="Arial"/>
              <a:cs typeface="Arial"/>
              <a:sym typeface="Arial"/>
            </a:endParaRPr>
          </a:p>
        </p:txBody>
      </p:sp>
      <p:grpSp>
        <p:nvGrpSpPr>
          <p:cNvPr id="596" name="Google Shape;596;p44"/>
          <p:cNvGrpSpPr/>
          <p:nvPr/>
        </p:nvGrpSpPr>
        <p:grpSpPr>
          <a:xfrm>
            <a:off x="935181" y="4007427"/>
            <a:ext cx="5160819" cy="1078923"/>
            <a:chOff x="457200" y="3169227"/>
            <a:chExt cx="5160819" cy="1078923"/>
          </a:xfrm>
        </p:grpSpPr>
        <p:pic>
          <p:nvPicPr>
            <p:cNvPr id="597" name="Google Shape;597;p44"/>
            <p:cNvPicPr preferRelativeResize="0"/>
            <p:nvPr/>
          </p:nvPicPr>
          <p:blipFill rotWithShape="1">
            <a:blip r:embed="rId4">
              <a:alphaModFix/>
            </a:blip>
            <a:srcRect l="17623" t="19807" r="21228" b="54948"/>
            <a:stretch/>
          </p:blipFill>
          <p:spPr>
            <a:xfrm>
              <a:off x="457200" y="3257550"/>
              <a:ext cx="2493819" cy="732559"/>
            </a:xfrm>
            <a:prstGeom prst="rect">
              <a:avLst/>
            </a:prstGeom>
            <a:noFill/>
            <a:ln>
              <a:noFill/>
            </a:ln>
          </p:spPr>
        </p:pic>
        <p:pic>
          <p:nvPicPr>
            <p:cNvPr id="598" name="Google Shape;598;p44"/>
            <p:cNvPicPr preferRelativeResize="0"/>
            <p:nvPr/>
          </p:nvPicPr>
          <p:blipFill rotWithShape="1">
            <a:blip r:embed="rId4">
              <a:alphaModFix/>
            </a:blip>
            <a:srcRect l="19426" t="43481" r="19426" b="19339"/>
            <a:stretch/>
          </p:blipFill>
          <p:spPr>
            <a:xfrm>
              <a:off x="3124200" y="3169227"/>
              <a:ext cx="2493819" cy="1078923"/>
            </a:xfrm>
            <a:prstGeom prst="rect">
              <a:avLst/>
            </a:prstGeom>
            <a:noFill/>
            <a:ln>
              <a:noFill/>
            </a:ln>
          </p:spPr>
        </p:pic>
      </p:grpSp>
      <p:sp>
        <p:nvSpPr>
          <p:cNvPr id="599" name="Google Shape;599;p44"/>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M - A</a:t>
            </a:r>
            <a:endParaRPr/>
          </a:p>
        </p:txBody>
      </p:sp>
      <p:pic>
        <p:nvPicPr>
          <p:cNvPr id="600" name="Google Shape;600;p44"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mt="79000"/>
          </a:blip>
          <a:stretch>
            <a:fillRect/>
          </a:stretch>
        </a:blipFill>
        <a:effectLst/>
      </p:bgPr>
    </p:bg>
    <p:spTree>
      <p:nvGrpSpPr>
        <p:cNvPr id="1" name="Shape 605"/>
        <p:cNvGrpSpPr/>
        <p:nvPr/>
      </p:nvGrpSpPr>
      <p:grpSpPr>
        <a:xfrm>
          <a:off x="0" y="0"/>
          <a:ext cx="0" cy="0"/>
          <a:chOff x="0" y="0"/>
          <a:chExt cx="0" cy="0"/>
        </a:xfrm>
      </p:grpSpPr>
      <p:pic>
        <p:nvPicPr>
          <p:cNvPr id="606" name="Google Shape;606;p45" descr="Image result for death eater logo"/>
          <p:cNvPicPr preferRelativeResize="0"/>
          <p:nvPr/>
        </p:nvPicPr>
        <p:blipFill rotWithShape="1">
          <a:blip r:embed="rId4">
            <a:alphaModFix/>
          </a:blip>
          <a:srcRect l="25596" r="25597"/>
          <a:stretch/>
        </p:blipFill>
        <p:spPr>
          <a:xfrm>
            <a:off x="4305329" y="1582719"/>
            <a:ext cx="533342" cy="1089158"/>
          </a:xfrm>
          <a:prstGeom prst="rect">
            <a:avLst/>
          </a:prstGeom>
          <a:noFill/>
          <a:ln>
            <a:noFill/>
          </a:ln>
        </p:spPr>
      </p:pic>
      <p:pic>
        <p:nvPicPr>
          <p:cNvPr id="607" name="Google Shape;607;p45"/>
          <p:cNvPicPr preferRelativeResize="0"/>
          <p:nvPr/>
        </p:nvPicPr>
        <p:blipFill rotWithShape="1">
          <a:blip r:embed="rId5">
            <a:alphaModFix/>
          </a:blip>
          <a:srcRect l="23039" t="25473" r="33651" b="32667"/>
          <a:stretch/>
        </p:blipFill>
        <p:spPr>
          <a:xfrm>
            <a:off x="7678819" y="1538878"/>
            <a:ext cx="818537" cy="1042794"/>
          </a:xfrm>
          <a:prstGeom prst="rect">
            <a:avLst/>
          </a:prstGeom>
          <a:noFill/>
          <a:ln>
            <a:noFill/>
          </a:ln>
        </p:spPr>
      </p:pic>
      <p:pic>
        <p:nvPicPr>
          <p:cNvPr id="608" name="Google Shape;608;p45"/>
          <p:cNvPicPr preferRelativeResize="0"/>
          <p:nvPr/>
        </p:nvPicPr>
        <p:blipFill rotWithShape="1">
          <a:blip r:embed="rId6">
            <a:alphaModFix/>
          </a:blip>
          <a:srcRect l="17315" t="24793" r="28581" b="37055"/>
          <a:stretch/>
        </p:blipFill>
        <p:spPr>
          <a:xfrm>
            <a:off x="2133617" y="3313296"/>
            <a:ext cx="1121283" cy="950455"/>
          </a:xfrm>
          <a:prstGeom prst="rect">
            <a:avLst/>
          </a:prstGeom>
          <a:noFill/>
          <a:ln>
            <a:noFill/>
          </a:ln>
        </p:spPr>
      </p:pic>
      <p:pic>
        <p:nvPicPr>
          <p:cNvPr id="609" name="Google Shape;609;p45"/>
          <p:cNvPicPr preferRelativeResize="0"/>
          <p:nvPr/>
        </p:nvPicPr>
        <p:blipFill rotWithShape="1">
          <a:blip r:embed="rId7">
            <a:alphaModFix/>
          </a:blip>
          <a:srcRect l="23198" t="23198" r="33574" b="35069"/>
          <a:stretch/>
        </p:blipFill>
        <p:spPr>
          <a:xfrm>
            <a:off x="644607" y="1540455"/>
            <a:ext cx="885274" cy="1039640"/>
          </a:xfrm>
          <a:prstGeom prst="rect">
            <a:avLst/>
          </a:prstGeom>
          <a:noFill/>
          <a:ln>
            <a:noFill/>
          </a:ln>
        </p:spPr>
      </p:pic>
      <p:pic>
        <p:nvPicPr>
          <p:cNvPr id="610" name="Google Shape;610;p45"/>
          <p:cNvPicPr preferRelativeResize="0"/>
          <p:nvPr/>
        </p:nvPicPr>
        <p:blipFill rotWithShape="1">
          <a:blip r:embed="rId8">
            <a:alphaModFix/>
          </a:blip>
          <a:srcRect l="22463" t="22464" r="30707" b="34518"/>
          <a:stretch/>
        </p:blipFill>
        <p:spPr>
          <a:xfrm>
            <a:off x="5722930" y="3252697"/>
            <a:ext cx="1019200" cy="1071653"/>
          </a:xfrm>
          <a:prstGeom prst="rect">
            <a:avLst/>
          </a:prstGeom>
          <a:noFill/>
          <a:ln>
            <a:noFill/>
          </a:ln>
        </p:spPr>
      </p:pic>
      <p:pic>
        <p:nvPicPr>
          <p:cNvPr id="611" name="Google Shape;611;p45"/>
          <p:cNvPicPr preferRelativeResize="0"/>
          <p:nvPr/>
        </p:nvPicPr>
        <p:blipFill rotWithShape="1">
          <a:blip r:embed="rId9">
            <a:alphaModFix/>
          </a:blip>
          <a:srcRect l="19247" t="24739" r="29600" b="36554"/>
          <a:stretch/>
        </p:blipFill>
        <p:spPr>
          <a:xfrm>
            <a:off x="393855" y="3306371"/>
            <a:ext cx="1087646" cy="964304"/>
          </a:xfrm>
          <a:prstGeom prst="rect">
            <a:avLst/>
          </a:prstGeom>
          <a:noFill/>
          <a:ln>
            <a:noFill/>
          </a:ln>
        </p:spPr>
      </p:pic>
      <p:pic>
        <p:nvPicPr>
          <p:cNvPr id="612" name="Google Shape;612;p45" descr="Image result for death eater logo"/>
          <p:cNvPicPr preferRelativeResize="0"/>
          <p:nvPr/>
        </p:nvPicPr>
        <p:blipFill rotWithShape="1">
          <a:blip r:embed="rId4">
            <a:alphaModFix/>
          </a:blip>
          <a:srcRect l="25596" r="25597"/>
          <a:stretch/>
        </p:blipFill>
        <p:spPr>
          <a:xfrm>
            <a:off x="4305329" y="3337956"/>
            <a:ext cx="533342" cy="1089158"/>
          </a:xfrm>
          <a:prstGeom prst="rect">
            <a:avLst/>
          </a:prstGeom>
          <a:noFill/>
          <a:ln>
            <a:noFill/>
          </a:ln>
        </p:spPr>
      </p:pic>
      <p:grpSp>
        <p:nvGrpSpPr>
          <p:cNvPr id="613" name="Google Shape;613;p45"/>
          <p:cNvGrpSpPr/>
          <p:nvPr/>
        </p:nvGrpSpPr>
        <p:grpSpPr>
          <a:xfrm>
            <a:off x="2001838" y="1250370"/>
            <a:ext cx="1753856" cy="1753856"/>
            <a:chOff x="2001838" y="1267446"/>
            <a:chExt cx="1753856" cy="1753856"/>
          </a:xfrm>
        </p:grpSpPr>
        <p:pic>
          <p:nvPicPr>
            <p:cNvPr id="614" name="Google Shape;614;p45" descr="Image result for blank book mockup"/>
            <p:cNvPicPr preferRelativeResize="0"/>
            <p:nvPr/>
          </p:nvPicPr>
          <p:blipFill rotWithShape="1">
            <a:blip r:embed="rId10">
              <a:alphaModFix/>
            </a:blip>
            <a:srcRect/>
            <a:stretch/>
          </p:blipFill>
          <p:spPr>
            <a:xfrm>
              <a:off x="2001838" y="1267446"/>
              <a:ext cx="1753856" cy="1753856"/>
            </a:xfrm>
            <a:prstGeom prst="rect">
              <a:avLst/>
            </a:prstGeom>
            <a:noFill/>
            <a:ln>
              <a:noFill/>
            </a:ln>
            <a:effectLst>
              <a:outerShdw blurRad="50800" dist="50800" dir="3000000" sx="99000" sy="99000" algn="tl" rotWithShape="0">
                <a:srgbClr val="000000">
                  <a:alpha val="50980"/>
                </a:srgbClr>
              </a:outerShdw>
            </a:effectLst>
          </p:spPr>
        </p:pic>
        <p:sp>
          <p:nvSpPr>
            <p:cNvPr id="615" name="Google Shape;615;p45"/>
            <p:cNvSpPr txBox="1"/>
            <p:nvPr/>
          </p:nvSpPr>
          <p:spPr>
            <a:xfrm rot="-915095">
              <a:off x="2234910" y="1788992"/>
              <a:ext cx="146394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Arial"/>
                  <a:ea typeface="Arial"/>
                  <a:cs typeface="Arial"/>
                  <a:sym typeface="Arial"/>
                </a:rPr>
                <a:t>Potions</a:t>
              </a:r>
              <a:endParaRPr sz="1400" b="0" i="0" u="none" strike="noStrike" cap="none">
                <a:solidFill>
                  <a:srgbClr val="000000"/>
                </a:solidFill>
                <a:latin typeface="Arial"/>
                <a:ea typeface="Arial"/>
                <a:cs typeface="Arial"/>
                <a:sym typeface="Arial"/>
              </a:endParaRPr>
            </a:p>
          </p:txBody>
        </p:sp>
      </p:grpSp>
      <p:grpSp>
        <p:nvGrpSpPr>
          <p:cNvPr id="616" name="Google Shape;616;p45"/>
          <p:cNvGrpSpPr/>
          <p:nvPr/>
        </p:nvGrpSpPr>
        <p:grpSpPr>
          <a:xfrm>
            <a:off x="7099269" y="3052413"/>
            <a:ext cx="1937962" cy="1410836"/>
            <a:chOff x="7099269" y="3069489"/>
            <a:chExt cx="1937962" cy="1410836"/>
          </a:xfrm>
        </p:grpSpPr>
        <p:pic>
          <p:nvPicPr>
            <p:cNvPr id="617" name="Google Shape;617;p45" descr="Luxury Book PNG Clipart - High-quality PNG Clipart Image in cattegory Books PNG / Clipart from ClipartPNG.com"/>
            <p:cNvPicPr preferRelativeResize="0"/>
            <p:nvPr/>
          </p:nvPicPr>
          <p:blipFill rotWithShape="1">
            <a:blip r:embed="rId11">
              <a:alphaModFix/>
            </a:blip>
            <a:srcRect/>
            <a:stretch/>
          </p:blipFill>
          <p:spPr>
            <a:xfrm>
              <a:off x="7099269" y="3069489"/>
              <a:ext cx="1937962" cy="1410836"/>
            </a:xfrm>
            <a:prstGeom prst="rect">
              <a:avLst/>
            </a:prstGeom>
            <a:noFill/>
            <a:ln>
              <a:noFill/>
            </a:ln>
            <a:effectLst>
              <a:outerShdw blurRad="50800" dist="50800" dir="3000000" sx="99000" sy="99000" algn="tl" rotWithShape="0">
                <a:srgbClr val="000000">
                  <a:alpha val="50980"/>
                </a:srgbClr>
              </a:outerShdw>
            </a:effectLst>
          </p:spPr>
        </p:pic>
        <p:sp>
          <p:nvSpPr>
            <p:cNvPr id="618" name="Google Shape;618;p45"/>
            <p:cNvSpPr txBox="1"/>
            <p:nvPr/>
          </p:nvSpPr>
          <p:spPr>
            <a:xfrm rot="-338294">
              <a:off x="7356115" y="3425681"/>
              <a:ext cx="146394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lt1"/>
                  </a:solidFill>
                  <a:latin typeface="Arial"/>
                  <a:ea typeface="Arial"/>
                  <a:cs typeface="Arial"/>
                  <a:sym typeface="Arial"/>
                </a:rPr>
                <a:t>Charms</a:t>
              </a:r>
              <a:endParaRPr sz="1400" b="0" i="0" u="none" strike="noStrike" cap="none">
                <a:solidFill>
                  <a:srgbClr val="000000"/>
                </a:solidFill>
                <a:latin typeface="Arial"/>
                <a:ea typeface="Arial"/>
                <a:cs typeface="Arial"/>
                <a:sym typeface="Arial"/>
              </a:endParaRPr>
            </a:p>
          </p:txBody>
        </p:sp>
      </p:grpSp>
      <p:grpSp>
        <p:nvGrpSpPr>
          <p:cNvPr id="619" name="Google Shape;619;p45"/>
          <p:cNvGrpSpPr/>
          <p:nvPr/>
        </p:nvGrpSpPr>
        <p:grpSpPr>
          <a:xfrm>
            <a:off x="7236283" y="1226824"/>
            <a:ext cx="1822257" cy="1800948"/>
            <a:chOff x="7236283" y="1243900"/>
            <a:chExt cx="1822257" cy="1800948"/>
          </a:xfrm>
        </p:grpSpPr>
        <p:pic>
          <p:nvPicPr>
            <p:cNvPr id="620" name="Google Shape;620;p45" descr="Image result for blank book mockup"/>
            <p:cNvPicPr preferRelativeResize="0"/>
            <p:nvPr/>
          </p:nvPicPr>
          <p:blipFill rotWithShape="1">
            <a:blip r:embed="rId12">
              <a:alphaModFix/>
            </a:blip>
            <a:srcRect/>
            <a:stretch/>
          </p:blipFill>
          <p:spPr>
            <a:xfrm>
              <a:off x="7236283" y="1243900"/>
              <a:ext cx="1800948" cy="1800948"/>
            </a:xfrm>
            <a:prstGeom prst="rect">
              <a:avLst/>
            </a:prstGeom>
            <a:noFill/>
            <a:ln>
              <a:noFill/>
            </a:ln>
            <a:effectLst>
              <a:outerShdw blurRad="50800" dist="50800" dir="3000000" sx="99000" sy="99000" algn="tl" rotWithShape="0">
                <a:srgbClr val="000000">
                  <a:alpha val="50980"/>
                </a:srgbClr>
              </a:outerShdw>
            </a:effectLst>
          </p:spPr>
        </p:pic>
        <p:sp>
          <p:nvSpPr>
            <p:cNvPr id="621" name="Google Shape;621;p45"/>
            <p:cNvSpPr txBox="1"/>
            <p:nvPr/>
          </p:nvSpPr>
          <p:spPr>
            <a:xfrm rot="-1227527">
              <a:off x="7325385" y="1779079"/>
              <a:ext cx="1711838"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Arial"/>
                  <a:ea typeface="Arial"/>
                  <a:cs typeface="Arial"/>
                  <a:sym typeface="Arial"/>
                </a:rPr>
                <a:t>Astronomy</a:t>
              </a:r>
              <a:endParaRPr sz="1400" b="0" i="0" u="none" strike="noStrike" cap="none">
                <a:solidFill>
                  <a:srgbClr val="000000"/>
                </a:solidFill>
                <a:latin typeface="Arial"/>
                <a:ea typeface="Arial"/>
                <a:cs typeface="Arial"/>
                <a:sym typeface="Arial"/>
              </a:endParaRPr>
            </a:p>
          </p:txBody>
        </p:sp>
      </p:grpSp>
      <p:grpSp>
        <p:nvGrpSpPr>
          <p:cNvPr id="622" name="Google Shape;622;p45"/>
          <p:cNvGrpSpPr/>
          <p:nvPr/>
        </p:nvGrpSpPr>
        <p:grpSpPr>
          <a:xfrm>
            <a:off x="3580144" y="3027694"/>
            <a:ext cx="1829704" cy="1753856"/>
            <a:chOff x="3580144" y="3044770"/>
            <a:chExt cx="1829704" cy="1753856"/>
          </a:xfrm>
        </p:grpSpPr>
        <p:pic>
          <p:nvPicPr>
            <p:cNvPr id="623" name="Google Shape;623;p45" descr="Image result for blank book mockup"/>
            <p:cNvPicPr preferRelativeResize="0"/>
            <p:nvPr/>
          </p:nvPicPr>
          <p:blipFill rotWithShape="1">
            <a:blip r:embed="rId10">
              <a:alphaModFix/>
            </a:blip>
            <a:srcRect/>
            <a:stretch/>
          </p:blipFill>
          <p:spPr>
            <a:xfrm>
              <a:off x="3580144" y="3044770"/>
              <a:ext cx="1753856" cy="1753856"/>
            </a:xfrm>
            <a:prstGeom prst="rect">
              <a:avLst/>
            </a:prstGeom>
            <a:noFill/>
            <a:ln>
              <a:noFill/>
            </a:ln>
            <a:effectLst>
              <a:outerShdw blurRad="50800" dist="50800" dir="3000000" sx="99000" sy="99000" algn="tl" rotWithShape="0">
                <a:srgbClr val="000000">
                  <a:alpha val="50980"/>
                </a:srgbClr>
              </a:outerShdw>
            </a:effectLst>
          </p:spPr>
        </p:pic>
        <p:sp>
          <p:nvSpPr>
            <p:cNvPr id="624" name="Google Shape;624;p45"/>
            <p:cNvSpPr txBox="1"/>
            <p:nvPr/>
          </p:nvSpPr>
          <p:spPr>
            <a:xfrm rot="-1227527">
              <a:off x="3671314" y="3542163"/>
              <a:ext cx="1711838"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Herbology</a:t>
              </a:r>
              <a:endParaRPr sz="2400" b="1" i="0" u="none" strike="noStrike" cap="none">
                <a:solidFill>
                  <a:schemeClr val="lt1"/>
                </a:solidFill>
                <a:latin typeface="Arial"/>
                <a:ea typeface="Arial"/>
                <a:cs typeface="Arial"/>
                <a:sym typeface="Arial"/>
              </a:endParaRPr>
            </a:p>
          </p:txBody>
        </p:sp>
      </p:grpSp>
      <p:grpSp>
        <p:nvGrpSpPr>
          <p:cNvPr id="625" name="Google Shape;625;p45"/>
          <p:cNvGrpSpPr/>
          <p:nvPr/>
        </p:nvGrpSpPr>
        <p:grpSpPr>
          <a:xfrm>
            <a:off x="3572579" y="1421880"/>
            <a:ext cx="1937962" cy="1410836"/>
            <a:chOff x="3572579" y="1438956"/>
            <a:chExt cx="1937962" cy="1410836"/>
          </a:xfrm>
        </p:grpSpPr>
        <p:pic>
          <p:nvPicPr>
            <p:cNvPr id="626" name="Google Shape;626;p45" descr="Luxury Book PNG Clipart - High-quality PNG Clipart Image in cattegory Books PNG / Clipart from ClipartPNG.com"/>
            <p:cNvPicPr preferRelativeResize="0"/>
            <p:nvPr/>
          </p:nvPicPr>
          <p:blipFill rotWithShape="1">
            <a:blip r:embed="rId11">
              <a:alphaModFix/>
            </a:blip>
            <a:srcRect/>
            <a:stretch/>
          </p:blipFill>
          <p:spPr>
            <a:xfrm>
              <a:off x="3572579" y="1438956"/>
              <a:ext cx="1937962" cy="1410836"/>
            </a:xfrm>
            <a:prstGeom prst="rect">
              <a:avLst/>
            </a:prstGeom>
            <a:noFill/>
            <a:ln>
              <a:noFill/>
            </a:ln>
            <a:effectLst>
              <a:outerShdw blurRad="50800" dist="50800" dir="3000000" sx="99000" sy="99000" algn="tl" rotWithShape="0">
                <a:srgbClr val="000000">
                  <a:alpha val="50980"/>
                </a:srgbClr>
              </a:outerShdw>
            </a:effectLst>
          </p:spPr>
        </p:pic>
        <p:sp>
          <p:nvSpPr>
            <p:cNvPr id="627" name="Google Shape;627;p45"/>
            <p:cNvSpPr txBox="1"/>
            <p:nvPr/>
          </p:nvSpPr>
          <p:spPr>
            <a:xfrm rot="-338294">
              <a:off x="3878157" y="1579023"/>
              <a:ext cx="146394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History of Magic</a:t>
              </a:r>
              <a:endParaRPr sz="1400" b="0" i="0" u="none" strike="noStrike" cap="none">
                <a:solidFill>
                  <a:srgbClr val="000000"/>
                </a:solidFill>
                <a:latin typeface="Arial"/>
                <a:ea typeface="Arial"/>
                <a:cs typeface="Arial"/>
                <a:sym typeface="Arial"/>
              </a:endParaRPr>
            </a:p>
          </p:txBody>
        </p:sp>
      </p:grpSp>
      <p:grpSp>
        <p:nvGrpSpPr>
          <p:cNvPr id="628" name="Google Shape;628;p45"/>
          <p:cNvGrpSpPr/>
          <p:nvPr/>
        </p:nvGrpSpPr>
        <p:grpSpPr>
          <a:xfrm>
            <a:off x="63876" y="3049696"/>
            <a:ext cx="1984633" cy="1413553"/>
            <a:chOff x="63876" y="3066772"/>
            <a:chExt cx="1984633" cy="1413553"/>
          </a:xfrm>
        </p:grpSpPr>
        <p:pic>
          <p:nvPicPr>
            <p:cNvPr id="629" name="Google Shape;629;p45" descr="Luxury Book PNG Clipart - High-quality PNG Clipart Image in cattegory Books PNG / Clipart from ClipartPNG.com"/>
            <p:cNvPicPr preferRelativeResize="0"/>
            <p:nvPr/>
          </p:nvPicPr>
          <p:blipFill rotWithShape="1">
            <a:blip r:embed="rId11">
              <a:alphaModFix/>
            </a:blip>
            <a:srcRect/>
            <a:stretch/>
          </p:blipFill>
          <p:spPr>
            <a:xfrm>
              <a:off x="63876" y="3069489"/>
              <a:ext cx="1937962" cy="1410836"/>
            </a:xfrm>
            <a:prstGeom prst="rect">
              <a:avLst/>
            </a:prstGeom>
            <a:noFill/>
            <a:ln>
              <a:noFill/>
            </a:ln>
            <a:effectLst>
              <a:outerShdw blurRad="50800" dist="50800" dir="3000000" sx="99000" sy="99000" algn="tl" rotWithShape="0">
                <a:srgbClr val="000000">
                  <a:alpha val="50980"/>
                </a:srgbClr>
              </a:outerShdw>
            </a:effectLst>
          </p:spPr>
        </p:pic>
        <p:sp>
          <p:nvSpPr>
            <p:cNvPr id="630" name="Google Shape;630;p45"/>
            <p:cNvSpPr txBox="1"/>
            <p:nvPr/>
          </p:nvSpPr>
          <p:spPr>
            <a:xfrm rot="-338294">
              <a:off x="111355" y="3157696"/>
              <a:ext cx="189638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Arial"/>
                  <a:ea typeface="Arial"/>
                  <a:cs typeface="Arial"/>
                  <a:sym typeface="Arial"/>
                </a:rPr>
                <a:t>Defense </a:t>
              </a:r>
              <a:br>
                <a:rPr lang="en-US" sz="1800" b="1" i="0" u="none" strike="noStrike" cap="none">
                  <a:solidFill>
                    <a:schemeClr val="lt1"/>
                  </a:solidFill>
                  <a:latin typeface="Arial"/>
                  <a:ea typeface="Arial"/>
                  <a:cs typeface="Arial"/>
                  <a:sym typeface="Arial"/>
                </a:rPr>
              </a:br>
              <a:r>
                <a:rPr lang="en-US" sz="1800" b="1" i="0" u="none" strike="noStrike" cap="none">
                  <a:solidFill>
                    <a:schemeClr val="lt1"/>
                  </a:solidFill>
                  <a:latin typeface="Arial"/>
                  <a:ea typeface="Arial"/>
                  <a:cs typeface="Arial"/>
                  <a:sym typeface="Arial"/>
                </a:rPr>
                <a:t>Against </a:t>
              </a:r>
              <a:br>
                <a:rPr lang="en-US" sz="1800" b="1" i="0" u="none" strike="noStrike" cap="none">
                  <a:solidFill>
                    <a:schemeClr val="lt1"/>
                  </a:solidFill>
                  <a:latin typeface="Arial"/>
                  <a:ea typeface="Arial"/>
                  <a:cs typeface="Arial"/>
                  <a:sym typeface="Arial"/>
                </a:rPr>
              </a:br>
              <a:r>
                <a:rPr lang="en-US" sz="1800" b="1" i="0" u="none" strike="noStrike" cap="none">
                  <a:solidFill>
                    <a:schemeClr val="lt1"/>
                  </a:solidFill>
                  <a:latin typeface="Arial"/>
                  <a:ea typeface="Arial"/>
                  <a:cs typeface="Arial"/>
                  <a:sym typeface="Arial"/>
                </a:rPr>
                <a:t>Dark Arts</a:t>
              </a:r>
              <a:endParaRPr sz="1400" b="0" i="0" u="none" strike="noStrike" cap="none">
                <a:solidFill>
                  <a:srgbClr val="000000"/>
                </a:solidFill>
                <a:latin typeface="Arial"/>
                <a:ea typeface="Arial"/>
                <a:cs typeface="Arial"/>
                <a:sym typeface="Arial"/>
              </a:endParaRPr>
            </a:p>
          </p:txBody>
        </p:sp>
      </p:grpSp>
      <p:grpSp>
        <p:nvGrpSpPr>
          <p:cNvPr id="631" name="Google Shape;631;p45"/>
          <p:cNvGrpSpPr/>
          <p:nvPr/>
        </p:nvGrpSpPr>
        <p:grpSpPr>
          <a:xfrm>
            <a:off x="195655" y="1396578"/>
            <a:ext cx="1937962" cy="1453580"/>
            <a:chOff x="195655" y="1413654"/>
            <a:chExt cx="1937962" cy="1453580"/>
          </a:xfrm>
        </p:grpSpPr>
        <p:pic>
          <p:nvPicPr>
            <p:cNvPr id="632" name="Google Shape;632;p45" descr="Brown Book PNG Clipart - High-quality PNG Clipart Image in cattegory Books PNG / Clipart from ClipartPNG.com"/>
            <p:cNvPicPr preferRelativeResize="0"/>
            <p:nvPr/>
          </p:nvPicPr>
          <p:blipFill rotWithShape="1">
            <a:blip r:embed="rId13">
              <a:alphaModFix/>
            </a:blip>
            <a:srcRect/>
            <a:stretch/>
          </p:blipFill>
          <p:spPr>
            <a:xfrm>
              <a:off x="195655" y="1421514"/>
              <a:ext cx="1937962" cy="1445720"/>
            </a:xfrm>
            <a:prstGeom prst="rect">
              <a:avLst/>
            </a:prstGeom>
            <a:noFill/>
            <a:ln>
              <a:noFill/>
            </a:ln>
            <a:effectLst>
              <a:outerShdw blurRad="50800" dist="50800" dir="3000000" sx="99000" sy="99000" algn="tl" rotWithShape="0">
                <a:srgbClr val="000000">
                  <a:alpha val="50980"/>
                </a:srgbClr>
              </a:outerShdw>
            </a:effectLst>
          </p:spPr>
        </p:pic>
        <p:sp>
          <p:nvSpPr>
            <p:cNvPr id="633" name="Google Shape;633;p45"/>
            <p:cNvSpPr txBox="1"/>
            <p:nvPr/>
          </p:nvSpPr>
          <p:spPr>
            <a:xfrm rot="-669882">
              <a:off x="447601" y="1547231"/>
              <a:ext cx="1463947" cy="86177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chemeClr val="lt1"/>
                  </a:solidFill>
                  <a:latin typeface="Arial"/>
                  <a:ea typeface="Arial"/>
                  <a:cs typeface="Arial"/>
                  <a:sym typeface="Arial"/>
                </a:rPr>
                <a:t>Muggle Studies</a:t>
              </a:r>
              <a:endParaRPr sz="1400" b="0" i="0" u="none" strike="noStrike" cap="none">
                <a:solidFill>
                  <a:srgbClr val="000000"/>
                </a:solidFill>
                <a:latin typeface="Arial"/>
                <a:ea typeface="Arial"/>
                <a:cs typeface="Arial"/>
                <a:sym typeface="Arial"/>
              </a:endParaRPr>
            </a:p>
          </p:txBody>
        </p:sp>
      </p:grpSp>
      <p:grpSp>
        <p:nvGrpSpPr>
          <p:cNvPr id="634" name="Google Shape;634;p45"/>
          <p:cNvGrpSpPr/>
          <p:nvPr/>
        </p:nvGrpSpPr>
        <p:grpSpPr>
          <a:xfrm>
            <a:off x="5467703" y="1365679"/>
            <a:ext cx="1937962" cy="1523238"/>
            <a:chOff x="5467703" y="1382755"/>
            <a:chExt cx="1937962" cy="1523238"/>
          </a:xfrm>
        </p:grpSpPr>
        <p:pic>
          <p:nvPicPr>
            <p:cNvPr id="635" name="Google Shape;635;p45" descr="Red Book PNG Clipart - High-quality PNG Clipart Image in cattegory Books PNG / Clipart from ClipartPNG.com"/>
            <p:cNvPicPr preferRelativeResize="0"/>
            <p:nvPr/>
          </p:nvPicPr>
          <p:blipFill rotWithShape="1">
            <a:blip r:embed="rId14">
              <a:alphaModFix/>
            </a:blip>
            <a:srcRect/>
            <a:stretch/>
          </p:blipFill>
          <p:spPr>
            <a:xfrm>
              <a:off x="5467703" y="1382755"/>
              <a:ext cx="1937962" cy="1523238"/>
            </a:xfrm>
            <a:prstGeom prst="rect">
              <a:avLst/>
            </a:prstGeom>
            <a:noFill/>
            <a:ln>
              <a:noFill/>
            </a:ln>
            <a:effectLst>
              <a:outerShdw blurRad="50800" dist="50800" dir="3000000" sx="99000" sy="99000" algn="tl" rotWithShape="0">
                <a:srgbClr val="000000">
                  <a:alpha val="50980"/>
                </a:srgbClr>
              </a:outerShdw>
            </a:effectLst>
          </p:spPr>
        </p:pic>
        <p:sp>
          <p:nvSpPr>
            <p:cNvPr id="636" name="Google Shape;636;p45"/>
            <p:cNvSpPr txBox="1"/>
            <p:nvPr/>
          </p:nvSpPr>
          <p:spPr>
            <a:xfrm rot="-355129">
              <a:off x="5618414" y="1751331"/>
              <a:ext cx="1711838"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Arial"/>
                  <a:ea typeface="Arial"/>
                  <a:cs typeface="Arial"/>
                  <a:sym typeface="Arial"/>
                </a:rPr>
                <a:t>Divination</a:t>
              </a:r>
              <a:endParaRPr sz="1400" b="0" i="0" u="none" strike="noStrike" cap="none">
                <a:solidFill>
                  <a:srgbClr val="000000"/>
                </a:solidFill>
                <a:latin typeface="Arial"/>
                <a:ea typeface="Arial"/>
                <a:cs typeface="Arial"/>
                <a:sym typeface="Arial"/>
              </a:endParaRPr>
            </a:p>
          </p:txBody>
        </p:sp>
      </p:grpSp>
      <p:grpSp>
        <p:nvGrpSpPr>
          <p:cNvPr id="637" name="Google Shape;637;p45"/>
          <p:cNvGrpSpPr/>
          <p:nvPr/>
        </p:nvGrpSpPr>
        <p:grpSpPr>
          <a:xfrm>
            <a:off x="5244537" y="2928750"/>
            <a:ext cx="2056149" cy="1605549"/>
            <a:chOff x="5244537" y="2945826"/>
            <a:chExt cx="2056149" cy="1605549"/>
          </a:xfrm>
        </p:grpSpPr>
        <p:pic>
          <p:nvPicPr>
            <p:cNvPr id="638" name="Google Shape;638;p45" descr="Brown Book PNG Clipart - High-quality PNG Clipart Image in cattegory Books PNG / Clipart from ClipartPNG.com"/>
            <p:cNvPicPr preferRelativeResize="0"/>
            <p:nvPr/>
          </p:nvPicPr>
          <p:blipFill rotWithShape="1">
            <a:blip r:embed="rId13">
              <a:alphaModFix/>
            </a:blip>
            <a:srcRect/>
            <a:stretch/>
          </p:blipFill>
          <p:spPr>
            <a:xfrm>
              <a:off x="5263549" y="3105655"/>
              <a:ext cx="1937962" cy="1445720"/>
            </a:xfrm>
            <a:prstGeom prst="rect">
              <a:avLst/>
            </a:prstGeom>
            <a:noFill/>
            <a:ln>
              <a:noFill/>
            </a:ln>
            <a:effectLst>
              <a:outerShdw blurRad="50800" dist="50800" dir="3000000" sx="99000" sy="99000" algn="tl" rotWithShape="0">
                <a:srgbClr val="000000">
                  <a:alpha val="50980"/>
                </a:srgbClr>
              </a:outerShdw>
            </a:effectLst>
          </p:spPr>
        </p:pic>
        <p:sp>
          <p:nvSpPr>
            <p:cNvPr id="639" name="Google Shape;639;p45"/>
            <p:cNvSpPr txBox="1"/>
            <p:nvPr/>
          </p:nvSpPr>
          <p:spPr>
            <a:xfrm rot="-664387">
              <a:off x="5324419" y="3118483"/>
              <a:ext cx="1896384"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Care of </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Magical Creatures</a:t>
              </a:r>
              <a:endParaRPr sz="1400" b="0" i="0" u="none" strike="noStrike" cap="none">
                <a:solidFill>
                  <a:srgbClr val="000000"/>
                </a:solidFill>
                <a:latin typeface="Arial"/>
                <a:ea typeface="Arial"/>
                <a:cs typeface="Arial"/>
                <a:sym typeface="Arial"/>
              </a:endParaRPr>
            </a:p>
          </p:txBody>
        </p:sp>
      </p:grpSp>
      <p:grpSp>
        <p:nvGrpSpPr>
          <p:cNvPr id="640" name="Google Shape;640;p45"/>
          <p:cNvGrpSpPr/>
          <p:nvPr/>
        </p:nvGrpSpPr>
        <p:grpSpPr>
          <a:xfrm>
            <a:off x="1828800" y="3033462"/>
            <a:ext cx="1937962" cy="1523238"/>
            <a:chOff x="1828800" y="3050538"/>
            <a:chExt cx="1937962" cy="1523238"/>
          </a:xfrm>
        </p:grpSpPr>
        <p:pic>
          <p:nvPicPr>
            <p:cNvPr id="641" name="Google Shape;641;p45" descr="Red Book PNG Clipart - High-quality PNG Clipart Image in cattegory Books PNG / Clipart from ClipartPNG.com"/>
            <p:cNvPicPr preferRelativeResize="0"/>
            <p:nvPr/>
          </p:nvPicPr>
          <p:blipFill rotWithShape="1">
            <a:blip r:embed="rId14">
              <a:alphaModFix/>
            </a:blip>
            <a:srcRect/>
            <a:stretch/>
          </p:blipFill>
          <p:spPr>
            <a:xfrm>
              <a:off x="1828800" y="3050538"/>
              <a:ext cx="1937962" cy="1523238"/>
            </a:xfrm>
            <a:prstGeom prst="rect">
              <a:avLst/>
            </a:prstGeom>
            <a:noFill/>
            <a:ln>
              <a:noFill/>
            </a:ln>
            <a:effectLst>
              <a:outerShdw blurRad="50800" dist="50800" dir="3000000" sx="99000" sy="99000" algn="tl" rotWithShape="0">
                <a:srgbClr val="000000">
                  <a:alpha val="50980"/>
                </a:srgbClr>
              </a:outerShdw>
            </a:effectLst>
          </p:spPr>
        </p:pic>
        <p:sp>
          <p:nvSpPr>
            <p:cNvPr id="642" name="Google Shape;642;p45"/>
            <p:cNvSpPr txBox="1"/>
            <p:nvPr/>
          </p:nvSpPr>
          <p:spPr>
            <a:xfrm rot="-338294">
              <a:off x="2156307" y="3194848"/>
              <a:ext cx="146394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Magical Theory</a:t>
              </a:r>
              <a:endParaRPr sz="1400" b="0" i="0" u="none" strike="noStrike" cap="none">
                <a:solidFill>
                  <a:srgbClr val="000000"/>
                </a:solidFill>
                <a:latin typeface="Arial"/>
                <a:ea typeface="Arial"/>
                <a:cs typeface="Arial"/>
                <a:sym typeface="Arial"/>
              </a:endParaRPr>
            </a:p>
          </p:txBody>
        </p:sp>
      </p:grpSp>
      <p:sp>
        <p:nvSpPr>
          <p:cNvPr id="643" name="Google Shape;643;p45"/>
          <p:cNvSpPr txBox="1"/>
          <p:nvPr/>
        </p:nvSpPr>
        <p:spPr>
          <a:xfrm>
            <a:off x="1087244" y="666750"/>
            <a:ext cx="7122932" cy="561692"/>
          </a:xfrm>
          <a:prstGeom prst="rect">
            <a:avLst/>
          </a:prstGeom>
          <a:noFill/>
          <a:ln>
            <a:noFill/>
          </a:ln>
        </p:spPr>
        <p:txBody>
          <a:bodyPr spcFirstLastPara="1" wrap="square" lIns="91425" tIns="45700" rIns="91425" bIns="45700" anchor="t" anchorCtr="0">
            <a:spAutoFit/>
          </a:bodyPr>
          <a:lstStyle/>
          <a:p>
            <a:pPr marL="0" marR="0" lvl="0" indent="0" algn="ctr" rtl="0">
              <a:lnSpc>
                <a:spcPct val="111875"/>
              </a:lnSpc>
              <a:spcBef>
                <a:spcPts val="0"/>
              </a:spcBef>
              <a:spcAft>
                <a:spcPts val="0"/>
              </a:spcAft>
              <a:buClr>
                <a:srgbClr val="000000"/>
              </a:buClr>
              <a:buSzPts val="3200"/>
              <a:buFont typeface="Arial"/>
              <a:buNone/>
            </a:pPr>
            <a:r>
              <a:rPr lang="en-US" sz="3200" b="1" i="0" u="none" strike="noStrike" cap="none">
                <a:solidFill>
                  <a:srgbClr val="DDD9C3"/>
                </a:solidFill>
                <a:latin typeface="Arial"/>
                <a:ea typeface="Arial"/>
                <a:cs typeface="Arial"/>
                <a:sym typeface="Arial"/>
              </a:rPr>
              <a:t>Choose 3 classes to take…</a:t>
            </a:r>
            <a:endParaRPr sz="1400" b="0" i="0" u="none" strike="noStrike" cap="none">
              <a:solidFill>
                <a:srgbClr val="000000"/>
              </a:solidFill>
              <a:latin typeface="Arial"/>
              <a:ea typeface="Arial"/>
              <a:cs typeface="Arial"/>
              <a:sym typeface="Arial"/>
            </a:endParaRPr>
          </a:p>
        </p:txBody>
      </p:sp>
      <p:sp>
        <p:nvSpPr>
          <p:cNvPr id="644" name="Google Shape;644;p45"/>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N</a:t>
            </a:r>
            <a:endParaRPr/>
          </a:p>
        </p:txBody>
      </p:sp>
      <p:pic>
        <p:nvPicPr>
          <p:cNvPr id="645" name="Google Shape;645;p45" descr="Image result for hogwarts icon">
            <a:hlinkClick r:id="rId15" action="ppaction://hlinksldjump"/>
          </p:cNvPr>
          <p:cNvPicPr preferRelativeResize="0"/>
          <p:nvPr/>
        </p:nvPicPr>
        <p:blipFill rotWithShape="1">
          <a:blip r:embed="rId1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000"/>
                                        <p:tgtEl>
                                          <p:spTgt spid="631"/>
                                        </p:tgtEl>
                                      </p:cBhvr>
                                    </p:animEffect>
                                    <p:set>
                                      <p:cBhvr>
                                        <p:cTn id="7" dur="1" fill="hold">
                                          <p:stCondLst>
                                            <p:cond delay="2000"/>
                                          </p:stCondLst>
                                        </p:cTn>
                                        <p:tgtEl>
                                          <p:spTgt spid="63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613"/>
                                        </p:tgtEl>
                                      </p:cBhvr>
                                    </p:animEffect>
                                    <p:set>
                                      <p:cBhvr>
                                        <p:cTn id="12" dur="1" fill="hold">
                                          <p:stCondLst>
                                            <p:cond delay="2000"/>
                                          </p:stCondLst>
                                        </p:cTn>
                                        <p:tgtEl>
                                          <p:spTgt spid="6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2000"/>
                                        <p:tgtEl>
                                          <p:spTgt spid="625"/>
                                        </p:tgtEl>
                                      </p:cBhvr>
                                    </p:animEffect>
                                    <p:set>
                                      <p:cBhvr>
                                        <p:cTn id="17" dur="1" fill="hold">
                                          <p:stCondLst>
                                            <p:cond delay="2000"/>
                                          </p:stCondLst>
                                        </p:cTn>
                                        <p:tgtEl>
                                          <p:spTgt spid="62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2000"/>
                                        <p:tgtEl>
                                          <p:spTgt spid="634"/>
                                        </p:tgtEl>
                                      </p:cBhvr>
                                    </p:animEffect>
                                    <p:set>
                                      <p:cBhvr>
                                        <p:cTn id="22" dur="1" fill="hold">
                                          <p:stCondLst>
                                            <p:cond delay="2000"/>
                                          </p:stCondLst>
                                        </p:cTn>
                                        <p:tgtEl>
                                          <p:spTgt spid="63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2000"/>
                                        <p:tgtEl>
                                          <p:spTgt spid="619"/>
                                        </p:tgtEl>
                                      </p:cBhvr>
                                    </p:animEffect>
                                    <p:set>
                                      <p:cBhvr>
                                        <p:cTn id="27" dur="1" fill="hold">
                                          <p:stCondLst>
                                            <p:cond delay="2000"/>
                                          </p:stCondLst>
                                        </p:cTn>
                                        <p:tgtEl>
                                          <p:spTgt spid="61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2000"/>
                                        <p:tgtEl>
                                          <p:spTgt spid="628"/>
                                        </p:tgtEl>
                                      </p:cBhvr>
                                    </p:animEffect>
                                    <p:set>
                                      <p:cBhvr>
                                        <p:cTn id="32" dur="1" fill="hold">
                                          <p:stCondLst>
                                            <p:cond delay="2000"/>
                                          </p:stCondLst>
                                        </p:cTn>
                                        <p:tgtEl>
                                          <p:spTgt spid="62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2000"/>
                                        <p:tgtEl>
                                          <p:spTgt spid="640"/>
                                        </p:tgtEl>
                                      </p:cBhvr>
                                    </p:animEffect>
                                    <p:set>
                                      <p:cBhvr>
                                        <p:cTn id="37" dur="1" fill="hold">
                                          <p:stCondLst>
                                            <p:cond delay="2000"/>
                                          </p:stCondLst>
                                        </p:cTn>
                                        <p:tgtEl>
                                          <p:spTgt spid="64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2000"/>
                                        <p:tgtEl>
                                          <p:spTgt spid="622"/>
                                        </p:tgtEl>
                                      </p:cBhvr>
                                    </p:animEffect>
                                    <p:set>
                                      <p:cBhvr>
                                        <p:cTn id="42" dur="1" fill="hold">
                                          <p:stCondLst>
                                            <p:cond delay="2000"/>
                                          </p:stCondLst>
                                        </p:cTn>
                                        <p:tgtEl>
                                          <p:spTgt spid="62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2000"/>
                                        <p:tgtEl>
                                          <p:spTgt spid="637"/>
                                        </p:tgtEl>
                                      </p:cBhvr>
                                    </p:animEffect>
                                    <p:set>
                                      <p:cBhvr>
                                        <p:cTn id="47" dur="1" fill="hold">
                                          <p:stCondLst>
                                            <p:cond delay="2000"/>
                                          </p:stCondLst>
                                        </p:cTn>
                                        <p:tgtEl>
                                          <p:spTgt spid="63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2000"/>
                                        <p:tgtEl>
                                          <p:spTgt spid="616"/>
                                        </p:tgtEl>
                                      </p:cBhvr>
                                    </p:animEffect>
                                    <p:set>
                                      <p:cBhvr>
                                        <p:cTn id="52" dur="1" fill="hold">
                                          <p:stCondLst>
                                            <p:cond delay="2000"/>
                                          </p:stCondLst>
                                        </p:cTn>
                                        <p:tgtEl>
                                          <p:spTgt spid="6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0"/>
        <p:cNvGrpSpPr/>
        <p:nvPr/>
      </p:nvGrpSpPr>
      <p:grpSpPr>
        <a:xfrm>
          <a:off x="0" y="0"/>
          <a:ext cx="0" cy="0"/>
          <a:chOff x="0" y="0"/>
          <a:chExt cx="0" cy="0"/>
        </a:xfrm>
      </p:grpSpPr>
      <p:pic>
        <p:nvPicPr>
          <p:cNvPr id="651" name="Google Shape;651;p47" descr="Image result for western screech owl"/>
          <p:cNvPicPr preferRelativeResize="0"/>
          <p:nvPr/>
        </p:nvPicPr>
        <p:blipFill rotWithShape="1">
          <a:blip r:embed="rId4">
            <a:alphaModFix/>
          </a:blip>
          <a:srcRect/>
          <a:stretch/>
        </p:blipFill>
        <p:spPr>
          <a:xfrm>
            <a:off x="3276600" y="1477879"/>
            <a:ext cx="2863914" cy="4027567"/>
          </a:xfrm>
          <a:prstGeom prst="rect">
            <a:avLst/>
          </a:prstGeom>
          <a:noFill/>
          <a:ln>
            <a:noFill/>
          </a:ln>
        </p:spPr>
      </p:pic>
      <p:pic>
        <p:nvPicPr>
          <p:cNvPr id="652" name="Google Shape;652;p47" descr="Image result for owl"/>
          <p:cNvPicPr preferRelativeResize="0"/>
          <p:nvPr/>
        </p:nvPicPr>
        <p:blipFill rotWithShape="1">
          <a:blip r:embed="rId5">
            <a:alphaModFix/>
          </a:blip>
          <a:srcRect/>
          <a:stretch/>
        </p:blipFill>
        <p:spPr>
          <a:xfrm>
            <a:off x="5791200" y="1809750"/>
            <a:ext cx="2557462" cy="3409950"/>
          </a:xfrm>
          <a:prstGeom prst="rect">
            <a:avLst/>
          </a:prstGeom>
          <a:noFill/>
          <a:ln>
            <a:noFill/>
          </a:ln>
        </p:spPr>
      </p:pic>
      <p:grpSp>
        <p:nvGrpSpPr>
          <p:cNvPr id="653" name="Google Shape;653;p47"/>
          <p:cNvGrpSpPr/>
          <p:nvPr/>
        </p:nvGrpSpPr>
        <p:grpSpPr>
          <a:xfrm>
            <a:off x="162873" y="1809750"/>
            <a:ext cx="2769704" cy="3810000"/>
            <a:chOff x="-133730" y="1428750"/>
            <a:chExt cx="3105530" cy="4271962"/>
          </a:xfrm>
        </p:grpSpPr>
        <p:pic>
          <p:nvPicPr>
            <p:cNvPr id="654" name="Google Shape;654;p47" descr="Image result for rock"/>
            <p:cNvPicPr preferRelativeResize="0"/>
            <p:nvPr/>
          </p:nvPicPr>
          <p:blipFill rotWithShape="1">
            <a:blip r:embed="rId6">
              <a:alphaModFix/>
            </a:blip>
            <a:srcRect/>
            <a:stretch/>
          </p:blipFill>
          <p:spPr>
            <a:xfrm>
              <a:off x="508380" y="4095750"/>
              <a:ext cx="2139950" cy="1604962"/>
            </a:xfrm>
            <a:prstGeom prst="rect">
              <a:avLst/>
            </a:prstGeom>
            <a:noFill/>
            <a:ln>
              <a:noFill/>
            </a:ln>
          </p:spPr>
        </p:pic>
        <p:pic>
          <p:nvPicPr>
            <p:cNvPr id="655" name="Google Shape;655;p47" descr="Image result for snowy owl"/>
            <p:cNvPicPr preferRelativeResize="0"/>
            <p:nvPr/>
          </p:nvPicPr>
          <p:blipFill rotWithShape="1">
            <a:blip r:embed="rId7">
              <a:alphaModFix/>
            </a:blip>
            <a:srcRect/>
            <a:stretch/>
          </p:blipFill>
          <p:spPr>
            <a:xfrm>
              <a:off x="-133730" y="1428750"/>
              <a:ext cx="3105530" cy="3771899"/>
            </a:xfrm>
            <a:prstGeom prst="rect">
              <a:avLst/>
            </a:prstGeom>
            <a:noFill/>
            <a:ln>
              <a:noFill/>
            </a:ln>
          </p:spPr>
        </p:pic>
      </p:grpSp>
      <p:sp>
        <p:nvSpPr>
          <p:cNvPr id="656" name="Google Shape;656;p47"/>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DD9C3"/>
                </a:solidFill>
                <a:latin typeface="Arial"/>
                <a:ea typeface="Arial"/>
                <a:cs typeface="Arial"/>
                <a:sym typeface="Arial"/>
              </a:rPr>
              <a:t>Choose your pet owl…</a:t>
            </a:r>
            <a:endParaRPr sz="1400" b="0" i="0" u="none" strike="noStrike" cap="none">
              <a:solidFill>
                <a:srgbClr val="000000"/>
              </a:solidFill>
              <a:latin typeface="Arial"/>
              <a:ea typeface="Arial"/>
              <a:cs typeface="Arial"/>
              <a:sym typeface="Arial"/>
            </a:endParaRPr>
          </a:p>
        </p:txBody>
      </p:sp>
      <p:pic>
        <p:nvPicPr>
          <p:cNvPr id="657" name="Google Shape;657;p47"/>
          <p:cNvPicPr preferRelativeResize="0"/>
          <p:nvPr/>
        </p:nvPicPr>
        <p:blipFill rotWithShape="1">
          <a:blip r:embed="rId8">
            <a:alphaModFix/>
          </a:blip>
          <a:srcRect l="17315" t="24793" r="28581" b="37055"/>
          <a:stretch/>
        </p:blipFill>
        <p:spPr>
          <a:xfrm>
            <a:off x="4544291" y="1410338"/>
            <a:ext cx="1385454" cy="1174379"/>
          </a:xfrm>
          <a:prstGeom prst="rect">
            <a:avLst/>
          </a:prstGeom>
          <a:noFill/>
          <a:ln>
            <a:noFill/>
          </a:ln>
        </p:spPr>
      </p:pic>
      <p:pic>
        <p:nvPicPr>
          <p:cNvPr id="658" name="Google Shape;658;p47"/>
          <p:cNvPicPr preferRelativeResize="0"/>
          <p:nvPr/>
        </p:nvPicPr>
        <p:blipFill rotWithShape="1">
          <a:blip r:embed="rId9">
            <a:alphaModFix/>
          </a:blip>
          <a:srcRect l="22463" t="22464" r="30707" b="34518"/>
          <a:stretch/>
        </p:blipFill>
        <p:spPr>
          <a:xfrm>
            <a:off x="609600" y="1071484"/>
            <a:ext cx="1259320" cy="1324131"/>
          </a:xfrm>
          <a:prstGeom prst="rect">
            <a:avLst/>
          </a:prstGeom>
          <a:noFill/>
          <a:ln>
            <a:noFill/>
          </a:ln>
        </p:spPr>
      </p:pic>
      <p:pic>
        <p:nvPicPr>
          <p:cNvPr id="659" name="Google Shape;659;p47"/>
          <p:cNvPicPr preferRelativeResize="0"/>
          <p:nvPr/>
        </p:nvPicPr>
        <p:blipFill rotWithShape="1">
          <a:blip r:embed="rId10">
            <a:alphaModFix/>
          </a:blip>
          <a:srcRect l="24450" t="24450" r="33654" b="31299"/>
          <a:stretch/>
        </p:blipFill>
        <p:spPr>
          <a:xfrm>
            <a:off x="7844198" y="1714576"/>
            <a:ext cx="1008927" cy="1362077"/>
          </a:xfrm>
          <a:prstGeom prst="rect">
            <a:avLst/>
          </a:prstGeom>
          <a:noFill/>
          <a:ln>
            <a:noFill/>
          </a:ln>
        </p:spPr>
      </p:pic>
      <p:sp>
        <p:nvSpPr>
          <p:cNvPr id="660" name="Google Shape;660;p47"/>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P</a:t>
            </a:r>
            <a:endParaRPr/>
          </a:p>
        </p:txBody>
      </p:sp>
      <p:pic>
        <p:nvPicPr>
          <p:cNvPr id="661" name="Google Shape;661;p47" descr="Image result for hogwarts icon">
            <a:hlinkClick r:id="rId11" action="ppaction://hlinksldjump"/>
          </p:cNvPr>
          <p:cNvPicPr preferRelativeResize="0"/>
          <p:nvPr/>
        </p:nvPicPr>
        <p:blipFill rotWithShape="1">
          <a:blip r:embed="rId12">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8"/>
                                        </p:tgtEl>
                                        <p:attrNameLst>
                                          <p:attrName>style.visibility</p:attrName>
                                        </p:attrNameLst>
                                      </p:cBhvr>
                                      <p:to>
                                        <p:strVal val="visible"/>
                                      </p:to>
                                    </p:set>
                                    <p:animEffect transition="in" filter="fade">
                                      <p:cBhvr>
                                        <p:cTn id="7" dur="1000"/>
                                        <p:tgtEl>
                                          <p:spTgt spid="6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7"/>
                                        </p:tgtEl>
                                        <p:attrNameLst>
                                          <p:attrName>style.visibility</p:attrName>
                                        </p:attrNameLst>
                                      </p:cBhvr>
                                      <p:to>
                                        <p:strVal val="visible"/>
                                      </p:to>
                                    </p:set>
                                    <p:animEffect transition="in" filter="fade">
                                      <p:cBhvr>
                                        <p:cTn id="12" dur="1000"/>
                                        <p:tgtEl>
                                          <p:spTgt spid="6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9"/>
                                        </p:tgtEl>
                                        <p:attrNameLst>
                                          <p:attrName>style.visibility</p:attrName>
                                        </p:attrNameLst>
                                      </p:cBhvr>
                                      <p:to>
                                        <p:strVal val="visible"/>
                                      </p:to>
                                    </p:set>
                                    <p:animEffect transition="in" filter="fade">
                                      <p:cBhvr>
                                        <p:cTn id="17" dur="1000"/>
                                        <p:tgtEl>
                                          <p:spTgt spid="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6"/>
        <p:cNvGrpSpPr/>
        <p:nvPr/>
      </p:nvGrpSpPr>
      <p:grpSpPr>
        <a:xfrm>
          <a:off x="0" y="0"/>
          <a:ext cx="0" cy="0"/>
          <a:chOff x="0" y="0"/>
          <a:chExt cx="0" cy="0"/>
        </a:xfrm>
      </p:grpSpPr>
      <p:sp>
        <p:nvSpPr>
          <p:cNvPr id="667" name="Google Shape;667;p50"/>
          <p:cNvSpPr txBox="1"/>
          <p:nvPr/>
        </p:nvSpPr>
        <p:spPr>
          <a:xfrm>
            <a:off x="3733800" y="933266"/>
            <a:ext cx="5105400" cy="790601"/>
          </a:xfrm>
          <a:prstGeom prst="rect">
            <a:avLst/>
          </a:prstGeom>
          <a:noFill/>
          <a:ln>
            <a:noFill/>
          </a:ln>
        </p:spPr>
        <p:txBody>
          <a:bodyPr spcFirstLastPara="1" wrap="square" lIns="91425" tIns="45700" rIns="91425" bIns="45700" anchor="t" anchorCtr="0">
            <a:spAutoFit/>
          </a:bodyPr>
          <a:lstStyle/>
          <a:p>
            <a:pPr marL="0" marR="0" lvl="0" indent="0" algn="ctr" rtl="0">
              <a:lnSpc>
                <a:spcPct val="94074"/>
              </a:lnSpc>
              <a:spcBef>
                <a:spcPts val="0"/>
              </a:spcBef>
              <a:spcAft>
                <a:spcPts val="0"/>
              </a:spcAft>
              <a:buClr>
                <a:srgbClr val="000000"/>
              </a:buClr>
              <a:buSzPts val="5400"/>
              <a:buFont typeface="Arial"/>
              <a:buNone/>
            </a:pPr>
            <a:r>
              <a:rPr lang="en-US" sz="5400" b="0" i="0" u="none" strike="noStrike" cap="none">
                <a:solidFill>
                  <a:srgbClr val="DDD9C3"/>
                </a:solidFill>
                <a:latin typeface="Arial"/>
                <a:ea typeface="Arial"/>
                <a:cs typeface="Arial"/>
                <a:sym typeface="Arial"/>
              </a:rPr>
              <a:t>Test your luck!</a:t>
            </a:r>
            <a:endParaRPr sz="1400" b="0" i="0" u="none" strike="noStrike" cap="none">
              <a:solidFill>
                <a:srgbClr val="000000"/>
              </a:solidFill>
              <a:latin typeface="Arial"/>
              <a:ea typeface="Arial"/>
              <a:cs typeface="Arial"/>
              <a:sym typeface="Arial"/>
            </a:endParaRPr>
          </a:p>
        </p:txBody>
      </p:sp>
      <p:sp>
        <p:nvSpPr>
          <p:cNvPr id="668" name="Google Shape;668;p50"/>
          <p:cNvSpPr txBox="1"/>
          <p:nvPr/>
        </p:nvSpPr>
        <p:spPr>
          <a:xfrm>
            <a:off x="3733800" y="1733550"/>
            <a:ext cx="5105400" cy="3041858"/>
          </a:xfrm>
          <a:prstGeom prst="rect">
            <a:avLst/>
          </a:prstGeom>
          <a:noFill/>
          <a:ln>
            <a:noFill/>
          </a:ln>
        </p:spPr>
        <p:txBody>
          <a:bodyPr spcFirstLastPara="1" wrap="square" lIns="91425" tIns="45700" rIns="91425" bIns="45700" anchor="t" anchorCtr="0">
            <a:spAutoFit/>
          </a:bodyPr>
          <a:lstStyle/>
          <a:p>
            <a:pPr marL="0" marR="0" lvl="0" indent="0" algn="ctr" rtl="0">
              <a:lnSpc>
                <a:spcPct val="163571"/>
              </a:lnSpc>
              <a:spcBef>
                <a:spcPts val="0"/>
              </a:spcBef>
              <a:spcAft>
                <a:spcPts val="0"/>
              </a:spcAft>
              <a:buClr>
                <a:srgbClr val="000000"/>
              </a:buClr>
              <a:buSzPts val="2800"/>
              <a:buFont typeface="Arial"/>
              <a:buNone/>
            </a:pPr>
            <a:r>
              <a:rPr lang="en-US" sz="2800" b="0" i="0" u="none" strike="noStrike" cap="none">
                <a:solidFill>
                  <a:srgbClr val="EEECE1"/>
                </a:solidFill>
                <a:latin typeface="Arial"/>
                <a:ea typeface="Arial"/>
                <a:cs typeface="Arial"/>
                <a:sym typeface="Arial"/>
              </a:rPr>
              <a:t>Keep the card you have or draw more for more points. But </a:t>
            </a:r>
            <a:r>
              <a:rPr lang="en-US" sz="2800" b="0" i="0" u="none" strike="noStrike" cap="none">
                <a:solidFill>
                  <a:srgbClr val="E36C09"/>
                </a:solidFill>
                <a:latin typeface="Arial"/>
                <a:ea typeface="Arial"/>
                <a:cs typeface="Arial"/>
                <a:sym typeface="Arial"/>
              </a:rPr>
              <a:t>beware</a:t>
            </a:r>
            <a:r>
              <a:rPr lang="en-US" sz="2800" b="0" i="0" u="none" strike="noStrike" cap="none">
                <a:solidFill>
                  <a:srgbClr val="EEECE1"/>
                </a:solidFill>
                <a:latin typeface="Arial"/>
                <a:ea typeface="Arial"/>
                <a:cs typeface="Arial"/>
                <a:sym typeface="Arial"/>
              </a:rPr>
              <a:t>! If you find a bomb the game is over and you lose all your points.</a:t>
            </a:r>
            <a:endParaRPr sz="1400" b="0" i="0" u="none" strike="noStrike" cap="none">
              <a:solidFill>
                <a:srgbClr val="000000"/>
              </a:solidFill>
              <a:latin typeface="Arial"/>
              <a:ea typeface="Arial"/>
              <a:cs typeface="Arial"/>
              <a:sym typeface="Arial"/>
            </a:endParaRPr>
          </a:p>
        </p:txBody>
      </p:sp>
      <p:grpSp>
        <p:nvGrpSpPr>
          <p:cNvPr id="669" name="Google Shape;669;p50"/>
          <p:cNvGrpSpPr/>
          <p:nvPr/>
        </p:nvGrpSpPr>
        <p:grpSpPr>
          <a:xfrm>
            <a:off x="711684" y="767331"/>
            <a:ext cx="2590800" cy="3689587"/>
            <a:chOff x="768445" y="749672"/>
            <a:chExt cx="2590800" cy="3689587"/>
          </a:xfrm>
        </p:grpSpPr>
        <p:sp>
          <p:nvSpPr>
            <p:cNvPr id="670" name="Google Shape;670;p50"/>
            <p:cNvSpPr/>
            <p:nvPr/>
          </p:nvSpPr>
          <p:spPr>
            <a:xfrm>
              <a:off x="768445" y="74967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1" name="Google Shape;671;p50" descr="Image result for death eater logo"/>
            <p:cNvPicPr preferRelativeResize="0"/>
            <p:nvPr/>
          </p:nvPicPr>
          <p:blipFill rotWithShape="1">
            <a:blip r:embed="rId5">
              <a:alphaModFix/>
            </a:blip>
            <a:srcRect l="25596" r="25597"/>
            <a:stretch/>
          </p:blipFill>
          <p:spPr>
            <a:xfrm>
              <a:off x="1252418" y="1115319"/>
              <a:ext cx="1441106" cy="2942940"/>
            </a:xfrm>
            <a:prstGeom prst="rect">
              <a:avLst/>
            </a:prstGeom>
            <a:noFill/>
            <a:ln>
              <a:noFill/>
            </a:ln>
          </p:spPr>
        </p:pic>
        <p:pic>
          <p:nvPicPr>
            <p:cNvPr id="672" name="Google Shape;672;p50"/>
            <p:cNvPicPr preferRelativeResize="0"/>
            <p:nvPr/>
          </p:nvPicPr>
          <p:blipFill rotWithShape="1">
            <a:blip r:embed="rId6">
              <a:alphaModFix/>
            </a:blip>
            <a:srcRect l="15830" t="19153" r="18234" b="32032"/>
            <a:stretch/>
          </p:blipFill>
          <p:spPr>
            <a:xfrm>
              <a:off x="2521529" y="3947160"/>
              <a:ext cx="663632" cy="365760"/>
            </a:xfrm>
            <a:prstGeom prst="rect">
              <a:avLst/>
            </a:prstGeom>
            <a:noFill/>
            <a:ln>
              <a:noFill/>
            </a:ln>
          </p:spPr>
        </p:pic>
      </p:grpSp>
      <p:grpSp>
        <p:nvGrpSpPr>
          <p:cNvPr id="673" name="Google Shape;673;p50"/>
          <p:cNvGrpSpPr/>
          <p:nvPr/>
        </p:nvGrpSpPr>
        <p:grpSpPr>
          <a:xfrm>
            <a:off x="711684" y="767331"/>
            <a:ext cx="2590800" cy="3689587"/>
            <a:chOff x="2105401" y="723782"/>
            <a:chExt cx="2590800" cy="3689587"/>
          </a:xfrm>
        </p:grpSpPr>
        <p:sp>
          <p:nvSpPr>
            <p:cNvPr id="674" name="Google Shape;674;p50"/>
            <p:cNvSpPr/>
            <p:nvPr/>
          </p:nvSpPr>
          <p:spPr>
            <a:xfrm>
              <a:off x="2105401" y="72378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5" name="Google Shape;675;p50" descr="Image result for ravenclaw"/>
            <p:cNvPicPr preferRelativeResize="0"/>
            <p:nvPr/>
          </p:nvPicPr>
          <p:blipFill rotWithShape="1">
            <a:blip r:embed="rId7">
              <a:alphaModFix/>
            </a:blip>
            <a:srcRect/>
            <a:stretch/>
          </p:blipFill>
          <p:spPr>
            <a:xfrm>
              <a:off x="2623754" y="1165365"/>
              <a:ext cx="1554094" cy="2806420"/>
            </a:xfrm>
            <a:prstGeom prst="rect">
              <a:avLst/>
            </a:prstGeom>
            <a:noFill/>
            <a:ln>
              <a:noFill/>
            </a:ln>
          </p:spPr>
        </p:pic>
        <p:pic>
          <p:nvPicPr>
            <p:cNvPr id="676" name="Google Shape;676;p50"/>
            <p:cNvPicPr preferRelativeResize="0"/>
            <p:nvPr/>
          </p:nvPicPr>
          <p:blipFill rotWithShape="1">
            <a:blip r:embed="rId8">
              <a:alphaModFix/>
            </a:blip>
            <a:srcRect l="11110" t="6771" r="10162" b="10641"/>
            <a:stretch/>
          </p:blipFill>
          <p:spPr>
            <a:xfrm>
              <a:off x="2267309" y="875123"/>
              <a:ext cx="2294627" cy="3393056"/>
            </a:xfrm>
            <a:prstGeom prst="rect">
              <a:avLst/>
            </a:prstGeom>
            <a:noFill/>
            <a:ln>
              <a:noFill/>
            </a:ln>
          </p:spPr>
        </p:pic>
      </p:grpSp>
      <p:grpSp>
        <p:nvGrpSpPr>
          <p:cNvPr id="677" name="Google Shape;677;p50"/>
          <p:cNvGrpSpPr/>
          <p:nvPr/>
        </p:nvGrpSpPr>
        <p:grpSpPr>
          <a:xfrm>
            <a:off x="711684" y="767331"/>
            <a:ext cx="2590800" cy="3689587"/>
            <a:chOff x="2074117" y="723782"/>
            <a:chExt cx="2590800" cy="3689587"/>
          </a:xfrm>
        </p:grpSpPr>
        <p:sp>
          <p:nvSpPr>
            <p:cNvPr id="678" name="Google Shape;678;p50"/>
            <p:cNvSpPr/>
            <p:nvPr/>
          </p:nvSpPr>
          <p:spPr>
            <a:xfrm>
              <a:off x="2074117" y="72378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9" name="Google Shape;679;p50" descr="Image result for hufflepuff badger"/>
            <p:cNvPicPr preferRelativeResize="0"/>
            <p:nvPr/>
          </p:nvPicPr>
          <p:blipFill rotWithShape="1">
            <a:blip r:embed="rId9">
              <a:alphaModFix/>
            </a:blip>
            <a:srcRect/>
            <a:stretch/>
          </p:blipFill>
          <p:spPr>
            <a:xfrm rot="5400000">
              <a:off x="2070480" y="1919058"/>
              <a:ext cx="2598075" cy="1299035"/>
            </a:xfrm>
            <a:prstGeom prst="rect">
              <a:avLst/>
            </a:prstGeom>
            <a:noFill/>
            <a:ln>
              <a:noFill/>
            </a:ln>
          </p:spPr>
        </p:pic>
        <p:pic>
          <p:nvPicPr>
            <p:cNvPr id="680" name="Google Shape;680;p50"/>
            <p:cNvPicPr preferRelativeResize="0"/>
            <p:nvPr/>
          </p:nvPicPr>
          <p:blipFill rotWithShape="1">
            <a:blip r:embed="rId10">
              <a:alphaModFix/>
            </a:blip>
            <a:srcRect l="10035" t="6986" r="10008" b="10123"/>
            <a:stretch/>
          </p:blipFill>
          <p:spPr>
            <a:xfrm>
              <a:off x="2250999" y="872106"/>
              <a:ext cx="2237800" cy="3416061"/>
            </a:xfrm>
            <a:prstGeom prst="rect">
              <a:avLst/>
            </a:prstGeom>
            <a:noFill/>
            <a:ln>
              <a:noFill/>
            </a:ln>
          </p:spPr>
        </p:pic>
      </p:grpSp>
      <p:grpSp>
        <p:nvGrpSpPr>
          <p:cNvPr id="681" name="Google Shape;681;p50"/>
          <p:cNvGrpSpPr/>
          <p:nvPr/>
        </p:nvGrpSpPr>
        <p:grpSpPr>
          <a:xfrm>
            <a:off x="711684" y="767331"/>
            <a:ext cx="2590800" cy="3689587"/>
            <a:chOff x="2074117" y="723782"/>
            <a:chExt cx="2590800" cy="3689587"/>
          </a:xfrm>
        </p:grpSpPr>
        <p:sp>
          <p:nvSpPr>
            <p:cNvPr id="682" name="Google Shape;682;p50"/>
            <p:cNvSpPr/>
            <p:nvPr/>
          </p:nvSpPr>
          <p:spPr>
            <a:xfrm>
              <a:off x="2074117" y="72378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3" name="Google Shape;683;p50" descr="Image result for hufflepuff badger"/>
            <p:cNvPicPr preferRelativeResize="0"/>
            <p:nvPr/>
          </p:nvPicPr>
          <p:blipFill rotWithShape="1">
            <a:blip r:embed="rId9">
              <a:alphaModFix/>
            </a:blip>
            <a:srcRect/>
            <a:stretch/>
          </p:blipFill>
          <p:spPr>
            <a:xfrm rot="5400000">
              <a:off x="2070480" y="1919058"/>
              <a:ext cx="2598075" cy="1299035"/>
            </a:xfrm>
            <a:prstGeom prst="rect">
              <a:avLst/>
            </a:prstGeom>
            <a:noFill/>
            <a:ln>
              <a:noFill/>
            </a:ln>
          </p:spPr>
        </p:pic>
        <p:pic>
          <p:nvPicPr>
            <p:cNvPr id="684" name="Google Shape;684;p50"/>
            <p:cNvPicPr preferRelativeResize="0"/>
            <p:nvPr/>
          </p:nvPicPr>
          <p:blipFill rotWithShape="1">
            <a:blip r:embed="rId10">
              <a:alphaModFix/>
            </a:blip>
            <a:srcRect l="11445" t="6619" r="10882" b="10331"/>
            <a:stretch/>
          </p:blipFill>
          <p:spPr>
            <a:xfrm>
              <a:off x="2290462" y="857014"/>
              <a:ext cx="2173857" cy="3422527"/>
            </a:xfrm>
            <a:prstGeom prst="rect">
              <a:avLst/>
            </a:prstGeom>
            <a:noFill/>
            <a:ln>
              <a:noFill/>
            </a:ln>
          </p:spPr>
        </p:pic>
      </p:grpSp>
      <p:grpSp>
        <p:nvGrpSpPr>
          <p:cNvPr id="685" name="Google Shape;685;p50"/>
          <p:cNvGrpSpPr/>
          <p:nvPr/>
        </p:nvGrpSpPr>
        <p:grpSpPr>
          <a:xfrm>
            <a:off x="711684" y="767331"/>
            <a:ext cx="2590800" cy="3689587"/>
            <a:chOff x="1539325" y="806332"/>
            <a:chExt cx="2590800" cy="3689587"/>
          </a:xfrm>
        </p:grpSpPr>
        <p:sp>
          <p:nvSpPr>
            <p:cNvPr id="686" name="Google Shape;686;p50"/>
            <p:cNvSpPr/>
            <p:nvPr/>
          </p:nvSpPr>
          <p:spPr>
            <a:xfrm>
              <a:off x="1539325" y="806332"/>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7" name="Google Shape;687;p50" descr="Image result for lion watercolor"/>
            <p:cNvPicPr preferRelativeResize="0"/>
            <p:nvPr/>
          </p:nvPicPr>
          <p:blipFill rotWithShape="1">
            <a:blip r:embed="rId11">
              <a:alphaModFix/>
            </a:blip>
            <a:srcRect/>
            <a:stretch/>
          </p:blipFill>
          <p:spPr>
            <a:xfrm>
              <a:off x="1900754" y="1430129"/>
              <a:ext cx="1867942" cy="2441992"/>
            </a:xfrm>
            <a:prstGeom prst="rect">
              <a:avLst/>
            </a:prstGeom>
            <a:noFill/>
            <a:ln>
              <a:noFill/>
            </a:ln>
          </p:spPr>
        </p:pic>
        <p:pic>
          <p:nvPicPr>
            <p:cNvPr id="688" name="Google Shape;688;p50"/>
            <p:cNvPicPr preferRelativeResize="0"/>
            <p:nvPr/>
          </p:nvPicPr>
          <p:blipFill rotWithShape="1">
            <a:blip r:embed="rId12">
              <a:alphaModFix/>
            </a:blip>
            <a:srcRect l="11409" t="7319" r="11975" b="10194"/>
            <a:stretch/>
          </p:blipFill>
          <p:spPr>
            <a:xfrm>
              <a:off x="1693422" y="973825"/>
              <a:ext cx="2265872" cy="3388862"/>
            </a:xfrm>
            <a:prstGeom prst="rect">
              <a:avLst/>
            </a:prstGeom>
            <a:noFill/>
            <a:ln>
              <a:noFill/>
            </a:ln>
          </p:spPr>
        </p:pic>
      </p:grpSp>
      <p:grpSp>
        <p:nvGrpSpPr>
          <p:cNvPr id="689" name="Google Shape;689;p50"/>
          <p:cNvGrpSpPr/>
          <p:nvPr/>
        </p:nvGrpSpPr>
        <p:grpSpPr>
          <a:xfrm>
            <a:off x="711684" y="767331"/>
            <a:ext cx="2590800" cy="3689587"/>
            <a:chOff x="2743200" y="787163"/>
            <a:chExt cx="2590800" cy="3689587"/>
          </a:xfrm>
        </p:grpSpPr>
        <p:sp>
          <p:nvSpPr>
            <p:cNvPr id="690" name="Google Shape;690;p50"/>
            <p:cNvSpPr/>
            <p:nvPr/>
          </p:nvSpPr>
          <p:spPr>
            <a:xfrm>
              <a:off x="2743200" y="787163"/>
              <a:ext cx="2590800" cy="3689587"/>
            </a:xfrm>
            <a:prstGeom prst="roundRect">
              <a:avLst>
                <a:gd name="adj" fmla="val 6174"/>
              </a:avLst>
            </a:prstGeom>
            <a:blipFill rotWithShape="1">
              <a:blip r:embed="rId4">
                <a:alphaModFix/>
              </a:blip>
              <a:tile tx="0" ty="0" sx="100000" sy="100000" flip="none" algn="tl"/>
            </a:blip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91" name="Google Shape;691;p50" descr="Image result for hogwarts logo"/>
            <p:cNvPicPr preferRelativeResize="0"/>
            <p:nvPr/>
          </p:nvPicPr>
          <p:blipFill rotWithShape="1">
            <a:blip r:embed="rId13">
              <a:alphaModFix/>
            </a:blip>
            <a:srcRect/>
            <a:stretch/>
          </p:blipFill>
          <p:spPr>
            <a:xfrm>
              <a:off x="2895600" y="1434863"/>
              <a:ext cx="2286000" cy="2286000"/>
            </a:xfrm>
            <a:prstGeom prst="rect">
              <a:avLst/>
            </a:prstGeom>
            <a:noFill/>
            <a:ln>
              <a:noFill/>
            </a:ln>
          </p:spPr>
        </p:pic>
      </p:grpSp>
      <p:sp>
        <p:nvSpPr>
          <p:cNvPr id="692" name="Google Shape;692;p50"/>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T</a:t>
            </a:r>
            <a:endParaRPr/>
          </a:p>
        </p:txBody>
      </p:sp>
      <p:pic>
        <p:nvPicPr>
          <p:cNvPr id="693" name="Google Shape;693;p50" descr="Image result for hogwarts icon">
            <a:hlinkClick r:id="rId14" action="ppaction://hlinksldjump"/>
          </p:cNvPr>
          <p:cNvPicPr preferRelativeResize="0"/>
          <p:nvPr/>
        </p:nvPicPr>
        <p:blipFill rotWithShape="1">
          <a:blip r:embed="rId15">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8" fill="hold" nodeType="clickEffect">
                                  <p:stCondLst>
                                    <p:cond delay="0"/>
                                  </p:stCondLst>
                                  <p:childTnLst>
                                    <p:anim calcmode="lin" valueType="num">
                                      <p:cBhvr additive="base">
                                        <p:cTn id="6" dur="500"/>
                                        <p:tgtEl>
                                          <p:spTgt spid="689"/>
                                        </p:tgtEl>
                                        <p:attrNameLst>
                                          <p:attrName>ppt_x</p:attrName>
                                        </p:attrNameLst>
                                      </p:cBhvr>
                                      <p:tavLst>
                                        <p:tav tm="0">
                                          <p:val>
                                            <p:strVal val="#ppt_x"/>
                                          </p:val>
                                        </p:tav>
                                        <p:tav tm="100000">
                                          <p:val>
                                            <p:strVal val="#ppt_x-1"/>
                                          </p:val>
                                        </p:tav>
                                      </p:tavLst>
                                    </p:anim>
                                    <p:set>
                                      <p:cBhvr>
                                        <p:cTn id="7" dur="1" fill="hold">
                                          <p:stCondLst>
                                            <p:cond delay="500"/>
                                          </p:stCondLst>
                                        </p:cTn>
                                        <p:tgtEl>
                                          <p:spTgt spid="68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xit" presetSubtype="8" fill="hold" nodeType="clickEffect">
                                  <p:stCondLst>
                                    <p:cond delay="0"/>
                                  </p:stCondLst>
                                  <p:childTnLst>
                                    <p:anim calcmode="lin" valueType="num">
                                      <p:cBhvr additive="base">
                                        <p:cTn id="11" dur="500"/>
                                        <p:tgtEl>
                                          <p:spTgt spid="677"/>
                                        </p:tgtEl>
                                        <p:attrNameLst>
                                          <p:attrName>ppt_x</p:attrName>
                                        </p:attrNameLst>
                                      </p:cBhvr>
                                      <p:tavLst>
                                        <p:tav tm="0">
                                          <p:val>
                                            <p:strVal val="#ppt_x"/>
                                          </p:val>
                                        </p:tav>
                                        <p:tav tm="100000">
                                          <p:val>
                                            <p:strVal val="#ppt_x-1"/>
                                          </p:val>
                                        </p:tav>
                                      </p:tavLst>
                                    </p:anim>
                                    <p:set>
                                      <p:cBhvr>
                                        <p:cTn id="12" dur="1" fill="hold">
                                          <p:stCondLst>
                                            <p:cond delay="500"/>
                                          </p:stCondLst>
                                        </p:cTn>
                                        <p:tgtEl>
                                          <p:spTgt spid="67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673"/>
                                        </p:tgtEl>
                                        <p:attrNameLst>
                                          <p:attrName>ppt_x</p:attrName>
                                        </p:attrNameLst>
                                      </p:cBhvr>
                                      <p:tavLst>
                                        <p:tav tm="0">
                                          <p:val>
                                            <p:strVal val="#ppt_x"/>
                                          </p:val>
                                        </p:tav>
                                        <p:tav tm="100000">
                                          <p:val>
                                            <p:strVal val="#ppt_x-1"/>
                                          </p:val>
                                        </p:tav>
                                      </p:tavLst>
                                    </p:anim>
                                    <p:set>
                                      <p:cBhvr>
                                        <p:cTn id="17" dur="1" fill="hold">
                                          <p:stCondLst>
                                            <p:cond delay="500"/>
                                          </p:stCondLst>
                                        </p:cTn>
                                        <p:tgtEl>
                                          <p:spTgt spid="67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8" fill="hold" nodeType="clickEffect">
                                  <p:stCondLst>
                                    <p:cond delay="0"/>
                                  </p:stCondLst>
                                  <p:childTnLst>
                                    <p:anim calcmode="lin" valueType="num">
                                      <p:cBhvr additive="base">
                                        <p:cTn id="21" dur="500"/>
                                        <p:tgtEl>
                                          <p:spTgt spid="681"/>
                                        </p:tgtEl>
                                        <p:attrNameLst>
                                          <p:attrName>ppt_x</p:attrName>
                                        </p:attrNameLst>
                                      </p:cBhvr>
                                      <p:tavLst>
                                        <p:tav tm="0">
                                          <p:val>
                                            <p:strVal val="#ppt_x"/>
                                          </p:val>
                                        </p:tav>
                                        <p:tav tm="100000">
                                          <p:val>
                                            <p:strVal val="#ppt_x-1"/>
                                          </p:val>
                                        </p:tav>
                                      </p:tavLst>
                                    </p:anim>
                                    <p:set>
                                      <p:cBhvr>
                                        <p:cTn id="22" dur="1" fill="hold">
                                          <p:stCondLst>
                                            <p:cond delay="500"/>
                                          </p:stCondLst>
                                        </p:cTn>
                                        <p:tgtEl>
                                          <p:spTgt spid="68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xit" presetSubtype="8" fill="hold" nodeType="clickEffect">
                                  <p:stCondLst>
                                    <p:cond delay="0"/>
                                  </p:stCondLst>
                                  <p:childTnLst>
                                    <p:anim calcmode="lin" valueType="num">
                                      <p:cBhvr additive="base">
                                        <p:cTn id="26" dur="500"/>
                                        <p:tgtEl>
                                          <p:spTgt spid="685"/>
                                        </p:tgtEl>
                                        <p:attrNameLst>
                                          <p:attrName>ppt_x</p:attrName>
                                        </p:attrNameLst>
                                      </p:cBhvr>
                                      <p:tavLst>
                                        <p:tav tm="0">
                                          <p:val>
                                            <p:strVal val="#ppt_x"/>
                                          </p:val>
                                        </p:tav>
                                        <p:tav tm="100000">
                                          <p:val>
                                            <p:strVal val="#ppt_x-1"/>
                                          </p:val>
                                        </p:tav>
                                      </p:tavLst>
                                    </p:anim>
                                    <p:set>
                                      <p:cBhvr>
                                        <p:cTn id="27" dur="1" fill="hold">
                                          <p:stCondLst>
                                            <p:cond delay="500"/>
                                          </p:stCondLst>
                                        </p:cTn>
                                        <p:tgtEl>
                                          <p:spTgt spid="6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98"/>
        <p:cNvGrpSpPr/>
        <p:nvPr/>
      </p:nvGrpSpPr>
      <p:grpSpPr>
        <a:xfrm>
          <a:off x="0" y="0"/>
          <a:ext cx="0" cy="0"/>
          <a:chOff x="0" y="0"/>
          <a:chExt cx="0" cy="0"/>
        </a:xfrm>
      </p:grpSpPr>
      <p:pic>
        <p:nvPicPr>
          <p:cNvPr id="699" name="Google Shape;699;p51" descr="Image result for harry potter death eater logo"/>
          <p:cNvPicPr preferRelativeResize="0"/>
          <p:nvPr/>
        </p:nvPicPr>
        <p:blipFill rotWithShape="1">
          <a:blip r:embed="rId4">
            <a:alphaModFix/>
          </a:blip>
          <a:srcRect l="53833" t="-3007" r="-527" b="72563"/>
          <a:stretch/>
        </p:blipFill>
        <p:spPr>
          <a:xfrm>
            <a:off x="3582071" y="2621892"/>
            <a:ext cx="629474" cy="640566"/>
          </a:xfrm>
          <a:prstGeom prst="ellipse">
            <a:avLst/>
          </a:prstGeom>
          <a:noFill/>
          <a:ln>
            <a:noFill/>
          </a:ln>
        </p:spPr>
      </p:pic>
      <p:pic>
        <p:nvPicPr>
          <p:cNvPr id="700" name="Google Shape;700;p51" descr="Image result for harry potter death eater logo"/>
          <p:cNvPicPr preferRelativeResize="0"/>
          <p:nvPr/>
        </p:nvPicPr>
        <p:blipFill rotWithShape="1">
          <a:blip r:embed="rId4">
            <a:alphaModFix/>
          </a:blip>
          <a:srcRect l="53833" t="-3007" r="-527" b="72563"/>
          <a:stretch/>
        </p:blipFill>
        <p:spPr>
          <a:xfrm>
            <a:off x="1045981" y="1203902"/>
            <a:ext cx="629474" cy="640566"/>
          </a:xfrm>
          <a:prstGeom prst="ellipse">
            <a:avLst/>
          </a:prstGeom>
          <a:noFill/>
          <a:ln>
            <a:noFill/>
          </a:ln>
        </p:spPr>
      </p:pic>
      <p:pic>
        <p:nvPicPr>
          <p:cNvPr id="701" name="Google Shape;701;p51"/>
          <p:cNvPicPr preferRelativeResize="0"/>
          <p:nvPr/>
        </p:nvPicPr>
        <p:blipFill rotWithShape="1">
          <a:blip r:embed="rId5">
            <a:alphaModFix/>
          </a:blip>
          <a:srcRect l="23039" t="25473" r="33651" b="32667"/>
          <a:stretch/>
        </p:blipFill>
        <p:spPr>
          <a:xfrm>
            <a:off x="6213226" y="2748367"/>
            <a:ext cx="427802" cy="545008"/>
          </a:xfrm>
          <a:prstGeom prst="rect">
            <a:avLst/>
          </a:prstGeom>
          <a:noFill/>
          <a:ln>
            <a:noFill/>
          </a:ln>
        </p:spPr>
      </p:pic>
      <p:pic>
        <p:nvPicPr>
          <p:cNvPr id="702" name="Google Shape;702;p51"/>
          <p:cNvPicPr preferRelativeResize="0"/>
          <p:nvPr/>
        </p:nvPicPr>
        <p:blipFill rotWithShape="1">
          <a:blip r:embed="rId6">
            <a:alphaModFix/>
          </a:blip>
          <a:srcRect l="17315" t="24793" r="28581" b="37055"/>
          <a:stretch/>
        </p:blipFill>
        <p:spPr>
          <a:xfrm>
            <a:off x="2301951" y="2772498"/>
            <a:ext cx="586029" cy="496747"/>
          </a:xfrm>
          <a:prstGeom prst="rect">
            <a:avLst/>
          </a:prstGeom>
          <a:noFill/>
          <a:ln>
            <a:noFill/>
          </a:ln>
        </p:spPr>
      </p:pic>
      <p:pic>
        <p:nvPicPr>
          <p:cNvPr id="703" name="Google Shape;703;p51"/>
          <p:cNvPicPr preferRelativeResize="0"/>
          <p:nvPr/>
        </p:nvPicPr>
        <p:blipFill rotWithShape="1">
          <a:blip r:embed="rId7">
            <a:alphaModFix/>
          </a:blip>
          <a:srcRect l="23198" t="23198" r="33574" b="35069"/>
          <a:stretch/>
        </p:blipFill>
        <p:spPr>
          <a:xfrm>
            <a:off x="3591827" y="1286763"/>
            <a:ext cx="462681" cy="543359"/>
          </a:xfrm>
          <a:prstGeom prst="rect">
            <a:avLst/>
          </a:prstGeom>
          <a:noFill/>
          <a:ln>
            <a:noFill/>
          </a:ln>
        </p:spPr>
      </p:pic>
      <p:pic>
        <p:nvPicPr>
          <p:cNvPr id="704" name="Google Shape;704;p51"/>
          <p:cNvPicPr preferRelativeResize="0"/>
          <p:nvPr/>
        </p:nvPicPr>
        <p:blipFill rotWithShape="1">
          <a:blip r:embed="rId8">
            <a:alphaModFix/>
          </a:blip>
          <a:srcRect l="22463" t="22464" r="30707" b="34518"/>
          <a:stretch/>
        </p:blipFill>
        <p:spPr>
          <a:xfrm>
            <a:off x="4916072" y="2740826"/>
            <a:ext cx="532676" cy="560090"/>
          </a:xfrm>
          <a:prstGeom prst="rect">
            <a:avLst/>
          </a:prstGeom>
          <a:noFill/>
          <a:ln>
            <a:noFill/>
          </a:ln>
        </p:spPr>
      </p:pic>
      <p:pic>
        <p:nvPicPr>
          <p:cNvPr id="705" name="Google Shape;705;p51"/>
          <p:cNvPicPr preferRelativeResize="0"/>
          <p:nvPr/>
        </p:nvPicPr>
        <p:blipFill rotWithShape="1">
          <a:blip r:embed="rId9">
            <a:alphaModFix/>
          </a:blip>
          <a:srcRect l="19247" t="24739" r="29600" b="36554"/>
          <a:stretch/>
        </p:blipFill>
        <p:spPr>
          <a:xfrm>
            <a:off x="6142902" y="1292335"/>
            <a:ext cx="568449" cy="503985"/>
          </a:xfrm>
          <a:prstGeom prst="rect">
            <a:avLst/>
          </a:prstGeom>
          <a:noFill/>
          <a:ln>
            <a:noFill/>
          </a:ln>
        </p:spPr>
      </p:pic>
      <p:pic>
        <p:nvPicPr>
          <p:cNvPr id="706" name="Google Shape;706;p51"/>
          <p:cNvPicPr preferRelativeResize="0"/>
          <p:nvPr/>
        </p:nvPicPr>
        <p:blipFill rotWithShape="1">
          <a:blip r:embed="rId6">
            <a:alphaModFix/>
          </a:blip>
          <a:srcRect l="17315" t="24793" r="28581" b="37055"/>
          <a:stretch/>
        </p:blipFill>
        <p:spPr>
          <a:xfrm>
            <a:off x="7427650" y="1286763"/>
            <a:ext cx="586029" cy="496747"/>
          </a:xfrm>
          <a:prstGeom prst="rect">
            <a:avLst/>
          </a:prstGeom>
          <a:noFill/>
          <a:ln>
            <a:noFill/>
          </a:ln>
        </p:spPr>
      </p:pic>
      <p:pic>
        <p:nvPicPr>
          <p:cNvPr id="707" name="Google Shape;707;p51"/>
          <p:cNvPicPr preferRelativeResize="0"/>
          <p:nvPr/>
        </p:nvPicPr>
        <p:blipFill rotWithShape="1">
          <a:blip r:embed="rId7">
            <a:alphaModFix/>
          </a:blip>
          <a:srcRect l="23198" t="23198" r="33574" b="35069"/>
          <a:stretch/>
        </p:blipFill>
        <p:spPr>
          <a:xfrm>
            <a:off x="1082201" y="2749192"/>
            <a:ext cx="462681" cy="543359"/>
          </a:xfrm>
          <a:prstGeom prst="rect">
            <a:avLst/>
          </a:prstGeom>
          <a:noFill/>
          <a:ln>
            <a:noFill/>
          </a:ln>
        </p:spPr>
      </p:pic>
      <p:pic>
        <p:nvPicPr>
          <p:cNvPr id="708" name="Google Shape;708;p51" descr="Image result for professor flitwick"/>
          <p:cNvPicPr preferRelativeResize="0"/>
          <p:nvPr/>
        </p:nvPicPr>
        <p:blipFill rotWithShape="1">
          <a:blip r:embed="rId10">
            <a:alphaModFix/>
          </a:blip>
          <a:srcRect/>
          <a:stretch/>
        </p:blipFill>
        <p:spPr>
          <a:xfrm>
            <a:off x="12680144" y="3105150"/>
            <a:ext cx="3505200" cy="4621042"/>
          </a:xfrm>
          <a:prstGeom prst="rect">
            <a:avLst/>
          </a:prstGeom>
          <a:noFill/>
          <a:ln>
            <a:noFill/>
          </a:ln>
        </p:spPr>
      </p:pic>
      <p:sp>
        <p:nvSpPr>
          <p:cNvPr id="709" name="Google Shape;709;p51"/>
          <p:cNvSpPr txBox="1"/>
          <p:nvPr/>
        </p:nvSpPr>
        <p:spPr>
          <a:xfrm>
            <a:off x="-5644" y="433685"/>
            <a:ext cx="914400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DDD9C3"/>
                </a:solidFill>
                <a:latin typeface="Arial"/>
                <a:ea typeface="Arial"/>
                <a:cs typeface="Arial"/>
                <a:sym typeface="Arial"/>
              </a:rPr>
              <a:t>Cast Wingardium Leviosa on 3 bowls to reveal your points…</a:t>
            </a:r>
            <a:endParaRPr sz="1400" b="0" i="0" u="none" strike="noStrike" cap="none">
              <a:solidFill>
                <a:srgbClr val="000000"/>
              </a:solidFill>
              <a:latin typeface="Arial"/>
              <a:ea typeface="Arial"/>
              <a:cs typeface="Arial"/>
              <a:sym typeface="Arial"/>
            </a:endParaRPr>
          </a:p>
        </p:txBody>
      </p:sp>
      <p:sp>
        <p:nvSpPr>
          <p:cNvPr id="710" name="Google Shape;710;p51"/>
          <p:cNvSpPr txBox="1"/>
          <p:nvPr/>
        </p:nvSpPr>
        <p:spPr>
          <a:xfrm>
            <a:off x="792332"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711" name="Google Shape;711;p51"/>
          <p:cNvSpPr txBox="1"/>
          <p:nvPr/>
        </p:nvSpPr>
        <p:spPr>
          <a:xfrm>
            <a:off x="2038633"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712" name="Google Shape;712;p51"/>
          <p:cNvSpPr txBox="1"/>
          <p:nvPr/>
        </p:nvSpPr>
        <p:spPr>
          <a:xfrm>
            <a:off x="3320058"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713" name="Google Shape;713;p51"/>
          <p:cNvSpPr txBox="1"/>
          <p:nvPr/>
        </p:nvSpPr>
        <p:spPr>
          <a:xfrm>
            <a:off x="4601483"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714" name="Google Shape;714;p51"/>
          <p:cNvSpPr txBox="1"/>
          <p:nvPr/>
        </p:nvSpPr>
        <p:spPr>
          <a:xfrm>
            <a:off x="5882908"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715" name="Google Shape;715;p51"/>
          <p:cNvSpPr txBox="1"/>
          <p:nvPr/>
        </p:nvSpPr>
        <p:spPr>
          <a:xfrm>
            <a:off x="7164331" y="1852940"/>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716" name="Google Shape;716;p51"/>
          <p:cNvSpPr txBox="1"/>
          <p:nvPr/>
        </p:nvSpPr>
        <p:spPr>
          <a:xfrm>
            <a:off x="792332"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sp>
        <p:nvSpPr>
          <p:cNvPr id="717" name="Google Shape;717;p51"/>
          <p:cNvSpPr txBox="1"/>
          <p:nvPr/>
        </p:nvSpPr>
        <p:spPr>
          <a:xfrm>
            <a:off x="2038633"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8</a:t>
            </a:r>
            <a:endParaRPr sz="1400" b="0" i="0" u="none" strike="noStrike" cap="none">
              <a:solidFill>
                <a:srgbClr val="000000"/>
              </a:solidFill>
              <a:latin typeface="Arial"/>
              <a:ea typeface="Arial"/>
              <a:cs typeface="Arial"/>
              <a:sym typeface="Arial"/>
            </a:endParaRPr>
          </a:p>
        </p:txBody>
      </p:sp>
      <p:sp>
        <p:nvSpPr>
          <p:cNvPr id="718" name="Google Shape;718;p51"/>
          <p:cNvSpPr txBox="1"/>
          <p:nvPr/>
        </p:nvSpPr>
        <p:spPr>
          <a:xfrm>
            <a:off x="3320058"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9</a:t>
            </a:r>
            <a:endParaRPr sz="1400" b="0" i="0" u="none" strike="noStrike" cap="none">
              <a:solidFill>
                <a:srgbClr val="000000"/>
              </a:solidFill>
              <a:latin typeface="Arial"/>
              <a:ea typeface="Arial"/>
              <a:cs typeface="Arial"/>
              <a:sym typeface="Arial"/>
            </a:endParaRPr>
          </a:p>
        </p:txBody>
      </p:sp>
      <p:sp>
        <p:nvSpPr>
          <p:cNvPr id="719" name="Google Shape;719;p51"/>
          <p:cNvSpPr txBox="1"/>
          <p:nvPr/>
        </p:nvSpPr>
        <p:spPr>
          <a:xfrm>
            <a:off x="4601483"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720" name="Google Shape;720;p51"/>
          <p:cNvSpPr txBox="1"/>
          <p:nvPr/>
        </p:nvSpPr>
        <p:spPr>
          <a:xfrm>
            <a:off x="5882908"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11</a:t>
            </a:r>
            <a:endParaRPr sz="1400" b="0" i="0" u="none" strike="noStrike" cap="none">
              <a:solidFill>
                <a:srgbClr val="000000"/>
              </a:solidFill>
              <a:latin typeface="Arial"/>
              <a:ea typeface="Arial"/>
              <a:cs typeface="Arial"/>
              <a:sym typeface="Arial"/>
            </a:endParaRPr>
          </a:p>
        </p:txBody>
      </p:sp>
      <p:sp>
        <p:nvSpPr>
          <p:cNvPr id="721" name="Google Shape;721;p51"/>
          <p:cNvSpPr txBox="1"/>
          <p:nvPr/>
        </p:nvSpPr>
        <p:spPr>
          <a:xfrm>
            <a:off x="7164331" y="3282775"/>
            <a:ext cx="111266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en-US" sz="800" b="1" i="0" u="none" strike="noStrike" cap="none">
                <a:solidFill>
                  <a:schemeClr val="lt2"/>
                </a:solidFill>
                <a:latin typeface="Arial"/>
                <a:ea typeface="Arial"/>
                <a:cs typeface="Arial"/>
                <a:sym typeface="Arial"/>
              </a:rPr>
              <a:t>12</a:t>
            </a:r>
            <a:endParaRPr sz="1400" b="0" i="0" u="none" strike="noStrike" cap="none">
              <a:solidFill>
                <a:srgbClr val="000000"/>
              </a:solidFill>
              <a:latin typeface="Arial"/>
              <a:ea typeface="Arial"/>
              <a:cs typeface="Arial"/>
              <a:sym typeface="Arial"/>
            </a:endParaRPr>
          </a:p>
        </p:txBody>
      </p:sp>
      <p:grpSp>
        <p:nvGrpSpPr>
          <p:cNvPr id="722" name="Google Shape;722;p51"/>
          <p:cNvGrpSpPr/>
          <p:nvPr/>
        </p:nvGrpSpPr>
        <p:grpSpPr>
          <a:xfrm>
            <a:off x="3544948" y="3257310"/>
            <a:ext cx="2901922" cy="5180038"/>
            <a:chOff x="4238204" y="3501481"/>
            <a:chExt cx="2901922" cy="5180038"/>
          </a:xfrm>
        </p:grpSpPr>
        <p:pic>
          <p:nvPicPr>
            <p:cNvPr id="723" name="Google Shape;723;p51" descr="Image result for harry potter wand"/>
            <p:cNvPicPr preferRelativeResize="0"/>
            <p:nvPr/>
          </p:nvPicPr>
          <p:blipFill rotWithShape="1">
            <a:blip r:embed="rId11">
              <a:alphaModFix/>
            </a:blip>
            <a:srcRect/>
            <a:stretch/>
          </p:blipFill>
          <p:spPr>
            <a:xfrm rot="4229401" flipH="1">
              <a:off x="3450215" y="5624422"/>
              <a:ext cx="4580541" cy="1346845"/>
            </a:xfrm>
            <a:prstGeom prst="rect">
              <a:avLst/>
            </a:prstGeom>
            <a:noFill/>
            <a:ln>
              <a:noFill/>
            </a:ln>
          </p:spPr>
        </p:pic>
        <p:pic>
          <p:nvPicPr>
            <p:cNvPr id="724" name="Google Shape;724;p51" descr="Image result for lens flare"/>
            <p:cNvPicPr preferRelativeResize="0"/>
            <p:nvPr/>
          </p:nvPicPr>
          <p:blipFill rotWithShape="1">
            <a:blip r:embed="rId12">
              <a:alphaModFix/>
            </a:blip>
            <a:srcRect l="29388" t="31464" r="34624" b="31464"/>
            <a:stretch/>
          </p:blipFill>
          <p:spPr>
            <a:xfrm>
              <a:off x="4238204" y="3501481"/>
              <a:ext cx="1371124" cy="1412476"/>
            </a:xfrm>
            <a:prstGeom prst="rect">
              <a:avLst/>
            </a:prstGeom>
            <a:noFill/>
            <a:ln>
              <a:noFill/>
            </a:ln>
          </p:spPr>
        </p:pic>
      </p:grpSp>
      <p:pic>
        <p:nvPicPr>
          <p:cNvPr id="725" name="Google Shape;725;p51" descr="Image result for wood bowl"/>
          <p:cNvPicPr preferRelativeResize="0"/>
          <p:nvPr/>
        </p:nvPicPr>
        <p:blipFill rotWithShape="1">
          <a:blip r:embed="rId13">
            <a:alphaModFix/>
          </a:blip>
          <a:srcRect l="20548" t="49307" r="16554" b="13484"/>
          <a:stretch/>
        </p:blipFill>
        <p:spPr>
          <a:xfrm rot="10800000">
            <a:off x="722084" y="2583000"/>
            <a:ext cx="1182916" cy="699774"/>
          </a:xfrm>
          <a:prstGeom prst="rect">
            <a:avLst/>
          </a:prstGeom>
          <a:noFill/>
          <a:ln>
            <a:noFill/>
          </a:ln>
        </p:spPr>
      </p:pic>
      <p:pic>
        <p:nvPicPr>
          <p:cNvPr id="726" name="Google Shape;726;p51" descr="Image result for wood bowl"/>
          <p:cNvPicPr preferRelativeResize="0"/>
          <p:nvPr/>
        </p:nvPicPr>
        <p:blipFill rotWithShape="1">
          <a:blip r:embed="rId13">
            <a:alphaModFix/>
          </a:blip>
          <a:srcRect l="20548" t="49307" r="16554" b="13484"/>
          <a:stretch/>
        </p:blipFill>
        <p:spPr>
          <a:xfrm rot="10800000">
            <a:off x="2003509" y="2583000"/>
            <a:ext cx="1182916" cy="699774"/>
          </a:xfrm>
          <a:prstGeom prst="rect">
            <a:avLst/>
          </a:prstGeom>
          <a:noFill/>
          <a:ln>
            <a:noFill/>
          </a:ln>
        </p:spPr>
      </p:pic>
      <p:pic>
        <p:nvPicPr>
          <p:cNvPr id="727" name="Google Shape;727;p51" descr="Image result for wood bowl"/>
          <p:cNvPicPr preferRelativeResize="0"/>
          <p:nvPr/>
        </p:nvPicPr>
        <p:blipFill rotWithShape="1">
          <a:blip r:embed="rId13">
            <a:alphaModFix/>
          </a:blip>
          <a:srcRect l="20548" t="49307" r="16554" b="13484"/>
          <a:stretch/>
        </p:blipFill>
        <p:spPr>
          <a:xfrm rot="10800000">
            <a:off x="3284934" y="2583001"/>
            <a:ext cx="1182916" cy="699774"/>
          </a:xfrm>
          <a:prstGeom prst="rect">
            <a:avLst/>
          </a:prstGeom>
          <a:noFill/>
          <a:ln>
            <a:noFill/>
          </a:ln>
        </p:spPr>
      </p:pic>
      <p:pic>
        <p:nvPicPr>
          <p:cNvPr id="728" name="Google Shape;728;p51" descr="Image result for wood bowl"/>
          <p:cNvPicPr preferRelativeResize="0"/>
          <p:nvPr/>
        </p:nvPicPr>
        <p:blipFill rotWithShape="1">
          <a:blip r:embed="rId13">
            <a:alphaModFix/>
          </a:blip>
          <a:srcRect l="20548" t="49307" r="16554" b="13484"/>
          <a:stretch/>
        </p:blipFill>
        <p:spPr>
          <a:xfrm rot="10800000">
            <a:off x="4566359" y="2583000"/>
            <a:ext cx="1182916" cy="699774"/>
          </a:xfrm>
          <a:prstGeom prst="rect">
            <a:avLst/>
          </a:prstGeom>
          <a:noFill/>
          <a:ln>
            <a:noFill/>
          </a:ln>
        </p:spPr>
      </p:pic>
      <p:pic>
        <p:nvPicPr>
          <p:cNvPr id="729" name="Google Shape;729;p51" descr="Image result for wood bowl"/>
          <p:cNvPicPr preferRelativeResize="0"/>
          <p:nvPr/>
        </p:nvPicPr>
        <p:blipFill rotWithShape="1">
          <a:blip r:embed="rId13">
            <a:alphaModFix/>
          </a:blip>
          <a:srcRect l="20548" t="49307" r="16554" b="13484"/>
          <a:stretch/>
        </p:blipFill>
        <p:spPr>
          <a:xfrm rot="10800000">
            <a:off x="5847784" y="2583000"/>
            <a:ext cx="1182916" cy="699774"/>
          </a:xfrm>
          <a:prstGeom prst="rect">
            <a:avLst/>
          </a:prstGeom>
          <a:noFill/>
          <a:ln>
            <a:noFill/>
          </a:ln>
        </p:spPr>
      </p:pic>
      <p:pic>
        <p:nvPicPr>
          <p:cNvPr id="730" name="Google Shape;730;p51" descr="Image result for wood bowl"/>
          <p:cNvPicPr preferRelativeResize="0"/>
          <p:nvPr/>
        </p:nvPicPr>
        <p:blipFill rotWithShape="1">
          <a:blip r:embed="rId13">
            <a:alphaModFix/>
          </a:blip>
          <a:srcRect l="20548" t="49307" r="16554" b="13484"/>
          <a:stretch/>
        </p:blipFill>
        <p:spPr>
          <a:xfrm rot="10800000">
            <a:off x="7129207" y="2583000"/>
            <a:ext cx="1182916" cy="699774"/>
          </a:xfrm>
          <a:prstGeom prst="rect">
            <a:avLst/>
          </a:prstGeom>
          <a:noFill/>
          <a:ln>
            <a:noFill/>
          </a:ln>
        </p:spPr>
      </p:pic>
      <p:pic>
        <p:nvPicPr>
          <p:cNvPr id="731" name="Google Shape;731;p51" descr="Image result for wood bowl"/>
          <p:cNvPicPr preferRelativeResize="0"/>
          <p:nvPr/>
        </p:nvPicPr>
        <p:blipFill rotWithShape="1">
          <a:blip r:embed="rId13">
            <a:alphaModFix/>
          </a:blip>
          <a:srcRect l="20548" t="49307" r="16554" b="13484"/>
          <a:stretch/>
        </p:blipFill>
        <p:spPr>
          <a:xfrm rot="10800000">
            <a:off x="722084" y="1144693"/>
            <a:ext cx="1182916" cy="699774"/>
          </a:xfrm>
          <a:prstGeom prst="rect">
            <a:avLst/>
          </a:prstGeom>
          <a:noFill/>
          <a:ln>
            <a:noFill/>
          </a:ln>
        </p:spPr>
      </p:pic>
      <p:pic>
        <p:nvPicPr>
          <p:cNvPr id="732" name="Google Shape;732;p51" descr="Image result for wood bowl"/>
          <p:cNvPicPr preferRelativeResize="0"/>
          <p:nvPr/>
        </p:nvPicPr>
        <p:blipFill rotWithShape="1">
          <a:blip r:embed="rId13">
            <a:alphaModFix/>
          </a:blip>
          <a:srcRect l="20548" t="49307" r="16554" b="13484"/>
          <a:stretch/>
        </p:blipFill>
        <p:spPr>
          <a:xfrm rot="10800000">
            <a:off x="2003509" y="1144694"/>
            <a:ext cx="1182916" cy="699774"/>
          </a:xfrm>
          <a:prstGeom prst="rect">
            <a:avLst/>
          </a:prstGeom>
          <a:noFill/>
          <a:ln>
            <a:noFill/>
          </a:ln>
        </p:spPr>
      </p:pic>
      <p:pic>
        <p:nvPicPr>
          <p:cNvPr id="733" name="Google Shape;733;p51" descr="Image result for wood bowl"/>
          <p:cNvPicPr preferRelativeResize="0"/>
          <p:nvPr/>
        </p:nvPicPr>
        <p:blipFill rotWithShape="1">
          <a:blip r:embed="rId13">
            <a:alphaModFix/>
          </a:blip>
          <a:srcRect l="20548" t="49307" r="16554" b="13484"/>
          <a:stretch/>
        </p:blipFill>
        <p:spPr>
          <a:xfrm rot="10800000">
            <a:off x="3284934" y="1144694"/>
            <a:ext cx="1182916" cy="699774"/>
          </a:xfrm>
          <a:prstGeom prst="rect">
            <a:avLst/>
          </a:prstGeom>
          <a:noFill/>
          <a:ln>
            <a:noFill/>
          </a:ln>
        </p:spPr>
      </p:pic>
      <p:pic>
        <p:nvPicPr>
          <p:cNvPr id="734" name="Google Shape;734;p51" descr="Image result for wood bowl"/>
          <p:cNvPicPr preferRelativeResize="0"/>
          <p:nvPr/>
        </p:nvPicPr>
        <p:blipFill rotWithShape="1">
          <a:blip r:embed="rId13">
            <a:alphaModFix/>
          </a:blip>
          <a:srcRect l="20548" t="49307" r="16554" b="13484"/>
          <a:stretch/>
        </p:blipFill>
        <p:spPr>
          <a:xfrm rot="10800000">
            <a:off x="4566359" y="1144694"/>
            <a:ext cx="1182916" cy="699774"/>
          </a:xfrm>
          <a:prstGeom prst="rect">
            <a:avLst/>
          </a:prstGeom>
          <a:noFill/>
          <a:ln>
            <a:noFill/>
          </a:ln>
        </p:spPr>
      </p:pic>
      <p:pic>
        <p:nvPicPr>
          <p:cNvPr id="735" name="Google Shape;735;p51" descr="Image result for wood bowl"/>
          <p:cNvPicPr preferRelativeResize="0"/>
          <p:nvPr/>
        </p:nvPicPr>
        <p:blipFill rotWithShape="1">
          <a:blip r:embed="rId13">
            <a:alphaModFix/>
          </a:blip>
          <a:srcRect l="20548" t="49307" r="16554" b="13484"/>
          <a:stretch/>
        </p:blipFill>
        <p:spPr>
          <a:xfrm rot="10800000">
            <a:off x="5847784" y="1144694"/>
            <a:ext cx="1182916" cy="699774"/>
          </a:xfrm>
          <a:prstGeom prst="rect">
            <a:avLst/>
          </a:prstGeom>
          <a:noFill/>
          <a:ln>
            <a:noFill/>
          </a:ln>
        </p:spPr>
      </p:pic>
      <p:pic>
        <p:nvPicPr>
          <p:cNvPr id="736" name="Google Shape;736;p51" descr="Image result for wood bowl"/>
          <p:cNvPicPr preferRelativeResize="0"/>
          <p:nvPr/>
        </p:nvPicPr>
        <p:blipFill rotWithShape="1">
          <a:blip r:embed="rId13">
            <a:alphaModFix/>
          </a:blip>
          <a:srcRect l="20548" t="49307" r="16554" b="13484"/>
          <a:stretch/>
        </p:blipFill>
        <p:spPr>
          <a:xfrm rot="10800000">
            <a:off x="7129207" y="1144694"/>
            <a:ext cx="1182916" cy="699774"/>
          </a:xfrm>
          <a:prstGeom prst="rect">
            <a:avLst/>
          </a:prstGeom>
          <a:noFill/>
          <a:ln>
            <a:noFill/>
          </a:ln>
        </p:spPr>
      </p:pic>
      <p:sp>
        <p:nvSpPr>
          <p:cNvPr id="737" name="Google Shape;737;p51"/>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U</a:t>
            </a:r>
            <a:endParaRPr/>
          </a:p>
        </p:txBody>
      </p:sp>
      <p:pic>
        <p:nvPicPr>
          <p:cNvPr id="738" name="Google Shape;738;p51" descr="Image result for hogwarts icon">
            <a:hlinkClick r:id="rId14" action="ppaction://hlinksldjump"/>
          </p:cNvPr>
          <p:cNvPicPr preferRelativeResize="0"/>
          <p:nvPr/>
        </p:nvPicPr>
        <p:blipFill rotWithShape="1">
          <a:blip r:embed="rId15">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pic>
        <p:nvPicPr>
          <p:cNvPr id="744" name="Google Shape;744;p52"/>
          <p:cNvPicPr preferRelativeResize="0"/>
          <p:nvPr/>
        </p:nvPicPr>
        <p:blipFill rotWithShape="1">
          <a:blip r:embed="rId3">
            <a:alphaModFix/>
          </a:blip>
          <a:srcRect/>
          <a:stretch/>
        </p:blipFill>
        <p:spPr>
          <a:xfrm>
            <a:off x="-644681" y="-1"/>
            <a:ext cx="10433362" cy="5143502"/>
          </a:xfrm>
          <a:prstGeom prst="rect">
            <a:avLst/>
          </a:prstGeom>
          <a:noFill/>
          <a:ln>
            <a:noFill/>
          </a:ln>
        </p:spPr>
      </p:pic>
      <p:sp>
        <p:nvSpPr>
          <p:cNvPr id="745" name="Google Shape;745;p52"/>
          <p:cNvSpPr txBox="1"/>
          <p:nvPr/>
        </p:nvSpPr>
        <p:spPr>
          <a:xfrm>
            <a:off x="1981200" y="3809821"/>
            <a:ext cx="518160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You find a hippogriff</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in the forest.</a:t>
            </a:r>
            <a:endParaRPr sz="1400" b="0" i="0" u="none" strike="noStrike" cap="none">
              <a:solidFill>
                <a:srgbClr val="000000"/>
              </a:solidFill>
              <a:latin typeface="Arial"/>
              <a:ea typeface="Arial"/>
              <a:cs typeface="Arial"/>
              <a:sym typeface="Arial"/>
            </a:endParaRPr>
          </a:p>
        </p:txBody>
      </p:sp>
      <p:pic>
        <p:nvPicPr>
          <p:cNvPr id="746" name="Google Shape;746;p52">
            <a:hlinkClick r:id="rId4" action="ppaction://hlinksldjump"/>
          </p:cNvPr>
          <p:cNvPicPr preferRelativeResize="0"/>
          <p:nvPr/>
        </p:nvPicPr>
        <p:blipFill rotWithShape="1">
          <a:blip r:embed="rId5">
            <a:alphaModFix/>
          </a:blip>
          <a:srcRect l="11701" t="11122" r="11413" b="25052"/>
          <a:stretch/>
        </p:blipFill>
        <p:spPr>
          <a:xfrm>
            <a:off x="493486" y="3495554"/>
            <a:ext cx="1335314" cy="1365813"/>
          </a:xfrm>
          <a:prstGeom prst="rect">
            <a:avLst/>
          </a:prstGeom>
          <a:noFill/>
          <a:ln>
            <a:noFill/>
          </a:ln>
        </p:spPr>
      </p:pic>
      <p:pic>
        <p:nvPicPr>
          <p:cNvPr id="747" name="Google Shape;747;p52">
            <a:hlinkClick r:id="rId6" action="ppaction://hlinksldjump"/>
          </p:cNvPr>
          <p:cNvPicPr preferRelativeResize="0"/>
          <p:nvPr/>
        </p:nvPicPr>
        <p:blipFill rotWithShape="1">
          <a:blip r:embed="rId7">
            <a:alphaModFix/>
          </a:blip>
          <a:srcRect l="8781" t="11122" r="9536" b="25052"/>
          <a:stretch/>
        </p:blipFill>
        <p:spPr>
          <a:xfrm>
            <a:off x="7391400" y="3495554"/>
            <a:ext cx="1349828" cy="1365813"/>
          </a:xfrm>
          <a:prstGeom prst="rect">
            <a:avLst/>
          </a:prstGeom>
          <a:noFill/>
          <a:ln>
            <a:noFill/>
          </a:ln>
        </p:spPr>
      </p:pic>
      <p:sp>
        <p:nvSpPr>
          <p:cNvPr id="748" name="Google Shape;748;p52"/>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W Question</a:t>
            </a:r>
            <a:endParaRPr/>
          </a:p>
        </p:txBody>
      </p:sp>
      <p:sp>
        <p:nvSpPr>
          <p:cNvPr id="2" name="Rectangle 1">
            <a:hlinkClick r:id="rId8" action="ppaction://hlinksldjump"/>
            <a:extLst>
              <a:ext uri="{FF2B5EF4-FFF2-40B4-BE49-F238E27FC236}">
                <a16:creationId xmlns:a16="http://schemas.microsoft.com/office/drawing/2014/main" id="{93CB3BDC-8D63-BA61-9526-82A6DDEDDE80}"/>
              </a:ext>
            </a:extLst>
          </p:cNvPr>
          <p:cNvSpPr/>
          <p:nvPr/>
        </p:nvSpPr>
        <p:spPr>
          <a:xfrm>
            <a:off x="8255000" y="4572000"/>
            <a:ext cx="508000" cy="508000"/>
          </a:xfrm>
          <a:prstGeom prst="rect">
            <a:avLst/>
          </a:prstGeom>
          <a:solidFill>
            <a:srgbClr val="228B2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H</a:t>
            </a:r>
          </a:p>
        </p:txBody>
      </p:sp>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pic>
        <p:nvPicPr>
          <p:cNvPr id="754" name="Google Shape;754;p53"/>
          <p:cNvPicPr preferRelativeResize="0"/>
          <p:nvPr/>
        </p:nvPicPr>
        <p:blipFill rotWithShape="1">
          <a:blip r:embed="rId3">
            <a:alphaModFix/>
          </a:blip>
          <a:srcRect/>
          <a:stretch/>
        </p:blipFill>
        <p:spPr>
          <a:xfrm>
            <a:off x="-304800" y="-12519"/>
            <a:ext cx="12358997" cy="5156019"/>
          </a:xfrm>
          <a:prstGeom prst="rect">
            <a:avLst/>
          </a:prstGeom>
          <a:noFill/>
          <a:ln>
            <a:noFill/>
          </a:ln>
        </p:spPr>
      </p:pic>
      <p:sp>
        <p:nvSpPr>
          <p:cNvPr id="755" name="Google Shape;755;p53"/>
          <p:cNvSpPr txBox="1"/>
          <p:nvPr/>
        </p:nvSpPr>
        <p:spPr>
          <a:xfrm>
            <a:off x="228600" y="2555300"/>
            <a:ext cx="309574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It sees you </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as a friend!</a:t>
            </a:r>
            <a:endParaRPr sz="1400" b="0" i="0" u="none" strike="noStrike" cap="none">
              <a:solidFill>
                <a:srgbClr val="000000"/>
              </a:solidFill>
              <a:latin typeface="Arial"/>
              <a:ea typeface="Arial"/>
              <a:cs typeface="Arial"/>
              <a:sym typeface="Arial"/>
            </a:endParaRPr>
          </a:p>
        </p:txBody>
      </p:sp>
      <p:pic>
        <p:nvPicPr>
          <p:cNvPr id="756" name="Google Shape;756;p53"/>
          <p:cNvPicPr preferRelativeResize="0"/>
          <p:nvPr/>
        </p:nvPicPr>
        <p:blipFill rotWithShape="1">
          <a:blip r:embed="rId4">
            <a:alphaModFix/>
          </a:blip>
          <a:srcRect l="19247" t="24739" r="29600" b="36554"/>
          <a:stretch/>
        </p:blipFill>
        <p:spPr>
          <a:xfrm>
            <a:off x="892876" y="3638550"/>
            <a:ext cx="1343892" cy="1191491"/>
          </a:xfrm>
          <a:prstGeom prst="rect">
            <a:avLst/>
          </a:prstGeom>
          <a:noFill/>
          <a:ln>
            <a:noFill/>
          </a:ln>
        </p:spPr>
      </p:pic>
      <p:sp>
        <p:nvSpPr>
          <p:cNvPr id="757" name="Google Shape;757;p53"/>
          <p:cNvSpPr txBox="1">
            <a:spLocks noGrp="1"/>
          </p:cNvSpPr>
          <p:nvPr>
            <p:ph type="title" idx="4294967295"/>
          </p:nvPr>
        </p:nvSpPr>
        <p:spPr>
          <a:xfrm>
            <a:off x="457200" y="-10858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W - A</a:t>
            </a:r>
            <a:endParaRPr/>
          </a:p>
        </p:txBody>
      </p:sp>
      <p:pic>
        <p:nvPicPr>
          <p:cNvPr id="758" name="Google Shape;758;p53"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pic>
        <p:nvPicPr>
          <p:cNvPr id="764" name="Google Shape;764;p54"/>
          <p:cNvPicPr preferRelativeResize="0"/>
          <p:nvPr/>
        </p:nvPicPr>
        <p:blipFill rotWithShape="1">
          <a:blip r:embed="rId3">
            <a:alphaModFix/>
          </a:blip>
          <a:srcRect/>
          <a:stretch/>
        </p:blipFill>
        <p:spPr>
          <a:xfrm>
            <a:off x="-2146866" y="0"/>
            <a:ext cx="13437732" cy="5143500"/>
          </a:xfrm>
          <a:prstGeom prst="rect">
            <a:avLst/>
          </a:prstGeom>
          <a:noFill/>
          <a:ln>
            <a:noFill/>
          </a:ln>
        </p:spPr>
      </p:pic>
      <p:sp>
        <p:nvSpPr>
          <p:cNvPr id="765" name="Google Shape;765;p54"/>
          <p:cNvSpPr txBox="1"/>
          <p:nvPr/>
        </p:nvSpPr>
        <p:spPr>
          <a:xfrm>
            <a:off x="1905000" y="3790950"/>
            <a:ext cx="3484420"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DDD9C3"/>
                </a:solidFill>
                <a:latin typeface="Arial"/>
                <a:ea typeface="Arial"/>
                <a:cs typeface="Arial"/>
                <a:sym typeface="Arial"/>
              </a:rPr>
              <a:t>It sees you </a:t>
            </a:r>
            <a:br>
              <a:rPr lang="en-US" sz="3600" b="0" i="0" u="none" strike="noStrike" cap="none">
                <a:solidFill>
                  <a:srgbClr val="DDD9C3"/>
                </a:solidFill>
                <a:latin typeface="Arial"/>
                <a:ea typeface="Arial"/>
                <a:cs typeface="Arial"/>
                <a:sym typeface="Arial"/>
              </a:rPr>
            </a:br>
            <a:r>
              <a:rPr lang="en-US" sz="3600" b="0" i="0" u="none" strike="noStrike" cap="none">
                <a:solidFill>
                  <a:srgbClr val="DDD9C3"/>
                </a:solidFill>
                <a:latin typeface="Arial"/>
                <a:ea typeface="Arial"/>
                <a:cs typeface="Arial"/>
                <a:sym typeface="Arial"/>
              </a:rPr>
              <a:t>as an enemy!</a:t>
            </a:r>
            <a:endParaRPr sz="1400" b="0" i="0" u="none" strike="noStrike" cap="none">
              <a:solidFill>
                <a:srgbClr val="000000"/>
              </a:solidFill>
              <a:latin typeface="Arial"/>
              <a:ea typeface="Arial"/>
              <a:cs typeface="Arial"/>
              <a:sym typeface="Arial"/>
            </a:endParaRPr>
          </a:p>
        </p:txBody>
      </p:sp>
      <p:pic>
        <p:nvPicPr>
          <p:cNvPr id="766" name="Google Shape;766;p54"/>
          <p:cNvPicPr preferRelativeResize="0"/>
          <p:nvPr/>
        </p:nvPicPr>
        <p:blipFill rotWithShape="1">
          <a:blip r:embed="rId4">
            <a:alphaModFix/>
          </a:blip>
          <a:srcRect l="21864" t="21863" r="28533" b="35070"/>
          <a:stretch/>
        </p:blipFill>
        <p:spPr>
          <a:xfrm>
            <a:off x="5029200" y="3665629"/>
            <a:ext cx="1339418" cy="1325649"/>
          </a:xfrm>
          <a:prstGeom prst="rect">
            <a:avLst/>
          </a:prstGeom>
          <a:noFill/>
          <a:ln>
            <a:noFill/>
          </a:ln>
        </p:spPr>
      </p:pic>
      <p:sp>
        <p:nvSpPr>
          <p:cNvPr id="767" name="Google Shape;767;p54"/>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W - B</a:t>
            </a:r>
            <a:endParaRPr/>
          </a:p>
        </p:txBody>
      </p:sp>
      <p:pic>
        <p:nvPicPr>
          <p:cNvPr id="768" name="Google Shape;768;p54" descr="Image result for hogwarts icon">
            <a:hlinkClick r:id="rId5" action="ppaction://hlinksldjump"/>
          </p:cNvPr>
          <p:cNvPicPr preferRelativeResize="0"/>
          <p:nvPr/>
        </p:nvPicPr>
        <p:blipFill rotWithShape="1">
          <a:blip r:embed="rId6">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3"/>
        <p:cNvGrpSpPr/>
        <p:nvPr/>
      </p:nvGrpSpPr>
      <p:grpSpPr>
        <a:xfrm>
          <a:off x="0" y="0"/>
          <a:ext cx="0" cy="0"/>
          <a:chOff x="0" y="0"/>
          <a:chExt cx="0" cy="0"/>
        </a:xfrm>
      </p:grpSpPr>
      <p:pic>
        <p:nvPicPr>
          <p:cNvPr id="774" name="Google Shape;774;p56"/>
          <p:cNvPicPr preferRelativeResize="0"/>
          <p:nvPr/>
        </p:nvPicPr>
        <p:blipFill rotWithShape="1">
          <a:blip r:embed="rId4">
            <a:alphaModFix/>
          </a:blip>
          <a:srcRect/>
          <a:stretch/>
        </p:blipFill>
        <p:spPr>
          <a:xfrm>
            <a:off x="-507744" y="-476250"/>
            <a:ext cx="5995728" cy="5951826"/>
          </a:xfrm>
          <a:prstGeom prst="rect">
            <a:avLst/>
          </a:prstGeom>
          <a:noFill/>
          <a:ln>
            <a:noFill/>
          </a:ln>
        </p:spPr>
      </p:pic>
      <p:pic>
        <p:nvPicPr>
          <p:cNvPr id="775" name="Google Shape;775;p56" descr="Image result for harry on broom"/>
          <p:cNvPicPr preferRelativeResize="0"/>
          <p:nvPr/>
        </p:nvPicPr>
        <p:blipFill rotWithShape="1">
          <a:blip r:embed="rId5">
            <a:alphaModFix/>
          </a:blip>
          <a:srcRect/>
          <a:stretch/>
        </p:blipFill>
        <p:spPr>
          <a:xfrm rot="565057">
            <a:off x="4336471" y="1129048"/>
            <a:ext cx="6202456" cy="4114800"/>
          </a:xfrm>
          <a:prstGeom prst="rect">
            <a:avLst/>
          </a:prstGeom>
          <a:noFill/>
          <a:ln>
            <a:noFill/>
          </a:ln>
        </p:spPr>
      </p:pic>
      <p:sp>
        <p:nvSpPr>
          <p:cNvPr id="776" name="Google Shape;776;p56"/>
          <p:cNvSpPr txBox="1"/>
          <p:nvPr/>
        </p:nvSpPr>
        <p:spPr>
          <a:xfrm>
            <a:off x="4038600" y="388263"/>
            <a:ext cx="4876800" cy="430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200"/>
              <a:buFont typeface="Arial"/>
              <a:buNone/>
            </a:pPr>
            <a:r>
              <a:rPr lang="en-US" sz="2200" b="1" i="0" u="none" strike="noStrike" cap="none">
                <a:solidFill>
                  <a:srgbClr val="DDD9C3"/>
                </a:solidFill>
                <a:latin typeface="Arial"/>
                <a:ea typeface="Arial"/>
                <a:cs typeface="Arial"/>
                <a:sym typeface="Arial"/>
              </a:rPr>
              <a:t>Catch the golden snitch for 10pts!</a:t>
            </a:r>
            <a:endParaRPr sz="1400" b="0" i="0" u="none" strike="noStrike" cap="none">
              <a:solidFill>
                <a:srgbClr val="000000"/>
              </a:solidFill>
              <a:latin typeface="Arial"/>
              <a:ea typeface="Arial"/>
              <a:cs typeface="Arial"/>
              <a:sym typeface="Arial"/>
            </a:endParaRPr>
          </a:p>
        </p:txBody>
      </p:sp>
      <p:sp>
        <p:nvSpPr>
          <p:cNvPr id="777" name="Google Shape;777;p56"/>
          <p:cNvSpPr txBox="1">
            <a:spLocks noGrp="1"/>
          </p:cNvSpPr>
          <p:nvPr>
            <p:ph type="title" idx="4294967295"/>
          </p:nvPr>
        </p:nvSpPr>
        <p:spPr>
          <a:xfrm>
            <a:off x="457200" y="-10096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B, K, Q, V</a:t>
            </a:r>
            <a:endParaRPr/>
          </a:p>
        </p:txBody>
      </p:sp>
      <p:pic>
        <p:nvPicPr>
          <p:cNvPr id="778" name="Google Shape;778;p56" descr="Image result for hogwarts icon">
            <a:hlinkClick r:id="rId6" action="ppaction://hlinksldjump"/>
          </p:cNvPr>
          <p:cNvPicPr preferRelativeResize="0"/>
          <p:nvPr/>
        </p:nvPicPr>
        <p:blipFill rotWithShape="1">
          <a:blip r:embed="rId7">
            <a:alphaModFix/>
          </a:blip>
          <a:srcRect/>
          <a:stretch/>
        </p:blipFill>
        <p:spPr>
          <a:xfrm>
            <a:off x="8665090" y="4698868"/>
            <a:ext cx="311282" cy="311282"/>
          </a:xfrm>
          <a:prstGeom prst="rect">
            <a:avLst/>
          </a:prstGeom>
          <a:noFill/>
          <a:ln>
            <a:noFill/>
          </a:ln>
        </p:spPr>
      </p:pic>
      <p:sp>
        <p:nvSpPr>
          <p:cNvPr id="779" name="Google Shape;779;p56"/>
          <p:cNvSpPr/>
          <p:nvPr/>
        </p:nvSpPr>
        <p:spPr>
          <a:xfrm>
            <a:off x="-61946" y="71404"/>
            <a:ext cx="4993680" cy="4993680"/>
          </a:xfrm>
          <a:prstGeom prst="pie">
            <a:avLst>
              <a:gd name="adj1" fmla="val 14731141"/>
              <a:gd name="adj2" fmla="val 16200000"/>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0" name="Google Shape;780;p56"/>
          <p:cNvSpPr/>
          <p:nvPr/>
        </p:nvSpPr>
        <p:spPr>
          <a:xfrm>
            <a:off x="-40680" y="92670"/>
            <a:ext cx="4993680" cy="4993680"/>
          </a:xfrm>
          <a:prstGeom prst="pie">
            <a:avLst>
              <a:gd name="adj1" fmla="val 13016881"/>
              <a:gd name="adj2" fmla="val 14729193"/>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1" name="Google Shape;781;p56"/>
          <p:cNvSpPr/>
          <p:nvPr/>
        </p:nvSpPr>
        <p:spPr>
          <a:xfrm>
            <a:off x="-51313" y="71404"/>
            <a:ext cx="4993680" cy="4993680"/>
          </a:xfrm>
          <a:prstGeom prst="pie">
            <a:avLst>
              <a:gd name="adj1" fmla="val 11207155"/>
              <a:gd name="adj2" fmla="val 13057019"/>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2" name="Google Shape;782;p56"/>
          <p:cNvSpPr/>
          <p:nvPr/>
        </p:nvSpPr>
        <p:spPr>
          <a:xfrm>
            <a:off x="-51313" y="60771"/>
            <a:ext cx="4993680" cy="4993680"/>
          </a:xfrm>
          <a:prstGeom prst="pie">
            <a:avLst>
              <a:gd name="adj1" fmla="val 9633659"/>
              <a:gd name="adj2" fmla="val 11219078"/>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3" name="Google Shape;783;p56"/>
          <p:cNvSpPr/>
          <p:nvPr/>
        </p:nvSpPr>
        <p:spPr>
          <a:xfrm>
            <a:off x="-61946" y="50138"/>
            <a:ext cx="4993680" cy="4993680"/>
          </a:xfrm>
          <a:prstGeom prst="pie">
            <a:avLst>
              <a:gd name="adj1" fmla="val 7802604"/>
              <a:gd name="adj2" fmla="val 9692033"/>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4" name="Google Shape;784;p56"/>
          <p:cNvSpPr/>
          <p:nvPr/>
        </p:nvSpPr>
        <p:spPr>
          <a:xfrm>
            <a:off x="-72579" y="39505"/>
            <a:ext cx="4993680" cy="4993680"/>
          </a:xfrm>
          <a:prstGeom prst="pie">
            <a:avLst>
              <a:gd name="adj1" fmla="val 6211351"/>
              <a:gd name="adj2" fmla="val 7825586"/>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5" name="Google Shape;785;p56"/>
          <p:cNvSpPr/>
          <p:nvPr/>
        </p:nvSpPr>
        <p:spPr>
          <a:xfrm>
            <a:off x="-72579" y="7606"/>
            <a:ext cx="4993680" cy="4993680"/>
          </a:xfrm>
          <a:prstGeom prst="pie">
            <a:avLst>
              <a:gd name="adj1" fmla="val 4193332"/>
              <a:gd name="adj2" fmla="val 6276380"/>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6" name="Google Shape;786;p56"/>
          <p:cNvSpPr/>
          <p:nvPr/>
        </p:nvSpPr>
        <p:spPr>
          <a:xfrm>
            <a:off x="-61946" y="50138"/>
            <a:ext cx="4993680" cy="4993680"/>
          </a:xfrm>
          <a:prstGeom prst="pie">
            <a:avLst>
              <a:gd name="adj1" fmla="val 2473775"/>
              <a:gd name="adj2" fmla="val 4244731"/>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7" name="Google Shape;787;p56"/>
          <p:cNvSpPr/>
          <p:nvPr/>
        </p:nvSpPr>
        <p:spPr>
          <a:xfrm>
            <a:off x="-61946" y="50138"/>
            <a:ext cx="4993680" cy="4993680"/>
          </a:xfrm>
          <a:prstGeom prst="pie">
            <a:avLst>
              <a:gd name="adj1" fmla="val 812988"/>
              <a:gd name="adj2" fmla="val 2525879"/>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8" name="Google Shape;788;p56"/>
          <p:cNvSpPr/>
          <p:nvPr/>
        </p:nvSpPr>
        <p:spPr>
          <a:xfrm>
            <a:off x="-93845" y="50138"/>
            <a:ext cx="4993680" cy="4993680"/>
          </a:xfrm>
          <a:prstGeom prst="pie">
            <a:avLst>
              <a:gd name="adj1" fmla="val 20854368"/>
              <a:gd name="adj2" fmla="val 878621"/>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9" name="Google Shape;789;p56"/>
          <p:cNvSpPr/>
          <p:nvPr/>
        </p:nvSpPr>
        <p:spPr>
          <a:xfrm>
            <a:off x="-61946" y="50138"/>
            <a:ext cx="4993680" cy="4993680"/>
          </a:xfrm>
          <a:prstGeom prst="pie">
            <a:avLst>
              <a:gd name="adj1" fmla="val 19127233"/>
              <a:gd name="adj2" fmla="val 20892450"/>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0" name="Google Shape;790;p56"/>
          <p:cNvSpPr/>
          <p:nvPr/>
        </p:nvSpPr>
        <p:spPr>
          <a:xfrm>
            <a:off x="-72579" y="71404"/>
            <a:ext cx="4993680" cy="4993680"/>
          </a:xfrm>
          <a:prstGeom prst="pie">
            <a:avLst>
              <a:gd name="adj1" fmla="val 17661212"/>
              <a:gd name="adj2" fmla="val 19151085"/>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1" name="Google Shape;791;p56"/>
          <p:cNvSpPr/>
          <p:nvPr/>
        </p:nvSpPr>
        <p:spPr>
          <a:xfrm>
            <a:off x="-72579" y="82037"/>
            <a:ext cx="4993680" cy="4993680"/>
          </a:xfrm>
          <a:prstGeom prst="pie">
            <a:avLst>
              <a:gd name="adj1" fmla="val 16155007"/>
              <a:gd name="adj2" fmla="val 17707494"/>
            </a:avLst>
          </a:prstGeom>
          <a:solidFill>
            <a:srgbClr val="FFFFFF">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3000" fill="hold"/>
                                        <p:tgtEl>
                                          <p:spTgt spid="77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nodeType="clickEffect">
                                  <p:stCondLst>
                                    <p:cond delay="0"/>
                                  </p:stCondLst>
                                  <p:childTnLst>
                                    <p:animRot by="-21600000">
                                      <p:cBhvr>
                                        <p:cTn id="10" dur="3000" fill="hold"/>
                                        <p:tgtEl>
                                          <p:spTgt spid="77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8" presetClass="emph" presetSubtype="0" fill="hold" nodeType="clickEffect">
                                  <p:stCondLst>
                                    <p:cond delay="0"/>
                                  </p:stCondLst>
                                  <p:childTnLst>
                                    <p:animRot by="-21600000">
                                      <p:cBhvr>
                                        <p:cTn id="14" dur="3000" fill="hold"/>
                                        <p:tgtEl>
                                          <p:spTgt spid="774"/>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nodeType="clickEffect">
                                  <p:stCondLst>
                                    <p:cond delay="0"/>
                                  </p:stCondLst>
                                  <p:childTnLst>
                                    <p:animRot by="-21600000">
                                      <p:cBhvr>
                                        <p:cTn id="18" dur="3000" fill="hold"/>
                                        <p:tgtEl>
                                          <p:spTgt spid="774"/>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8" presetClass="emph" presetSubtype="0" fill="hold" nodeType="clickEffect">
                                  <p:stCondLst>
                                    <p:cond delay="0"/>
                                  </p:stCondLst>
                                  <p:childTnLst>
                                    <p:animRot by="-21600000">
                                      <p:cBhvr>
                                        <p:cTn id="22" dur="3000" fill="hold"/>
                                        <p:tgtEl>
                                          <p:spTgt spid="774"/>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8" presetClass="emph" presetSubtype="0" fill="hold" nodeType="clickEffect">
                                  <p:stCondLst>
                                    <p:cond delay="0"/>
                                  </p:stCondLst>
                                  <p:childTnLst>
                                    <p:animRot by="-21600000">
                                      <p:cBhvr>
                                        <p:cTn id="26" dur="3000" fill="hold"/>
                                        <p:tgtEl>
                                          <p:spTgt spid="774"/>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8" presetClass="emph" presetSubtype="0" fill="hold" nodeType="clickEffect">
                                  <p:stCondLst>
                                    <p:cond delay="0"/>
                                  </p:stCondLst>
                                  <p:childTnLst>
                                    <p:animRot by="-21600000">
                                      <p:cBhvr>
                                        <p:cTn id="30" dur="3000" fill="hold"/>
                                        <p:tgtEl>
                                          <p:spTgt spid="774"/>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8" presetClass="emph" presetSubtype="0" fill="hold" nodeType="clickEffect">
                                  <p:stCondLst>
                                    <p:cond delay="0"/>
                                  </p:stCondLst>
                                  <p:childTnLst>
                                    <p:animRot by="-21600000">
                                      <p:cBhvr>
                                        <p:cTn id="34" dur="3000" fill="hold"/>
                                        <p:tgtEl>
                                          <p:spTgt spid="774"/>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8" presetClass="emph" presetSubtype="0" fill="hold" nodeType="clickEffect">
                                  <p:stCondLst>
                                    <p:cond delay="0"/>
                                  </p:stCondLst>
                                  <p:childTnLst>
                                    <p:animRot by="-21600000">
                                      <p:cBhvr>
                                        <p:cTn id="38" dur="3000" fill="hold"/>
                                        <p:tgtEl>
                                          <p:spTgt spid="774"/>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8" presetClass="emph" presetSubtype="0" fill="hold" nodeType="clickEffect">
                                  <p:stCondLst>
                                    <p:cond delay="0"/>
                                  </p:stCondLst>
                                  <p:childTnLst>
                                    <p:animRot by="-21600000">
                                      <p:cBhvr>
                                        <p:cTn id="42" dur="3000" fill="hold"/>
                                        <p:tgtEl>
                                          <p:spTgt spid="774"/>
                                        </p:tgtEl>
                                        <p:attrNameLst>
                                          <p:attrName>r</p:attrName>
                                        </p:attrNameLst>
                                      </p:cBhvr>
                                    </p:animRot>
                                  </p:childTnLst>
                                </p:cTn>
                              </p:par>
                            </p:childTnLst>
                          </p:cTn>
                        </p:par>
                      </p:childTnLst>
                    </p:cTn>
                  </p:par>
                  <p:par>
                    <p:cTn id="43" fill="hold">
                      <p:stCondLst>
                        <p:cond delay="indefinite"/>
                      </p:stCondLst>
                      <p:childTnLst>
                        <p:par>
                          <p:cTn id="44" fill="hold">
                            <p:stCondLst>
                              <p:cond delay="0"/>
                            </p:stCondLst>
                            <p:childTnLst>
                              <p:par>
                                <p:cTn id="45" presetID="8" presetClass="emph" presetSubtype="0" fill="hold" nodeType="clickEffect">
                                  <p:stCondLst>
                                    <p:cond delay="0"/>
                                  </p:stCondLst>
                                  <p:childTnLst>
                                    <p:animRot by="-21600000">
                                      <p:cBhvr>
                                        <p:cTn id="46" dur="3000" fill="hold"/>
                                        <p:tgtEl>
                                          <p:spTgt spid="774"/>
                                        </p:tgtEl>
                                        <p:attrNameLst>
                                          <p:attrName>r</p:attrName>
                                        </p:attrNameLst>
                                      </p:cBhvr>
                                    </p:animRot>
                                  </p:childTnLst>
                                </p:cTn>
                              </p:par>
                            </p:childTnLst>
                          </p:cTn>
                        </p:par>
                      </p:childTnLst>
                    </p:cTn>
                  </p:par>
                  <p:par>
                    <p:cTn id="47" fill="hold">
                      <p:stCondLst>
                        <p:cond delay="indefinite"/>
                      </p:stCondLst>
                      <p:childTnLst>
                        <p:par>
                          <p:cTn id="48" fill="hold">
                            <p:stCondLst>
                              <p:cond delay="0"/>
                            </p:stCondLst>
                            <p:childTnLst>
                              <p:par>
                                <p:cTn id="49" presetID="8" presetClass="emph" presetSubtype="0" fill="hold" nodeType="clickEffect">
                                  <p:stCondLst>
                                    <p:cond delay="0"/>
                                  </p:stCondLst>
                                  <p:childTnLst>
                                    <p:animRot by="-21600000">
                                      <p:cBhvr>
                                        <p:cTn id="50" dur="3000" fill="hold"/>
                                        <p:tgtEl>
                                          <p:spTgt spid="774"/>
                                        </p:tgtEl>
                                        <p:attrNameLst>
                                          <p:attrName>r</p:attrName>
                                        </p:attrNameLst>
                                      </p:cBhvr>
                                    </p:animRot>
                                  </p:childTnLst>
                                </p:cTn>
                              </p:par>
                            </p:childTnLst>
                          </p:cTn>
                        </p:par>
                      </p:childTnLst>
                    </p:cTn>
                  </p:par>
                  <p:par>
                    <p:cTn id="51" fill="hold">
                      <p:stCondLst>
                        <p:cond delay="indefinite"/>
                      </p:stCondLst>
                      <p:childTnLst>
                        <p:par>
                          <p:cTn id="52" fill="hold">
                            <p:stCondLst>
                              <p:cond delay="0"/>
                            </p:stCondLst>
                            <p:childTnLst>
                              <p:par>
                                <p:cTn id="53" presetID="8" presetClass="emph" presetSubtype="0" fill="hold" nodeType="clickEffect">
                                  <p:stCondLst>
                                    <p:cond delay="0"/>
                                  </p:stCondLst>
                                  <p:childTnLst>
                                    <p:animRot by="-21600000">
                                      <p:cBhvr>
                                        <p:cTn id="54" dur="3000" fill="hold"/>
                                        <p:tgtEl>
                                          <p:spTgt spid="774"/>
                                        </p:tgtEl>
                                        <p:attrNameLst>
                                          <p:attrName>r</p:attrName>
                                        </p:attrNameLst>
                                      </p:cBhvr>
                                    </p:animRot>
                                  </p:childTnLst>
                                </p:cTn>
                              </p:par>
                            </p:childTnLst>
                          </p:cTn>
                        </p:par>
                      </p:childTnLst>
                    </p:cTn>
                  </p:par>
                  <p:par>
                    <p:cTn id="55" fill="hold">
                      <p:stCondLst>
                        <p:cond delay="indefinite"/>
                      </p:stCondLst>
                      <p:childTnLst>
                        <p:par>
                          <p:cTn id="56" fill="hold">
                            <p:stCondLst>
                              <p:cond delay="0"/>
                            </p:stCondLst>
                            <p:childTnLst>
                              <p:par>
                                <p:cTn id="57" presetID="8" presetClass="emph" presetSubtype="0" fill="hold" nodeType="clickEffect">
                                  <p:stCondLst>
                                    <p:cond delay="0"/>
                                  </p:stCondLst>
                                  <p:childTnLst>
                                    <p:animRot by="-21600000">
                                      <p:cBhvr>
                                        <p:cTn id="58" dur="3000" fill="hold"/>
                                        <p:tgtEl>
                                          <p:spTgt spid="774"/>
                                        </p:tgtEl>
                                        <p:attrNameLst>
                                          <p:attrName>r</p:attrName>
                                        </p:attrNameLst>
                                      </p:cBhvr>
                                    </p:animRot>
                                  </p:childTnLst>
                                </p:cTn>
                              </p:par>
                            </p:childTnLst>
                          </p:cTn>
                        </p:par>
                      </p:childTnLst>
                    </p:cTn>
                  </p:par>
                  <p:par>
                    <p:cTn id="59" fill="hold">
                      <p:stCondLst>
                        <p:cond delay="indefinite"/>
                      </p:stCondLst>
                      <p:childTnLst>
                        <p:par>
                          <p:cTn id="60" fill="hold">
                            <p:stCondLst>
                              <p:cond delay="0"/>
                            </p:stCondLst>
                            <p:childTnLst>
                              <p:par>
                                <p:cTn id="61" presetID="8" presetClass="emph" presetSubtype="0" fill="hold" nodeType="clickEffect">
                                  <p:stCondLst>
                                    <p:cond delay="0"/>
                                  </p:stCondLst>
                                  <p:childTnLst>
                                    <p:animRot by="-21600000">
                                      <p:cBhvr>
                                        <p:cTn id="62" dur="3000" fill="hold"/>
                                        <p:tgtEl>
                                          <p:spTgt spid="774"/>
                                        </p:tgtEl>
                                        <p:attrNameLst>
                                          <p:attrName>r</p:attrName>
                                        </p:attrNameLst>
                                      </p:cBhvr>
                                    </p:animRot>
                                  </p:childTnLst>
                                </p:cTn>
                              </p:par>
                            </p:childTnLst>
                          </p:cTn>
                        </p:par>
                      </p:childTnLst>
                    </p:cTn>
                  </p:par>
                  <p:par>
                    <p:cTn id="63" fill="hold">
                      <p:stCondLst>
                        <p:cond delay="indefinite"/>
                      </p:stCondLst>
                      <p:childTnLst>
                        <p:par>
                          <p:cTn id="64" fill="hold">
                            <p:stCondLst>
                              <p:cond delay="0"/>
                            </p:stCondLst>
                            <p:childTnLst>
                              <p:par>
                                <p:cTn id="65" presetID="8" presetClass="emph" presetSubtype="0" fill="hold" nodeType="clickEffect">
                                  <p:stCondLst>
                                    <p:cond delay="0"/>
                                  </p:stCondLst>
                                  <p:childTnLst>
                                    <p:animRot by="-21600000">
                                      <p:cBhvr>
                                        <p:cTn id="66" dur="3000" fill="hold"/>
                                        <p:tgtEl>
                                          <p:spTgt spid="774"/>
                                        </p:tgtEl>
                                        <p:attrNameLst>
                                          <p:attrName>r</p:attrName>
                                        </p:attrNameLst>
                                      </p:cBhvr>
                                    </p:animRot>
                                  </p:childTnLst>
                                </p:cTn>
                              </p:par>
                            </p:childTnLst>
                          </p:cTn>
                        </p:par>
                      </p:childTnLst>
                    </p:cTn>
                  </p:par>
                  <p:par>
                    <p:cTn id="67" fill="hold">
                      <p:stCondLst>
                        <p:cond delay="indefinite"/>
                      </p:stCondLst>
                      <p:childTnLst>
                        <p:par>
                          <p:cTn id="68" fill="hold">
                            <p:stCondLst>
                              <p:cond delay="0"/>
                            </p:stCondLst>
                            <p:childTnLst>
                              <p:par>
                                <p:cTn id="69" presetID="8" presetClass="emph" presetSubtype="0" fill="hold" nodeType="clickEffect">
                                  <p:stCondLst>
                                    <p:cond delay="0"/>
                                  </p:stCondLst>
                                  <p:childTnLst>
                                    <p:animRot by="-21600000">
                                      <p:cBhvr>
                                        <p:cTn id="70" dur="3000" fill="hold"/>
                                        <p:tgtEl>
                                          <p:spTgt spid="774"/>
                                        </p:tgtEl>
                                        <p:attrNameLst>
                                          <p:attrName>r</p:attrName>
                                        </p:attrNameLst>
                                      </p:cBhvr>
                                    </p:animRot>
                                  </p:childTnLst>
                                </p:cTn>
                              </p:par>
                            </p:childTnLst>
                          </p:cTn>
                        </p:par>
                      </p:childTnLst>
                    </p:cTn>
                  </p:par>
                  <p:par>
                    <p:cTn id="71" fill="hold">
                      <p:stCondLst>
                        <p:cond delay="indefinite"/>
                      </p:stCondLst>
                      <p:childTnLst>
                        <p:par>
                          <p:cTn id="72" fill="hold">
                            <p:stCondLst>
                              <p:cond delay="0"/>
                            </p:stCondLst>
                            <p:childTnLst>
                              <p:par>
                                <p:cTn id="73" presetID="8" presetClass="emph" presetSubtype="0" fill="hold" nodeType="clickEffect">
                                  <p:stCondLst>
                                    <p:cond delay="0"/>
                                  </p:stCondLst>
                                  <p:childTnLst>
                                    <p:animRot by="-21600000">
                                      <p:cBhvr>
                                        <p:cTn id="74" dur="3000" fill="hold"/>
                                        <p:tgtEl>
                                          <p:spTgt spid="774"/>
                                        </p:tgtEl>
                                        <p:attrNameLst>
                                          <p:attrName>r</p:attrName>
                                        </p:attrNameLst>
                                      </p:cBhvr>
                                    </p:animRot>
                                  </p:childTnLst>
                                </p:cTn>
                              </p:par>
                            </p:childTnLst>
                          </p:cTn>
                        </p:par>
                      </p:childTnLst>
                    </p:cTn>
                  </p:par>
                  <p:par>
                    <p:cTn id="75" fill="hold">
                      <p:stCondLst>
                        <p:cond delay="indefinite"/>
                      </p:stCondLst>
                      <p:childTnLst>
                        <p:par>
                          <p:cTn id="76" fill="hold">
                            <p:stCondLst>
                              <p:cond delay="0"/>
                            </p:stCondLst>
                            <p:childTnLst>
                              <p:par>
                                <p:cTn id="77" presetID="8" presetClass="emph" presetSubtype="0" fill="hold" nodeType="clickEffect">
                                  <p:stCondLst>
                                    <p:cond delay="0"/>
                                  </p:stCondLst>
                                  <p:childTnLst>
                                    <p:animRot by="-21600000">
                                      <p:cBhvr>
                                        <p:cTn id="78" dur="3000" fill="hold"/>
                                        <p:tgtEl>
                                          <p:spTgt spid="774"/>
                                        </p:tgtEl>
                                        <p:attrNameLst>
                                          <p:attrName>r</p:attrName>
                                        </p:attrNameLst>
                                      </p:cBhvr>
                                    </p:animRot>
                                  </p:childTnLst>
                                </p:cTn>
                              </p:par>
                            </p:childTnLst>
                          </p:cTn>
                        </p:par>
                      </p:childTnLst>
                    </p:cTn>
                  </p:par>
                  <p:par>
                    <p:cTn id="79" fill="hold">
                      <p:stCondLst>
                        <p:cond delay="indefinite"/>
                      </p:stCondLst>
                      <p:childTnLst>
                        <p:par>
                          <p:cTn id="80" fill="hold">
                            <p:stCondLst>
                              <p:cond delay="0"/>
                            </p:stCondLst>
                            <p:childTnLst>
                              <p:par>
                                <p:cTn id="81" presetID="8" presetClass="emph" presetSubtype="0" fill="hold" nodeType="clickEffect">
                                  <p:stCondLst>
                                    <p:cond delay="0"/>
                                  </p:stCondLst>
                                  <p:childTnLst>
                                    <p:animRot by="-21600000">
                                      <p:cBhvr>
                                        <p:cTn id="82" dur="3000" fill="hold"/>
                                        <p:tgtEl>
                                          <p:spTgt spid="774"/>
                                        </p:tgtEl>
                                        <p:attrNameLst>
                                          <p:attrName>r</p:attrName>
                                        </p:attrNameLst>
                                      </p:cBhvr>
                                    </p:animRot>
                                  </p:childTnLst>
                                </p:cTn>
                              </p:par>
                            </p:childTnLst>
                          </p:cTn>
                        </p:par>
                      </p:childTnLst>
                    </p:cTn>
                  </p:par>
                  <p:par>
                    <p:cTn id="83" fill="hold">
                      <p:stCondLst>
                        <p:cond delay="indefinite"/>
                      </p:stCondLst>
                      <p:childTnLst>
                        <p:par>
                          <p:cTn id="84" fill="hold">
                            <p:stCondLst>
                              <p:cond delay="0"/>
                            </p:stCondLst>
                            <p:childTnLst>
                              <p:par>
                                <p:cTn id="85" presetID="8" presetClass="emph" presetSubtype="0" fill="hold" nodeType="clickEffect">
                                  <p:stCondLst>
                                    <p:cond delay="0"/>
                                  </p:stCondLst>
                                  <p:childTnLst>
                                    <p:animRot by="-21600000">
                                      <p:cBhvr>
                                        <p:cTn id="86" dur="3000" fill="hold"/>
                                        <p:tgtEl>
                                          <p:spTgt spid="774"/>
                                        </p:tgtEl>
                                        <p:attrNameLst>
                                          <p:attrName>r</p:attrName>
                                        </p:attrNameLst>
                                      </p:cBhvr>
                                    </p:animRot>
                                  </p:childTnLst>
                                </p:cTn>
                              </p:par>
                            </p:childTnLst>
                          </p:cTn>
                        </p:par>
                      </p:childTnLst>
                    </p:cTn>
                  </p:par>
                  <p:par>
                    <p:cTn id="87" fill="hold">
                      <p:stCondLst>
                        <p:cond delay="indefinite"/>
                      </p:stCondLst>
                      <p:childTnLst>
                        <p:par>
                          <p:cTn id="88" fill="hold">
                            <p:stCondLst>
                              <p:cond delay="0"/>
                            </p:stCondLst>
                            <p:childTnLst>
                              <p:par>
                                <p:cTn id="89" presetID="8" presetClass="emph" presetSubtype="0" fill="hold" nodeType="clickEffect">
                                  <p:stCondLst>
                                    <p:cond delay="0"/>
                                  </p:stCondLst>
                                  <p:childTnLst>
                                    <p:animRot by="-21600000">
                                      <p:cBhvr>
                                        <p:cTn id="90" dur="3000" fill="hold"/>
                                        <p:tgtEl>
                                          <p:spTgt spid="774"/>
                                        </p:tgtEl>
                                        <p:attrNameLst>
                                          <p:attrName>r</p:attrName>
                                        </p:attrNameLst>
                                      </p:cBhvr>
                                    </p:animRot>
                                  </p:childTnLst>
                                </p:cTn>
                              </p:par>
                            </p:childTnLst>
                          </p:cTn>
                        </p:par>
                      </p:childTnLst>
                    </p:cTn>
                  </p:par>
                  <p:par>
                    <p:cTn id="91" fill="hold">
                      <p:stCondLst>
                        <p:cond delay="indefinite"/>
                      </p:stCondLst>
                      <p:childTnLst>
                        <p:par>
                          <p:cTn id="92" fill="hold">
                            <p:stCondLst>
                              <p:cond delay="0"/>
                            </p:stCondLst>
                            <p:childTnLst>
                              <p:par>
                                <p:cTn id="93" presetID="8" presetClass="emph" presetSubtype="0" fill="hold" nodeType="clickEffect">
                                  <p:stCondLst>
                                    <p:cond delay="0"/>
                                  </p:stCondLst>
                                  <p:childTnLst>
                                    <p:animRot by="-21600000">
                                      <p:cBhvr>
                                        <p:cTn id="94" dur="3000" fill="hold"/>
                                        <p:tgtEl>
                                          <p:spTgt spid="774"/>
                                        </p:tgtEl>
                                        <p:attrNameLst>
                                          <p:attrName>r</p:attrName>
                                        </p:attrNameLst>
                                      </p:cBhvr>
                                    </p:animRot>
                                  </p:childTnLst>
                                </p:cTn>
                              </p:par>
                            </p:childTnLst>
                          </p:cTn>
                        </p:par>
                      </p:childTnLst>
                    </p:cTn>
                  </p:par>
                  <p:par>
                    <p:cTn id="95" fill="hold">
                      <p:stCondLst>
                        <p:cond delay="indefinite"/>
                      </p:stCondLst>
                      <p:childTnLst>
                        <p:par>
                          <p:cTn id="96" fill="hold">
                            <p:stCondLst>
                              <p:cond delay="0"/>
                            </p:stCondLst>
                            <p:childTnLst>
                              <p:par>
                                <p:cTn id="97" presetID="8" presetClass="emph" presetSubtype="0" fill="hold" nodeType="clickEffect">
                                  <p:stCondLst>
                                    <p:cond delay="0"/>
                                  </p:stCondLst>
                                  <p:childTnLst>
                                    <p:animRot by="-21600000">
                                      <p:cBhvr>
                                        <p:cTn id="98" dur="3000" fill="hold"/>
                                        <p:tgtEl>
                                          <p:spTgt spid="774"/>
                                        </p:tgtEl>
                                        <p:attrNameLst>
                                          <p:attrName>r</p:attrName>
                                        </p:attrNameLst>
                                      </p:cBhvr>
                                    </p:animRot>
                                  </p:childTnLst>
                                </p:cTn>
                              </p:par>
                            </p:childTnLst>
                          </p:cTn>
                        </p:par>
                      </p:childTnLst>
                    </p:cTn>
                  </p:par>
                  <p:par>
                    <p:cTn id="99" fill="hold">
                      <p:stCondLst>
                        <p:cond delay="indefinite"/>
                      </p:stCondLst>
                      <p:childTnLst>
                        <p:par>
                          <p:cTn id="100" fill="hold">
                            <p:stCondLst>
                              <p:cond delay="0"/>
                            </p:stCondLst>
                            <p:childTnLst>
                              <p:par>
                                <p:cTn id="101" presetID="8" presetClass="emph" presetSubtype="0" fill="hold" nodeType="clickEffect">
                                  <p:stCondLst>
                                    <p:cond delay="0"/>
                                  </p:stCondLst>
                                  <p:childTnLst>
                                    <p:animRot by="-21600000">
                                      <p:cBhvr>
                                        <p:cTn id="102" dur="3000" fill="hold"/>
                                        <p:tgtEl>
                                          <p:spTgt spid="774"/>
                                        </p:tgtEl>
                                        <p:attrNameLst>
                                          <p:attrName>r</p:attrName>
                                        </p:attrNameLst>
                                      </p:cBhvr>
                                    </p:animRot>
                                  </p:childTnLst>
                                </p:cTn>
                              </p:par>
                            </p:childTnLst>
                          </p:cTn>
                        </p:par>
                      </p:childTnLst>
                    </p:cTn>
                  </p:par>
                  <p:par>
                    <p:cTn id="103" fill="hold">
                      <p:stCondLst>
                        <p:cond delay="indefinite"/>
                      </p:stCondLst>
                      <p:childTnLst>
                        <p:par>
                          <p:cTn id="104" fill="hold">
                            <p:stCondLst>
                              <p:cond delay="0"/>
                            </p:stCondLst>
                            <p:childTnLst>
                              <p:par>
                                <p:cTn id="105" presetID="8" presetClass="emph" presetSubtype="0" fill="hold" nodeType="clickEffect">
                                  <p:stCondLst>
                                    <p:cond delay="0"/>
                                  </p:stCondLst>
                                  <p:childTnLst>
                                    <p:animRot by="-21600000">
                                      <p:cBhvr>
                                        <p:cTn id="106" dur="3000" fill="hold"/>
                                        <p:tgtEl>
                                          <p:spTgt spid="774"/>
                                        </p:tgtEl>
                                        <p:attrNameLst>
                                          <p:attrName>r</p:attrName>
                                        </p:attrNameLst>
                                      </p:cBhvr>
                                    </p:animRot>
                                  </p:childTnLst>
                                </p:cTn>
                              </p:par>
                            </p:childTnLst>
                          </p:cTn>
                        </p:par>
                      </p:childTnLst>
                    </p:cTn>
                  </p:par>
                  <p:par>
                    <p:cTn id="107" fill="hold">
                      <p:stCondLst>
                        <p:cond delay="indefinite"/>
                      </p:stCondLst>
                      <p:childTnLst>
                        <p:par>
                          <p:cTn id="108" fill="hold">
                            <p:stCondLst>
                              <p:cond delay="0"/>
                            </p:stCondLst>
                            <p:childTnLst>
                              <p:par>
                                <p:cTn id="109" presetID="8" presetClass="emph" presetSubtype="0" fill="hold" nodeType="clickEffect">
                                  <p:stCondLst>
                                    <p:cond delay="0"/>
                                  </p:stCondLst>
                                  <p:childTnLst>
                                    <p:animRot by="-21600000">
                                      <p:cBhvr>
                                        <p:cTn id="110" dur="3000" fill="hold"/>
                                        <p:tgtEl>
                                          <p:spTgt spid="774"/>
                                        </p:tgtEl>
                                        <p:attrNameLst>
                                          <p:attrName>r</p:attrName>
                                        </p:attrNameLst>
                                      </p:cBhvr>
                                    </p:animRot>
                                  </p:childTnLst>
                                </p:cTn>
                              </p:par>
                            </p:childTnLst>
                          </p:cTn>
                        </p:par>
                      </p:childTnLst>
                    </p:cTn>
                  </p:par>
                  <p:par>
                    <p:cTn id="111" fill="hold">
                      <p:stCondLst>
                        <p:cond delay="indefinite"/>
                      </p:stCondLst>
                      <p:childTnLst>
                        <p:par>
                          <p:cTn id="112" fill="hold">
                            <p:stCondLst>
                              <p:cond delay="0"/>
                            </p:stCondLst>
                            <p:childTnLst>
                              <p:par>
                                <p:cTn id="113" presetID="8" presetClass="emph" presetSubtype="0" fill="hold" nodeType="clickEffect">
                                  <p:stCondLst>
                                    <p:cond delay="0"/>
                                  </p:stCondLst>
                                  <p:childTnLst>
                                    <p:animRot by="-21600000">
                                      <p:cBhvr>
                                        <p:cTn id="114" dur="3000" fill="hold"/>
                                        <p:tgtEl>
                                          <p:spTgt spid="774"/>
                                        </p:tgtEl>
                                        <p:attrNameLst>
                                          <p:attrName>r</p:attrName>
                                        </p:attrNameLst>
                                      </p:cBhvr>
                                    </p:animRot>
                                  </p:childTnLst>
                                </p:cTn>
                              </p:par>
                            </p:childTnLst>
                          </p:cTn>
                        </p:par>
                      </p:childTnLst>
                    </p:cTn>
                  </p:par>
                  <p:par>
                    <p:cTn id="115" fill="hold">
                      <p:stCondLst>
                        <p:cond delay="indefinite"/>
                      </p:stCondLst>
                      <p:childTnLst>
                        <p:par>
                          <p:cTn id="116" fill="hold">
                            <p:stCondLst>
                              <p:cond delay="0"/>
                            </p:stCondLst>
                            <p:childTnLst>
                              <p:par>
                                <p:cTn id="117" presetID="8" presetClass="emph" presetSubtype="0" fill="hold" nodeType="clickEffect">
                                  <p:stCondLst>
                                    <p:cond delay="0"/>
                                  </p:stCondLst>
                                  <p:childTnLst>
                                    <p:animRot by="-21600000">
                                      <p:cBhvr>
                                        <p:cTn id="118" dur="3000" fill="hold"/>
                                        <p:tgtEl>
                                          <p:spTgt spid="774"/>
                                        </p:tgtEl>
                                        <p:attrNameLst>
                                          <p:attrName>r</p:attrName>
                                        </p:attrNameLst>
                                      </p:cBhvr>
                                    </p:animRot>
                                  </p:childTnLst>
                                </p:cTn>
                              </p:par>
                            </p:childTnLst>
                          </p:cTn>
                        </p:par>
                      </p:childTnLst>
                    </p:cTn>
                  </p:par>
                  <p:par>
                    <p:cTn id="119" fill="hold">
                      <p:stCondLst>
                        <p:cond delay="indefinite"/>
                      </p:stCondLst>
                      <p:childTnLst>
                        <p:par>
                          <p:cTn id="120" fill="hold">
                            <p:stCondLst>
                              <p:cond delay="0"/>
                            </p:stCondLst>
                            <p:childTnLst>
                              <p:par>
                                <p:cTn id="121" presetID="8" presetClass="emph" presetSubtype="0" fill="hold" nodeType="clickEffect">
                                  <p:stCondLst>
                                    <p:cond delay="0"/>
                                  </p:stCondLst>
                                  <p:childTnLst>
                                    <p:animRot by="-21600000">
                                      <p:cBhvr>
                                        <p:cTn id="122" dur="3000" fill="hold"/>
                                        <p:tgtEl>
                                          <p:spTgt spid="774"/>
                                        </p:tgtEl>
                                        <p:attrNameLst>
                                          <p:attrName>r</p:attrName>
                                        </p:attrNameLst>
                                      </p:cBhvr>
                                    </p:animRot>
                                  </p:childTnLst>
                                </p:cTn>
                              </p:par>
                            </p:childTnLst>
                          </p:cTn>
                        </p:par>
                      </p:childTnLst>
                    </p:cTn>
                  </p:par>
                  <p:par>
                    <p:cTn id="123" fill="hold">
                      <p:stCondLst>
                        <p:cond delay="indefinite"/>
                      </p:stCondLst>
                      <p:childTnLst>
                        <p:par>
                          <p:cTn id="124" fill="hold">
                            <p:stCondLst>
                              <p:cond delay="0"/>
                            </p:stCondLst>
                            <p:childTnLst>
                              <p:par>
                                <p:cTn id="125" presetID="8" presetClass="emph" presetSubtype="0" fill="hold" nodeType="clickEffect">
                                  <p:stCondLst>
                                    <p:cond delay="0"/>
                                  </p:stCondLst>
                                  <p:childTnLst>
                                    <p:animRot by="-21600000">
                                      <p:cBhvr>
                                        <p:cTn id="126" dur="3000" fill="hold"/>
                                        <p:tgtEl>
                                          <p:spTgt spid="774"/>
                                        </p:tgtEl>
                                        <p:attrNameLst>
                                          <p:attrName>r</p:attrName>
                                        </p:attrNameLst>
                                      </p:cBhvr>
                                    </p:animRot>
                                  </p:childTnLst>
                                </p:cTn>
                              </p:par>
                            </p:childTnLst>
                          </p:cTn>
                        </p:par>
                      </p:childTnLst>
                    </p:cTn>
                  </p:par>
                  <p:par>
                    <p:cTn id="127" fill="hold">
                      <p:stCondLst>
                        <p:cond delay="indefinite"/>
                      </p:stCondLst>
                      <p:childTnLst>
                        <p:par>
                          <p:cTn id="128" fill="hold">
                            <p:stCondLst>
                              <p:cond delay="0"/>
                            </p:stCondLst>
                            <p:childTnLst>
                              <p:par>
                                <p:cTn id="129" presetID="8" presetClass="emph" presetSubtype="0" fill="hold" nodeType="clickEffect">
                                  <p:stCondLst>
                                    <p:cond delay="0"/>
                                  </p:stCondLst>
                                  <p:childTnLst>
                                    <p:animRot by="-21600000">
                                      <p:cBhvr>
                                        <p:cTn id="130" dur="3000" fill="hold"/>
                                        <p:tgtEl>
                                          <p:spTgt spid="774"/>
                                        </p:tgtEl>
                                        <p:attrNameLst>
                                          <p:attrName>r</p:attrName>
                                        </p:attrNameLst>
                                      </p:cBhvr>
                                    </p:animRot>
                                  </p:childTnLst>
                                </p:cTn>
                              </p:par>
                            </p:childTnLst>
                          </p:cTn>
                        </p:par>
                      </p:childTnLst>
                    </p:cTn>
                  </p:par>
                  <p:par>
                    <p:cTn id="131" fill="hold">
                      <p:stCondLst>
                        <p:cond delay="indefinite"/>
                      </p:stCondLst>
                      <p:childTnLst>
                        <p:par>
                          <p:cTn id="132" fill="hold">
                            <p:stCondLst>
                              <p:cond delay="0"/>
                            </p:stCondLst>
                            <p:childTnLst>
                              <p:par>
                                <p:cTn id="133" presetID="8" presetClass="emph" presetSubtype="0" fill="hold" nodeType="clickEffect">
                                  <p:stCondLst>
                                    <p:cond delay="0"/>
                                  </p:stCondLst>
                                  <p:childTnLst>
                                    <p:animRot by="-21600000">
                                      <p:cBhvr>
                                        <p:cTn id="134" dur="3000" fill="hold"/>
                                        <p:tgtEl>
                                          <p:spTgt spid="774"/>
                                        </p:tgtEl>
                                        <p:attrNameLst>
                                          <p:attrName>r</p:attrName>
                                        </p:attrNameLst>
                                      </p:cBhvr>
                                    </p:animRot>
                                  </p:childTnLst>
                                </p:cTn>
                              </p:par>
                            </p:childTnLst>
                          </p:cTn>
                        </p:par>
                      </p:childTnLst>
                    </p:cTn>
                  </p:par>
                  <p:par>
                    <p:cTn id="135" fill="hold">
                      <p:stCondLst>
                        <p:cond delay="indefinite"/>
                      </p:stCondLst>
                      <p:childTnLst>
                        <p:par>
                          <p:cTn id="136" fill="hold">
                            <p:stCondLst>
                              <p:cond delay="0"/>
                            </p:stCondLst>
                            <p:childTnLst>
                              <p:par>
                                <p:cTn id="137" presetID="8" presetClass="emph" presetSubtype="0" fill="hold" nodeType="clickEffect">
                                  <p:stCondLst>
                                    <p:cond delay="0"/>
                                  </p:stCondLst>
                                  <p:childTnLst>
                                    <p:animRot by="-21600000">
                                      <p:cBhvr>
                                        <p:cTn id="138" dur="3000" fill="hold"/>
                                        <p:tgtEl>
                                          <p:spTgt spid="774"/>
                                        </p:tgtEl>
                                        <p:attrNameLst>
                                          <p:attrName>r</p:attrName>
                                        </p:attrNameLst>
                                      </p:cBhvr>
                                    </p:animRot>
                                  </p:childTnLst>
                                </p:cTn>
                              </p:par>
                            </p:childTnLst>
                          </p:cTn>
                        </p:par>
                      </p:childTnLst>
                    </p:cTn>
                  </p:par>
                  <p:par>
                    <p:cTn id="139" fill="hold">
                      <p:stCondLst>
                        <p:cond delay="indefinite"/>
                      </p:stCondLst>
                      <p:childTnLst>
                        <p:par>
                          <p:cTn id="140" fill="hold">
                            <p:stCondLst>
                              <p:cond delay="0"/>
                            </p:stCondLst>
                            <p:childTnLst>
                              <p:par>
                                <p:cTn id="141" presetID="8" presetClass="emph" presetSubtype="0" fill="hold" nodeType="clickEffect">
                                  <p:stCondLst>
                                    <p:cond delay="0"/>
                                  </p:stCondLst>
                                  <p:childTnLst>
                                    <p:animRot by="-21600000">
                                      <p:cBhvr>
                                        <p:cTn id="142" dur="3000" fill="hold"/>
                                        <p:tgtEl>
                                          <p:spTgt spid="774"/>
                                        </p:tgtEl>
                                        <p:attrNameLst>
                                          <p:attrName>r</p:attrName>
                                        </p:attrNameLst>
                                      </p:cBhvr>
                                    </p:animRot>
                                  </p:childTnLst>
                                </p:cTn>
                              </p:par>
                            </p:childTnLst>
                          </p:cTn>
                        </p:par>
                      </p:childTnLst>
                    </p:cTn>
                  </p:par>
                  <p:par>
                    <p:cTn id="143" fill="hold">
                      <p:stCondLst>
                        <p:cond delay="indefinite"/>
                      </p:stCondLst>
                      <p:childTnLst>
                        <p:par>
                          <p:cTn id="144" fill="hold">
                            <p:stCondLst>
                              <p:cond delay="0"/>
                            </p:stCondLst>
                            <p:childTnLst>
                              <p:par>
                                <p:cTn id="145" presetID="8" presetClass="emph" presetSubtype="0" fill="hold" nodeType="clickEffect">
                                  <p:stCondLst>
                                    <p:cond delay="0"/>
                                  </p:stCondLst>
                                  <p:childTnLst>
                                    <p:animRot by="-21600000">
                                      <p:cBhvr>
                                        <p:cTn id="146" dur="3000" fill="hold"/>
                                        <p:tgtEl>
                                          <p:spTgt spid="774"/>
                                        </p:tgtEl>
                                        <p:attrNameLst>
                                          <p:attrName>r</p:attrName>
                                        </p:attrNameLst>
                                      </p:cBhvr>
                                    </p:animRot>
                                  </p:childTnLst>
                                </p:cTn>
                              </p:par>
                            </p:childTnLst>
                          </p:cTn>
                        </p:par>
                      </p:childTnLst>
                    </p:cTn>
                  </p:par>
                  <p:par>
                    <p:cTn id="147" fill="hold">
                      <p:stCondLst>
                        <p:cond delay="indefinite"/>
                      </p:stCondLst>
                      <p:childTnLst>
                        <p:par>
                          <p:cTn id="148" fill="hold">
                            <p:stCondLst>
                              <p:cond delay="0"/>
                            </p:stCondLst>
                            <p:childTnLst>
                              <p:par>
                                <p:cTn id="149" presetID="8" presetClass="emph" presetSubtype="0" fill="hold" nodeType="clickEffect">
                                  <p:stCondLst>
                                    <p:cond delay="0"/>
                                  </p:stCondLst>
                                  <p:childTnLst>
                                    <p:animRot by="-21600000">
                                      <p:cBhvr>
                                        <p:cTn id="150" dur="3000" fill="hold"/>
                                        <p:tgtEl>
                                          <p:spTgt spid="774"/>
                                        </p:tgtEl>
                                        <p:attrNameLst>
                                          <p:attrName>r</p:attrName>
                                        </p:attrNameLst>
                                      </p:cBhvr>
                                    </p:animRot>
                                  </p:childTnLst>
                                </p:cTn>
                              </p:par>
                            </p:childTnLst>
                          </p:cTn>
                        </p:par>
                      </p:childTnLst>
                    </p:cTn>
                  </p:par>
                  <p:par>
                    <p:cTn id="151" fill="hold">
                      <p:stCondLst>
                        <p:cond delay="indefinite"/>
                      </p:stCondLst>
                      <p:childTnLst>
                        <p:par>
                          <p:cTn id="152" fill="hold">
                            <p:stCondLst>
                              <p:cond delay="0"/>
                            </p:stCondLst>
                            <p:childTnLst>
                              <p:par>
                                <p:cTn id="153" presetID="8" presetClass="emph" presetSubtype="0" fill="hold" nodeType="clickEffect">
                                  <p:stCondLst>
                                    <p:cond delay="0"/>
                                  </p:stCondLst>
                                  <p:childTnLst>
                                    <p:animRot by="-21600000">
                                      <p:cBhvr>
                                        <p:cTn id="154" dur="3000" fill="hold"/>
                                        <p:tgtEl>
                                          <p:spTgt spid="774"/>
                                        </p:tgtEl>
                                        <p:attrNameLst>
                                          <p:attrName>r</p:attrName>
                                        </p:attrNameLst>
                                      </p:cBhvr>
                                    </p:animRot>
                                  </p:childTnLst>
                                </p:cTn>
                              </p:par>
                            </p:childTnLst>
                          </p:cTn>
                        </p:par>
                      </p:childTnLst>
                    </p:cTn>
                  </p:par>
                  <p:par>
                    <p:cTn id="155" fill="hold">
                      <p:stCondLst>
                        <p:cond delay="indefinite"/>
                      </p:stCondLst>
                      <p:childTnLst>
                        <p:par>
                          <p:cTn id="156" fill="hold">
                            <p:stCondLst>
                              <p:cond delay="0"/>
                            </p:stCondLst>
                            <p:childTnLst>
                              <p:par>
                                <p:cTn id="157" presetID="8" presetClass="emph" presetSubtype="0" fill="hold" nodeType="clickEffect">
                                  <p:stCondLst>
                                    <p:cond delay="0"/>
                                  </p:stCondLst>
                                  <p:childTnLst>
                                    <p:animRot by="-21600000">
                                      <p:cBhvr>
                                        <p:cTn id="158" dur="3000" fill="hold"/>
                                        <p:tgtEl>
                                          <p:spTgt spid="774"/>
                                        </p:tgtEl>
                                        <p:attrNameLst>
                                          <p:attrName>r</p:attrName>
                                        </p:attrNameLst>
                                      </p:cBhvr>
                                    </p:animRot>
                                  </p:childTnLst>
                                </p:cTn>
                              </p:par>
                            </p:childTnLst>
                          </p:cTn>
                        </p:par>
                      </p:childTnLst>
                    </p:cTn>
                  </p:par>
                  <p:par>
                    <p:cTn id="159" fill="hold">
                      <p:stCondLst>
                        <p:cond delay="indefinite"/>
                      </p:stCondLst>
                      <p:childTnLst>
                        <p:par>
                          <p:cTn id="160" fill="hold">
                            <p:stCondLst>
                              <p:cond delay="0"/>
                            </p:stCondLst>
                            <p:childTnLst>
                              <p:par>
                                <p:cTn id="161" presetID="8" presetClass="emph" presetSubtype="0" fill="hold" nodeType="clickEffect">
                                  <p:stCondLst>
                                    <p:cond delay="0"/>
                                  </p:stCondLst>
                                  <p:childTnLst>
                                    <p:animRot by="-21600000">
                                      <p:cBhvr>
                                        <p:cTn id="162" dur="3000" fill="hold"/>
                                        <p:tgtEl>
                                          <p:spTgt spid="774"/>
                                        </p:tgtEl>
                                        <p:attrNameLst>
                                          <p:attrName>r</p:attrName>
                                        </p:attrNameLst>
                                      </p:cBhvr>
                                    </p:animRot>
                                  </p:childTnLst>
                                </p:cTn>
                              </p:par>
                            </p:childTnLst>
                          </p:cTn>
                        </p:par>
                      </p:childTnLst>
                    </p:cTn>
                  </p:par>
                  <p:par>
                    <p:cTn id="163" fill="hold">
                      <p:stCondLst>
                        <p:cond delay="indefinite"/>
                      </p:stCondLst>
                      <p:childTnLst>
                        <p:par>
                          <p:cTn id="164" fill="hold">
                            <p:stCondLst>
                              <p:cond delay="0"/>
                            </p:stCondLst>
                            <p:childTnLst>
                              <p:par>
                                <p:cTn id="165" presetID="8" presetClass="emph" presetSubtype="0" fill="hold" nodeType="clickEffect">
                                  <p:stCondLst>
                                    <p:cond delay="0"/>
                                  </p:stCondLst>
                                  <p:childTnLst>
                                    <p:animRot by="-21600000">
                                      <p:cBhvr>
                                        <p:cTn id="166" dur="3000" fill="hold"/>
                                        <p:tgtEl>
                                          <p:spTgt spid="774"/>
                                        </p:tgtEl>
                                        <p:attrNameLst>
                                          <p:attrName>r</p:attrName>
                                        </p:attrNameLst>
                                      </p:cBhvr>
                                    </p:animRot>
                                  </p:childTnLst>
                                </p:cTn>
                              </p:par>
                            </p:childTnLst>
                          </p:cTn>
                        </p:par>
                      </p:childTnLst>
                    </p:cTn>
                  </p:par>
                  <p:par>
                    <p:cTn id="167" fill="hold">
                      <p:stCondLst>
                        <p:cond delay="indefinite"/>
                      </p:stCondLst>
                      <p:childTnLst>
                        <p:par>
                          <p:cTn id="168" fill="hold">
                            <p:stCondLst>
                              <p:cond delay="0"/>
                            </p:stCondLst>
                            <p:childTnLst>
                              <p:par>
                                <p:cTn id="169" presetID="8" presetClass="emph" presetSubtype="0" fill="hold" nodeType="clickEffect">
                                  <p:stCondLst>
                                    <p:cond delay="0"/>
                                  </p:stCondLst>
                                  <p:childTnLst>
                                    <p:animRot by="-21600000">
                                      <p:cBhvr>
                                        <p:cTn id="170" dur="3000" fill="hold"/>
                                        <p:tgtEl>
                                          <p:spTgt spid="774"/>
                                        </p:tgtEl>
                                        <p:attrNameLst>
                                          <p:attrName>r</p:attrName>
                                        </p:attrNameLst>
                                      </p:cBhvr>
                                    </p:animRot>
                                  </p:childTnLst>
                                </p:cTn>
                              </p:par>
                            </p:childTnLst>
                          </p:cTn>
                        </p:par>
                      </p:childTnLst>
                    </p:cTn>
                  </p:par>
                  <p:par>
                    <p:cTn id="171" fill="hold">
                      <p:stCondLst>
                        <p:cond delay="indefinite"/>
                      </p:stCondLst>
                      <p:childTnLst>
                        <p:par>
                          <p:cTn id="172" fill="hold">
                            <p:stCondLst>
                              <p:cond delay="0"/>
                            </p:stCondLst>
                            <p:childTnLst>
                              <p:par>
                                <p:cTn id="173" presetID="8" presetClass="emph" presetSubtype="0" fill="hold" nodeType="clickEffect">
                                  <p:stCondLst>
                                    <p:cond delay="0"/>
                                  </p:stCondLst>
                                  <p:childTnLst>
                                    <p:animRot by="-21600000">
                                      <p:cBhvr>
                                        <p:cTn id="174" dur="3000" fill="hold"/>
                                        <p:tgtEl>
                                          <p:spTgt spid="774"/>
                                        </p:tgtEl>
                                        <p:attrNameLst>
                                          <p:attrName>r</p:attrName>
                                        </p:attrNameLst>
                                      </p:cBhvr>
                                    </p:animRot>
                                  </p:childTnLst>
                                </p:cTn>
                              </p:par>
                            </p:childTnLst>
                          </p:cTn>
                        </p:par>
                      </p:childTnLst>
                    </p:cTn>
                  </p:par>
                  <p:par>
                    <p:cTn id="175" fill="hold">
                      <p:stCondLst>
                        <p:cond delay="indefinite"/>
                      </p:stCondLst>
                      <p:childTnLst>
                        <p:par>
                          <p:cTn id="176" fill="hold">
                            <p:stCondLst>
                              <p:cond delay="0"/>
                            </p:stCondLst>
                            <p:childTnLst>
                              <p:par>
                                <p:cTn id="177" presetID="8" presetClass="emph" presetSubtype="0" fill="hold" nodeType="clickEffect">
                                  <p:stCondLst>
                                    <p:cond delay="0"/>
                                  </p:stCondLst>
                                  <p:childTnLst>
                                    <p:animRot by="-21600000">
                                      <p:cBhvr>
                                        <p:cTn id="178" dur="3000" fill="hold"/>
                                        <p:tgtEl>
                                          <p:spTgt spid="774"/>
                                        </p:tgtEl>
                                        <p:attrNameLst>
                                          <p:attrName>r</p:attrName>
                                        </p:attrNameLst>
                                      </p:cBhvr>
                                    </p:animRot>
                                  </p:childTnLst>
                                </p:cTn>
                              </p:par>
                            </p:childTnLst>
                          </p:cTn>
                        </p:par>
                      </p:childTnLst>
                    </p:cTn>
                  </p:par>
                  <p:par>
                    <p:cTn id="179" fill="hold">
                      <p:stCondLst>
                        <p:cond delay="indefinite"/>
                      </p:stCondLst>
                      <p:childTnLst>
                        <p:par>
                          <p:cTn id="180" fill="hold">
                            <p:stCondLst>
                              <p:cond delay="0"/>
                            </p:stCondLst>
                            <p:childTnLst>
                              <p:par>
                                <p:cTn id="181" presetID="8" presetClass="emph" presetSubtype="0" fill="hold" nodeType="clickEffect">
                                  <p:stCondLst>
                                    <p:cond delay="0"/>
                                  </p:stCondLst>
                                  <p:childTnLst>
                                    <p:animRot by="-21600000">
                                      <p:cBhvr>
                                        <p:cTn id="182" dur="3000" fill="hold"/>
                                        <p:tgtEl>
                                          <p:spTgt spid="774"/>
                                        </p:tgtEl>
                                        <p:attrNameLst>
                                          <p:attrName>r</p:attrName>
                                        </p:attrNameLst>
                                      </p:cBhvr>
                                    </p:animRot>
                                  </p:childTnLst>
                                </p:cTn>
                              </p:par>
                            </p:childTnLst>
                          </p:cTn>
                        </p:par>
                      </p:childTnLst>
                    </p:cTn>
                  </p:par>
                  <p:par>
                    <p:cTn id="183" fill="hold">
                      <p:stCondLst>
                        <p:cond delay="indefinite"/>
                      </p:stCondLst>
                      <p:childTnLst>
                        <p:par>
                          <p:cTn id="184" fill="hold">
                            <p:stCondLst>
                              <p:cond delay="0"/>
                            </p:stCondLst>
                            <p:childTnLst>
                              <p:par>
                                <p:cTn id="185" presetID="8" presetClass="emph" presetSubtype="0" fill="hold" nodeType="clickEffect">
                                  <p:stCondLst>
                                    <p:cond delay="0"/>
                                  </p:stCondLst>
                                  <p:childTnLst>
                                    <p:animRot by="-21600000">
                                      <p:cBhvr>
                                        <p:cTn id="186" dur="3000" fill="hold"/>
                                        <p:tgtEl>
                                          <p:spTgt spid="774"/>
                                        </p:tgtEl>
                                        <p:attrNameLst>
                                          <p:attrName>r</p:attrName>
                                        </p:attrNameLst>
                                      </p:cBhvr>
                                    </p:animRot>
                                  </p:childTnLst>
                                </p:cTn>
                              </p:par>
                            </p:childTnLst>
                          </p:cTn>
                        </p:par>
                      </p:childTnLst>
                    </p:cTn>
                  </p:par>
                  <p:par>
                    <p:cTn id="187" fill="hold">
                      <p:stCondLst>
                        <p:cond delay="indefinite"/>
                      </p:stCondLst>
                      <p:childTnLst>
                        <p:par>
                          <p:cTn id="188" fill="hold">
                            <p:stCondLst>
                              <p:cond delay="0"/>
                            </p:stCondLst>
                            <p:childTnLst>
                              <p:par>
                                <p:cTn id="189" presetID="8" presetClass="emph" presetSubtype="0" fill="hold" nodeType="clickEffect">
                                  <p:stCondLst>
                                    <p:cond delay="0"/>
                                  </p:stCondLst>
                                  <p:childTnLst>
                                    <p:animRot by="-21600000">
                                      <p:cBhvr>
                                        <p:cTn id="190" dur="3000" fill="hold"/>
                                        <p:tgtEl>
                                          <p:spTgt spid="774"/>
                                        </p:tgtEl>
                                        <p:attrNameLst>
                                          <p:attrName>r</p:attrName>
                                        </p:attrNameLst>
                                      </p:cBhvr>
                                    </p:animRot>
                                  </p:childTnLst>
                                </p:cTn>
                              </p:par>
                            </p:childTnLst>
                          </p:cTn>
                        </p:par>
                      </p:childTnLst>
                    </p:cTn>
                  </p:par>
                  <p:par>
                    <p:cTn id="191" fill="hold">
                      <p:stCondLst>
                        <p:cond delay="indefinite"/>
                      </p:stCondLst>
                      <p:childTnLst>
                        <p:par>
                          <p:cTn id="192" fill="hold">
                            <p:stCondLst>
                              <p:cond delay="0"/>
                            </p:stCondLst>
                            <p:childTnLst>
                              <p:par>
                                <p:cTn id="193" presetID="8" presetClass="emph" presetSubtype="0" fill="hold" nodeType="clickEffect">
                                  <p:stCondLst>
                                    <p:cond delay="0"/>
                                  </p:stCondLst>
                                  <p:childTnLst>
                                    <p:animRot by="-21600000">
                                      <p:cBhvr>
                                        <p:cTn id="194" dur="3000" fill="hold"/>
                                        <p:tgtEl>
                                          <p:spTgt spid="774"/>
                                        </p:tgtEl>
                                        <p:attrNameLst>
                                          <p:attrName>r</p:attrName>
                                        </p:attrNameLst>
                                      </p:cBhvr>
                                    </p:animRot>
                                  </p:childTnLst>
                                </p:cTn>
                              </p:par>
                            </p:childTnLst>
                          </p:cTn>
                        </p:par>
                      </p:childTnLst>
                    </p:cTn>
                  </p:par>
                  <p:par>
                    <p:cTn id="195" fill="hold">
                      <p:stCondLst>
                        <p:cond delay="indefinite"/>
                      </p:stCondLst>
                      <p:childTnLst>
                        <p:par>
                          <p:cTn id="196" fill="hold">
                            <p:stCondLst>
                              <p:cond delay="0"/>
                            </p:stCondLst>
                            <p:childTnLst>
                              <p:par>
                                <p:cTn id="197" presetID="8" presetClass="emph" presetSubtype="0" fill="hold" nodeType="clickEffect">
                                  <p:stCondLst>
                                    <p:cond delay="0"/>
                                  </p:stCondLst>
                                  <p:childTnLst>
                                    <p:animRot by="-21600000">
                                      <p:cBhvr>
                                        <p:cTn id="198" dur="3000" fill="hold"/>
                                        <p:tgtEl>
                                          <p:spTgt spid="774"/>
                                        </p:tgtEl>
                                        <p:attrNameLst>
                                          <p:attrName>r</p:attrName>
                                        </p:attrNameLst>
                                      </p:cBhvr>
                                    </p:animRot>
                                  </p:childTnLst>
                                </p:cTn>
                              </p:par>
                            </p:childTnLst>
                          </p:cTn>
                        </p:par>
                      </p:childTnLst>
                    </p:cTn>
                  </p:par>
                  <p:par>
                    <p:cTn id="199" fill="hold">
                      <p:stCondLst>
                        <p:cond delay="indefinite"/>
                      </p:stCondLst>
                      <p:childTnLst>
                        <p:par>
                          <p:cTn id="200" fill="hold">
                            <p:stCondLst>
                              <p:cond delay="0"/>
                            </p:stCondLst>
                            <p:childTnLst>
                              <p:par>
                                <p:cTn id="201" presetID="8" presetClass="emph" presetSubtype="0" fill="hold" nodeType="clickEffect">
                                  <p:stCondLst>
                                    <p:cond delay="0"/>
                                  </p:stCondLst>
                                  <p:childTnLst>
                                    <p:animRot by="-21600000">
                                      <p:cBhvr>
                                        <p:cTn id="202" dur="3000" fill="hold"/>
                                        <p:tgtEl>
                                          <p:spTgt spid="774"/>
                                        </p:tgtEl>
                                        <p:attrNameLst>
                                          <p:attrName>r</p:attrName>
                                        </p:attrNameLst>
                                      </p:cBhvr>
                                    </p:animRot>
                                  </p:childTnLst>
                                </p:cTn>
                              </p:par>
                            </p:childTnLst>
                          </p:cTn>
                        </p:par>
                      </p:childTnLst>
                    </p:cTn>
                  </p:par>
                  <p:par>
                    <p:cTn id="203" fill="hold">
                      <p:stCondLst>
                        <p:cond delay="indefinite"/>
                      </p:stCondLst>
                      <p:childTnLst>
                        <p:par>
                          <p:cTn id="204" fill="hold">
                            <p:stCondLst>
                              <p:cond delay="0"/>
                            </p:stCondLst>
                            <p:childTnLst>
                              <p:par>
                                <p:cTn id="205" presetID="8" presetClass="emph" presetSubtype="0" fill="hold" nodeType="clickEffect">
                                  <p:stCondLst>
                                    <p:cond delay="0"/>
                                  </p:stCondLst>
                                  <p:childTnLst>
                                    <p:animRot by="-21600000">
                                      <p:cBhvr>
                                        <p:cTn id="206" dur="3000" fill="hold"/>
                                        <p:tgtEl>
                                          <p:spTgt spid="774"/>
                                        </p:tgtEl>
                                        <p:attrNameLst>
                                          <p:attrName>r</p:attrName>
                                        </p:attrNameLst>
                                      </p:cBhvr>
                                    </p:animRot>
                                  </p:childTnLst>
                                </p:cTn>
                              </p:par>
                            </p:childTnLst>
                          </p:cTn>
                        </p:par>
                      </p:childTnLst>
                    </p:cTn>
                  </p:par>
                  <p:par>
                    <p:cTn id="207" fill="hold">
                      <p:stCondLst>
                        <p:cond delay="indefinite"/>
                      </p:stCondLst>
                      <p:childTnLst>
                        <p:par>
                          <p:cTn id="208" fill="hold">
                            <p:stCondLst>
                              <p:cond delay="0"/>
                            </p:stCondLst>
                            <p:childTnLst>
                              <p:par>
                                <p:cTn id="209" presetID="8" presetClass="emph" presetSubtype="0" fill="hold" nodeType="clickEffect">
                                  <p:stCondLst>
                                    <p:cond delay="0"/>
                                  </p:stCondLst>
                                  <p:childTnLst>
                                    <p:animRot by="-21600000">
                                      <p:cBhvr>
                                        <p:cTn id="210" dur="3000" fill="hold"/>
                                        <p:tgtEl>
                                          <p:spTgt spid="774"/>
                                        </p:tgtEl>
                                        <p:attrNameLst>
                                          <p:attrName>r</p:attrName>
                                        </p:attrNameLst>
                                      </p:cBhvr>
                                    </p:animRot>
                                  </p:childTnLst>
                                </p:cTn>
                              </p:par>
                            </p:childTnLst>
                          </p:cTn>
                        </p:par>
                      </p:childTnLst>
                    </p:cTn>
                  </p:par>
                  <p:par>
                    <p:cTn id="211" fill="hold">
                      <p:stCondLst>
                        <p:cond delay="indefinite"/>
                      </p:stCondLst>
                      <p:childTnLst>
                        <p:par>
                          <p:cTn id="212" fill="hold">
                            <p:stCondLst>
                              <p:cond delay="0"/>
                            </p:stCondLst>
                            <p:childTnLst>
                              <p:par>
                                <p:cTn id="213" presetID="8" presetClass="emph" presetSubtype="0" fill="hold" nodeType="clickEffect">
                                  <p:stCondLst>
                                    <p:cond delay="0"/>
                                  </p:stCondLst>
                                  <p:childTnLst>
                                    <p:animRot by="-21600000">
                                      <p:cBhvr>
                                        <p:cTn id="214" dur="3000" fill="hold"/>
                                        <p:tgtEl>
                                          <p:spTgt spid="774"/>
                                        </p:tgtEl>
                                        <p:attrNameLst>
                                          <p:attrName>r</p:attrName>
                                        </p:attrNameLst>
                                      </p:cBhvr>
                                    </p:animRot>
                                  </p:childTnLst>
                                </p:cTn>
                              </p:par>
                            </p:childTnLst>
                          </p:cTn>
                        </p:par>
                      </p:childTnLst>
                    </p:cTn>
                  </p:par>
                  <p:par>
                    <p:cTn id="215" fill="hold">
                      <p:stCondLst>
                        <p:cond delay="indefinite"/>
                      </p:stCondLst>
                      <p:childTnLst>
                        <p:par>
                          <p:cTn id="216" fill="hold">
                            <p:stCondLst>
                              <p:cond delay="0"/>
                            </p:stCondLst>
                            <p:childTnLst>
                              <p:par>
                                <p:cTn id="217" presetID="8" presetClass="emph" presetSubtype="0" fill="hold" nodeType="clickEffect">
                                  <p:stCondLst>
                                    <p:cond delay="0"/>
                                  </p:stCondLst>
                                  <p:childTnLst>
                                    <p:animRot by="-21600000">
                                      <p:cBhvr>
                                        <p:cTn id="218" dur="3000" fill="hold"/>
                                        <p:tgtEl>
                                          <p:spTgt spid="774"/>
                                        </p:tgtEl>
                                        <p:attrNameLst>
                                          <p:attrName>r</p:attrName>
                                        </p:attrNameLst>
                                      </p:cBhvr>
                                    </p:animRot>
                                  </p:childTnLst>
                                </p:cTn>
                              </p:par>
                            </p:childTnLst>
                          </p:cTn>
                        </p:par>
                      </p:childTnLst>
                    </p:cTn>
                  </p:par>
                  <p:par>
                    <p:cTn id="219" fill="hold">
                      <p:stCondLst>
                        <p:cond delay="indefinite"/>
                      </p:stCondLst>
                      <p:childTnLst>
                        <p:par>
                          <p:cTn id="220" fill="hold">
                            <p:stCondLst>
                              <p:cond delay="0"/>
                            </p:stCondLst>
                            <p:childTnLst>
                              <p:par>
                                <p:cTn id="221" presetID="8" presetClass="emph" presetSubtype="0" fill="hold" nodeType="clickEffect">
                                  <p:stCondLst>
                                    <p:cond delay="0"/>
                                  </p:stCondLst>
                                  <p:childTnLst>
                                    <p:animRot by="-21600000">
                                      <p:cBhvr>
                                        <p:cTn id="222" dur="3000" fill="hold"/>
                                        <p:tgtEl>
                                          <p:spTgt spid="774"/>
                                        </p:tgtEl>
                                        <p:attrNameLst>
                                          <p:attrName>r</p:attrName>
                                        </p:attrNameLst>
                                      </p:cBhvr>
                                    </p:animRot>
                                  </p:childTnLst>
                                </p:cTn>
                              </p:par>
                            </p:childTnLst>
                          </p:cTn>
                        </p:par>
                      </p:childTnLst>
                    </p:cTn>
                  </p:par>
                  <p:par>
                    <p:cTn id="223" fill="hold">
                      <p:stCondLst>
                        <p:cond delay="indefinite"/>
                      </p:stCondLst>
                      <p:childTnLst>
                        <p:par>
                          <p:cTn id="224" fill="hold">
                            <p:stCondLst>
                              <p:cond delay="0"/>
                            </p:stCondLst>
                            <p:childTnLst>
                              <p:par>
                                <p:cTn id="225" presetID="8" presetClass="emph" presetSubtype="0" fill="hold" nodeType="clickEffect">
                                  <p:stCondLst>
                                    <p:cond delay="0"/>
                                  </p:stCondLst>
                                  <p:childTnLst>
                                    <p:animRot by="-21600000">
                                      <p:cBhvr>
                                        <p:cTn id="226" dur="3000" fill="hold"/>
                                        <p:tgtEl>
                                          <p:spTgt spid="774"/>
                                        </p:tgtEl>
                                        <p:attrNameLst>
                                          <p:attrName>r</p:attrName>
                                        </p:attrNameLst>
                                      </p:cBhvr>
                                    </p:animRot>
                                  </p:childTnLst>
                                </p:cTn>
                              </p:par>
                            </p:childTnLst>
                          </p:cTn>
                        </p:par>
                      </p:childTnLst>
                    </p:cTn>
                  </p:par>
                  <p:par>
                    <p:cTn id="227" fill="hold">
                      <p:stCondLst>
                        <p:cond delay="indefinite"/>
                      </p:stCondLst>
                      <p:childTnLst>
                        <p:par>
                          <p:cTn id="228" fill="hold">
                            <p:stCondLst>
                              <p:cond delay="0"/>
                            </p:stCondLst>
                            <p:childTnLst>
                              <p:par>
                                <p:cTn id="229" presetID="8" presetClass="emph" presetSubtype="0" fill="hold" nodeType="clickEffect">
                                  <p:stCondLst>
                                    <p:cond delay="0"/>
                                  </p:stCondLst>
                                  <p:childTnLst>
                                    <p:animRot by="-21600000">
                                      <p:cBhvr>
                                        <p:cTn id="230" dur="3000" fill="hold"/>
                                        <p:tgtEl>
                                          <p:spTgt spid="774"/>
                                        </p:tgtEl>
                                        <p:attrNameLst>
                                          <p:attrName>r</p:attrName>
                                        </p:attrNameLst>
                                      </p:cBhvr>
                                    </p:animRot>
                                  </p:childTnLst>
                                </p:cTn>
                              </p:par>
                            </p:childTnLst>
                          </p:cTn>
                        </p:par>
                      </p:childTnLst>
                    </p:cTn>
                  </p:par>
                  <p:par>
                    <p:cTn id="231" fill="hold">
                      <p:stCondLst>
                        <p:cond delay="indefinite"/>
                      </p:stCondLst>
                      <p:childTnLst>
                        <p:par>
                          <p:cTn id="232" fill="hold">
                            <p:stCondLst>
                              <p:cond delay="0"/>
                            </p:stCondLst>
                            <p:childTnLst>
                              <p:par>
                                <p:cTn id="233" presetID="8" presetClass="emph" presetSubtype="0" fill="hold" nodeType="clickEffect">
                                  <p:stCondLst>
                                    <p:cond delay="0"/>
                                  </p:stCondLst>
                                  <p:childTnLst>
                                    <p:animRot by="-21600000">
                                      <p:cBhvr>
                                        <p:cTn id="234" dur="3000" fill="hold"/>
                                        <p:tgtEl>
                                          <p:spTgt spid="774"/>
                                        </p:tgtEl>
                                        <p:attrNameLst>
                                          <p:attrName>r</p:attrName>
                                        </p:attrNameLst>
                                      </p:cBhvr>
                                    </p:animRot>
                                  </p:childTnLst>
                                </p:cTn>
                              </p:par>
                            </p:childTnLst>
                          </p:cTn>
                        </p:par>
                      </p:childTnLst>
                    </p:cTn>
                  </p:par>
                  <p:par>
                    <p:cTn id="235" fill="hold">
                      <p:stCondLst>
                        <p:cond delay="indefinite"/>
                      </p:stCondLst>
                      <p:childTnLst>
                        <p:par>
                          <p:cTn id="236" fill="hold">
                            <p:stCondLst>
                              <p:cond delay="0"/>
                            </p:stCondLst>
                            <p:childTnLst>
                              <p:par>
                                <p:cTn id="237" presetID="8" presetClass="emph" presetSubtype="0" fill="hold" nodeType="clickEffect">
                                  <p:stCondLst>
                                    <p:cond delay="0"/>
                                  </p:stCondLst>
                                  <p:childTnLst>
                                    <p:animRot by="-21600000">
                                      <p:cBhvr>
                                        <p:cTn id="238" dur="3000" fill="hold"/>
                                        <p:tgtEl>
                                          <p:spTgt spid="774"/>
                                        </p:tgtEl>
                                        <p:attrNameLst>
                                          <p:attrName>r</p:attrName>
                                        </p:attrNameLst>
                                      </p:cBhvr>
                                    </p:animRot>
                                  </p:childTnLst>
                                </p:cTn>
                              </p:par>
                            </p:childTnLst>
                          </p:cTn>
                        </p:par>
                      </p:childTnLst>
                    </p:cTn>
                  </p:par>
                  <p:par>
                    <p:cTn id="239" fill="hold">
                      <p:stCondLst>
                        <p:cond delay="indefinite"/>
                      </p:stCondLst>
                      <p:childTnLst>
                        <p:par>
                          <p:cTn id="240" fill="hold">
                            <p:stCondLst>
                              <p:cond delay="0"/>
                            </p:stCondLst>
                            <p:childTnLst>
                              <p:par>
                                <p:cTn id="241" presetID="8" presetClass="emph" presetSubtype="0" fill="hold" nodeType="clickEffect">
                                  <p:stCondLst>
                                    <p:cond delay="0"/>
                                  </p:stCondLst>
                                  <p:childTnLst>
                                    <p:animRot by="-21600000">
                                      <p:cBhvr>
                                        <p:cTn id="242" dur="3000" fill="hold"/>
                                        <p:tgtEl>
                                          <p:spTgt spid="774"/>
                                        </p:tgtEl>
                                        <p:attrNameLst>
                                          <p:attrName>r</p:attrName>
                                        </p:attrNameLst>
                                      </p:cBhvr>
                                    </p:animRot>
                                  </p:childTnLst>
                                </p:cTn>
                              </p:par>
                            </p:childTnLst>
                          </p:cTn>
                        </p:par>
                      </p:childTnLst>
                    </p:cTn>
                  </p:par>
                  <p:par>
                    <p:cTn id="243" fill="hold">
                      <p:stCondLst>
                        <p:cond delay="indefinite"/>
                      </p:stCondLst>
                      <p:childTnLst>
                        <p:par>
                          <p:cTn id="244" fill="hold">
                            <p:stCondLst>
                              <p:cond delay="0"/>
                            </p:stCondLst>
                            <p:childTnLst>
                              <p:par>
                                <p:cTn id="245" presetID="8" presetClass="emph" presetSubtype="0" fill="hold" nodeType="clickEffect">
                                  <p:stCondLst>
                                    <p:cond delay="0"/>
                                  </p:stCondLst>
                                  <p:childTnLst>
                                    <p:animRot by="-21600000">
                                      <p:cBhvr>
                                        <p:cTn id="246" dur="3000" fill="hold"/>
                                        <p:tgtEl>
                                          <p:spTgt spid="774"/>
                                        </p:tgtEl>
                                        <p:attrNameLst>
                                          <p:attrName>r</p:attrName>
                                        </p:attrNameLst>
                                      </p:cBhvr>
                                    </p:animRot>
                                  </p:childTnLst>
                                </p:cTn>
                              </p:par>
                            </p:childTnLst>
                          </p:cTn>
                        </p:par>
                      </p:childTnLst>
                    </p:cTn>
                  </p:par>
                  <p:par>
                    <p:cTn id="247" fill="hold">
                      <p:stCondLst>
                        <p:cond delay="indefinite"/>
                      </p:stCondLst>
                      <p:childTnLst>
                        <p:par>
                          <p:cTn id="248" fill="hold">
                            <p:stCondLst>
                              <p:cond delay="0"/>
                            </p:stCondLst>
                            <p:childTnLst>
                              <p:par>
                                <p:cTn id="249" presetID="8" presetClass="emph" presetSubtype="0" fill="hold" nodeType="clickEffect">
                                  <p:stCondLst>
                                    <p:cond delay="0"/>
                                  </p:stCondLst>
                                  <p:childTnLst>
                                    <p:animRot by="-21600000">
                                      <p:cBhvr>
                                        <p:cTn id="250" dur="3000" fill="hold"/>
                                        <p:tgtEl>
                                          <p:spTgt spid="774"/>
                                        </p:tgtEl>
                                        <p:attrNameLst>
                                          <p:attrName>r</p:attrName>
                                        </p:attrNameLst>
                                      </p:cBhvr>
                                    </p:animRot>
                                  </p:childTnLst>
                                </p:cTn>
                              </p:par>
                            </p:childTnLst>
                          </p:cTn>
                        </p:par>
                      </p:childTnLst>
                    </p:cTn>
                  </p:par>
                  <p:par>
                    <p:cTn id="251" fill="hold">
                      <p:stCondLst>
                        <p:cond delay="indefinite"/>
                      </p:stCondLst>
                      <p:childTnLst>
                        <p:par>
                          <p:cTn id="252" fill="hold">
                            <p:stCondLst>
                              <p:cond delay="0"/>
                            </p:stCondLst>
                            <p:childTnLst>
                              <p:par>
                                <p:cTn id="253" presetID="8" presetClass="emph" presetSubtype="0" fill="hold" nodeType="clickEffect">
                                  <p:stCondLst>
                                    <p:cond delay="0"/>
                                  </p:stCondLst>
                                  <p:childTnLst>
                                    <p:animRot by="-21600000">
                                      <p:cBhvr>
                                        <p:cTn id="254" dur="3000" fill="hold"/>
                                        <p:tgtEl>
                                          <p:spTgt spid="774"/>
                                        </p:tgtEl>
                                        <p:attrNameLst>
                                          <p:attrName>r</p:attrName>
                                        </p:attrNameLst>
                                      </p:cBhvr>
                                    </p:animRot>
                                  </p:childTnLst>
                                </p:cTn>
                              </p:par>
                            </p:childTnLst>
                          </p:cTn>
                        </p:par>
                      </p:childTnLst>
                    </p:cTn>
                  </p:par>
                  <p:par>
                    <p:cTn id="255" fill="hold">
                      <p:stCondLst>
                        <p:cond delay="indefinite"/>
                      </p:stCondLst>
                      <p:childTnLst>
                        <p:par>
                          <p:cTn id="256" fill="hold">
                            <p:stCondLst>
                              <p:cond delay="0"/>
                            </p:stCondLst>
                            <p:childTnLst>
                              <p:par>
                                <p:cTn id="257" presetID="8" presetClass="emph" presetSubtype="0" fill="hold" nodeType="clickEffect">
                                  <p:stCondLst>
                                    <p:cond delay="0"/>
                                  </p:stCondLst>
                                  <p:childTnLst>
                                    <p:animRot by="-21600000">
                                      <p:cBhvr>
                                        <p:cTn id="258" dur="3000" fill="hold"/>
                                        <p:tgtEl>
                                          <p:spTgt spid="774"/>
                                        </p:tgtEl>
                                        <p:attrNameLst>
                                          <p:attrName>r</p:attrName>
                                        </p:attrNameLst>
                                      </p:cBhvr>
                                    </p:animRot>
                                  </p:childTnLst>
                                </p:cTn>
                              </p:par>
                            </p:childTnLst>
                          </p:cTn>
                        </p:par>
                      </p:childTnLst>
                    </p:cTn>
                  </p:par>
                  <p:par>
                    <p:cTn id="259" fill="hold">
                      <p:stCondLst>
                        <p:cond delay="indefinite"/>
                      </p:stCondLst>
                      <p:childTnLst>
                        <p:par>
                          <p:cTn id="260" fill="hold">
                            <p:stCondLst>
                              <p:cond delay="0"/>
                            </p:stCondLst>
                            <p:childTnLst>
                              <p:par>
                                <p:cTn id="261" presetID="8" presetClass="emph" presetSubtype="0" fill="hold" nodeType="clickEffect">
                                  <p:stCondLst>
                                    <p:cond delay="0"/>
                                  </p:stCondLst>
                                  <p:childTnLst>
                                    <p:animRot by="-21600000">
                                      <p:cBhvr>
                                        <p:cTn id="262" dur="3000" fill="hold"/>
                                        <p:tgtEl>
                                          <p:spTgt spid="774"/>
                                        </p:tgtEl>
                                        <p:attrNameLst>
                                          <p:attrName>r</p:attrName>
                                        </p:attrNameLst>
                                      </p:cBhvr>
                                    </p:animRot>
                                  </p:childTnLst>
                                </p:cTn>
                              </p:par>
                            </p:childTnLst>
                          </p:cTn>
                        </p:par>
                      </p:childTnLst>
                    </p:cTn>
                  </p:par>
                  <p:par>
                    <p:cTn id="263" fill="hold">
                      <p:stCondLst>
                        <p:cond delay="indefinite"/>
                      </p:stCondLst>
                      <p:childTnLst>
                        <p:par>
                          <p:cTn id="264" fill="hold">
                            <p:stCondLst>
                              <p:cond delay="0"/>
                            </p:stCondLst>
                            <p:childTnLst>
                              <p:par>
                                <p:cTn id="265" presetID="8" presetClass="emph" presetSubtype="0" fill="hold" nodeType="clickEffect">
                                  <p:stCondLst>
                                    <p:cond delay="0"/>
                                  </p:stCondLst>
                                  <p:childTnLst>
                                    <p:animRot by="-21600000">
                                      <p:cBhvr>
                                        <p:cTn id="266" dur="3000" fill="hold"/>
                                        <p:tgtEl>
                                          <p:spTgt spid="774"/>
                                        </p:tgtEl>
                                        <p:attrNameLst>
                                          <p:attrName>r</p:attrName>
                                        </p:attrNameLst>
                                      </p:cBhvr>
                                    </p:animRot>
                                  </p:childTnLst>
                                </p:cTn>
                              </p:par>
                            </p:childTnLst>
                          </p:cTn>
                        </p:par>
                      </p:childTnLst>
                    </p:cTn>
                  </p:par>
                  <p:par>
                    <p:cTn id="267" fill="hold">
                      <p:stCondLst>
                        <p:cond delay="indefinite"/>
                      </p:stCondLst>
                      <p:childTnLst>
                        <p:par>
                          <p:cTn id="268" fill="hold">
                            <p:stCondLst>
                              <p:cond delay="0"/>
                            </p:stCondLst>
                            <p:childTnLst>
                              <p:par>
                                <p:cTn id="269" presetID="8" presetClass="emph" presetSubtype="0" fill="hold" nodeType="clickEffect">
                                  <p:stCondLst>
                                    <p:cond delay="0"/>
                                  </p:stCondLst>
                                  <p:childTnLst>
                                    <p:animRot by="-21600000">
                                      <p:cBhvr>
                                        <p:cTn id="270" dur="3000" fill="hold"/>
                                        <p:tgtEl>
                                          <p:spTgt spid="774"/>
                                        </p:tgtEl>
                                        <p:attrNameLst>
                                          <p:attrName>r</p:attrName>
                                        </p:attrNameLst>
                                      </p:cBhvr>
                                    </p:animRot>
                                  </p:childTnLst>
                                </p:cTn>
                              </p:par>
                            </p:childTnLst>
                          </p:cTn>
                        </p:par>
                      </p:childTnLst>
                    </p:cTn>
                  </p:par>
                  <p:par>
                    <p:cTn id="271" fill="hold">
                      <p:stCondLst>
                        <p:cond delay="indefinite"/>
                      </p:stCondLst>
                      <p:childTnLst>
                        <p:par>
                          <p:cTn id="272" fill="hold">
                            <p:stCondLst>
                              <p:cond delay="0"/>
                            </p:stCondLst>
                            <p:childTnLst>
                              <p:par>
                                <p:cTn id="273" presetID="8" presetClass="emph" presetSubtype="0" fill="hold" nodeType="clickEffect">
                                  <p:stCondLst>
                                    <p:cond delay="0"/>
                                  </p:stCondLst>
                                  <p:childTnLst>
                                    <p:animRot by="-21600000">
                                      <p:cBhvr>
                                        <p:cTn id="274" dur="3000" fill="hold"/>
                                        <p:tgtEl>
                                          <p:spTgt spid="774"/>
                                        </p:tgtEl>
                                        <p:attrNameLst>
                                          <p:attrName>r</p:attrName>
                                        </p:attrNameLst>
                                      </p:cBhvr>
                                    </p:animRot>
                                  </p:childTnLst>
                                </p:cTn>
                              </p:par>
                            </p:childTnLst>
                          </p:cTn>
                        </p:par>
                      </p:childTnLst>
                    </p:cTn>
                  </p:par>
                  <p:par>
                    <p:cTn id="275" fill="hold">
                      <p:stCondLst>
                        <p:cond delay="indefinite"/>
                      </p:stCondLst>
                      <p:childTnLst>
                        <p:par>
                          <p:cTn id="276" fill="hold">
                            <p:stCondLst>
                              <p:cond delay="0"/>
                            </p:stCondLst>
                            <p:childTnLst>
                              <p:par>
                                <p:cTn id="277" presetID="8" presetClass="emph" presetSubtype="0" fill="hold" nodeType="clickEffect">
                                  <p:stCondLst>
                                    <p:cond delay="0"/>
                                  </p:stCondLst>
                                  <p:childTnLst>
                                    <p:animRot by="-21600000">
                                      <p:cBhvr>
                                        <p:cTn id="278" dur="3000" fill="hold"/>
                                        <p:tgtEl>
                                          <p:spTgt spid="774"/>
                                        </p:tgtEl>
                                        <p:attrNameLst>
                                          <p:attrName>r</p:attrName>
                                        </p:attrNameLst>
                                      </p:cBhvr>
                                    </p:animRot>
                                  </p:childTnLst>
                                </p:cTn>
                              </p:par>
                            </p:childTnLst>
                          </p:cTn>
                        </p:par>
                      </p:childTnLst>
                    </p:cTn>
                  </p:par>
                  <p:par>
                    <p:cTn id="279" fill="hold">
                      <p:stCondLst>
                        <p:cond delay="indefinite"/>
                      </p:stCondLst>
                      <p:childTnLst>
                        <p:par>
                          <p:cTn id="280" fill="hold">
                            <p:stCondLst>
                              <p:cond delay="0"/>
                            </p:stCondLst>
                            <p:childTnLst>
                              <p:par>
                                <p:cTn id="281" presetID="8" presetClass="emph" presetSubtype="0" fill="hold" nodeType="clickEffect">
                                  <p:stCondLst>
                                    <p:cond delay="0"/>
                                  </p:stCondLst>
                                  <p:childTnLst>
                                    <p:animRot by="-21600000">
                                      <p:cBhvr>
                                        <p:cTn id="282" dur="3000" fill="hold"/>
                                        <p:tgtEl>
                                          <p:spTgt spid="774"/>
                                        </p:tgtEl>
                                        <p:attrNameLst>
                                          <p:attrName>r</p:attrName>
                                        </p:attrNameLst>
                                      </p:cBhvr>
                                    </p:animRot>
                                  </p:childTnLst>
                                </p:cTn>
                              </p:par>
                            </p:childTnLst>
                          </p:cTn>
                        </p:par>
                      </p:childTnLst>
                    </p:cTn>
                  </p:par>
                  <p:par>
                    <p:cTn id="283" fill="hold">
                      <p:stCondLst>
                        <p:cond delay="indefinite"/>
                      </p:stCondLst>
                      <p:childTnLst>
                        <p:par>
                          <p:cTn id="284" fill="hold">
                            <p:stCondLst>
                              <p:cond delay="0"/>
                            </p:stCondLst>
                            <p:childTnLst>
                              <p:par>
                                <p:cTn id="285" presetID="8" presetClass="emph" presetSubtype="0" fill="hold" nodeType="clickEffect">
                                  <p:stCondLst>
                                    <p:cond delay="0"/>
                                  </p:stCondLst>
                                  <p:childTnLst>
                                    <p:animRot by="-21600000">
                                      <p:cBhvr>
                                        <p:cTn id="286" dur="3000" fill="hold"/>
                                        <p:tgtEl>
                                          <p:spTgt spid="774"/>
                                        </p:tgtEl>
                                        <p:attrNameLst>
                                          <p:attrName>r</p:attrName>
                                        </p:attrNameLst>
                                      </p:cBhvr>
                                    </p:animRot>
                                  </p:childTnLst>
                                </p:cTn>
                              </p:par>
                            </p:childTnLst>
                          </p:cTn>
                        </p:par>
                      </p:childTnLst>
                    </p:cTn>
                  </p:par>
                  <p:par>
                    <p:cTn id="287" fill="hold">
                      <p:stCondLst>
                        <p:cond delay="indefinite"/>
                      </p:stCondLst>
                      <p:childTnLst>
                        <p:par>
                          <p:cTn id="288" fill="hold">
                            <p:stCondLst>
                              <p:cond delay="0"/>
                            </p:stCondLst>
                            <p:childTnLst>
                              <p:par>
                                <p:cTn id="289" presetID="8" presetClass="emph" presetSubtype="0" fill="hold" nodeType="clickEffect">
                                  <p:stCondLst>
                                    <p:cond delay="0"/>
                                  </p:stCondLst>
                                  <p:childTnLst>
                                    <p:animRot by="-21600000">
                                      <p:cBhvr>
                                        <p:cTn id="290" dur="3000" fill="hold"/>
                                        <p:tgtEl>
                                          <p:spTgt spid="774"/>
                                        </p:tgtEl>
                                        <p:attrNameLst>
                                          <p:attrName>r</p:attrName>
                                        </p:attrNameLst>
                                      </p:cBhvr>
                                    </p:animRot>
                                  </p:childTnLst>
                                </p:cTn>
                              </p:par>
                            </p:childTnLst>
                          </p:cTn>
                        </p:par>
                      </p:childTnLst>
                    </p:cTn>
                  </p:par>
                  <p:par>
                    <p:cTn id="291" fill="hold">
                      <p:stCondLst>
                        <p:cond delay="indefinite"/>
                      </p:stCondLst>
                      <p:childTnLst>
                        <p:par>
                          <p:cTn id="292" fill="hold">
                            <p:stCondLst>
                              <p:cond delay="0"/>
                            </p:stCondLst>
                            <p:childTnLst>
                              <p:par>
                                <p:cTn id="293" presetID="8" presetClass="emph" presetSubtype="0" fill="hold" nodeType="clickEffect">
                                  <p:stCondLst>
                                    <p:cond delay="0"/>
                                  </p:stCondLst>
                                  <p:childTnLst>
                                    <p:animRot by="-21600000">
                                      <p:cBhvr>
                                        <p:cTn id="294" dur="3000" fill="hold"/>
                                        <p:tgtEl>
                                          <p:spTgt spid="774"/>
                                        </p:tgtEl>
                                        <p:attrNameLst>
                                          <p:attrName>r</p:attrName>
                                        </p:attrNameLst>
                                      </p:cBhvr>
                                    </p:animRot>
                                  </p:childTnLst>
                                </p:cTn>
                              </p:par>
                            </p:childTnLst>
                          </p:cTn>
                        </p:par>
                      </p:childTnLst>
                    </p:cTn>
                  </p:par>
                  <p:par>
                    <p:cTn id="295" fill="hold">
                      <p:stCondLst>
                        <p:cond delay="indefinite"/>
                      </p:stCondLst>
                      <p:childTnLst>
                        <p:par>
                          <p:cTn id="296" fill="hold">
                            <p:stCondLst>
                              <p:cond delay="0"/>
                            </p:stCondLst>
                            <p:childTnLst>
                              <p:par>
                                <p:cTn id="297" presetID="8" presetClass="emph" presetSubtype="0" fill="hold" nodeType="clickEffect">
                                  <p:stCondLst>
                                    <p:cond delay="0"/>
                                  </p:stCondLst>
                                  <p:childTnLst>
                                    <p:animRot by="-21600000">
                                      <p:cBhvr>
                                        <p:cTn id="298" dur="3000" fill="hold"/>
                                        <p:tgtEl>
                                          <p:spTgt spid="774"/>
                                        </p:tgtEl>
                                        <p:attrNameLst>
                                          <p:attrName>r</p:attrName>
                                        </p:attrNameLst>
                                      </p:cBhvr>
                                    </p:animRot>
                                  </p:childTnLst>
                                </p:cTn>
                              </p:par>
                            </p:childTnLst>
                          </p:cTn>
                        </p:par>
                      </p:childTnLst>
                    </p:cTn>
                  </p:par>
                  <p:par>
                    <p:cTn id="299" fill="hold">
                      <p:stCondLst>
                        <p:cond delay="indefinite"/>
                      </p:stCondLst>
                      <p:childTnLst>
                        <p:par>
                          <p:cTn id="300" fill="hold">
                            <p:stCondLst>
                              <p:cond delay="0"/>
                            </p:stCondLst>
                            <p:childTnLst>
                              <p:par>
                                <p:cTn id="301" presetID="8" presetClass="emph" presetSubtype="0" fill="hold" nodeType="clickEffect">
                                  <p:stCondLst>
                                    <p:cond delay="0"/>
                                  </p:stCondLst>
                                  <p:childTnLst>
                                    <p:animRot by="-21600000">
                                      <p:cBhvr>
                                        <p:cTn id="302" dur="3000" fill="hold"/>
                                        <p:tgtEl>
                                          <p:spTgt spid="774"/>
                                        </p:tgtEl>
                                        <p:attrNameLst>
                                          <p:attrName>r</p:attrName>
                                        </p:attrNameLst>
                                      </p:cBhvr>
                                    </p:animRot>
                                  </p:childTnLst>
                                </p:cTn>
                              </p:par>
                            </p:childTnLst>
                          </p:cTn>
                        </p:par>
                      </p:childTnLst>
                    </p:cTn>
                  </p:par>
                  <p:par>
                    <p:cTn id="303" fill="hold">
                      <p:stCondLst>
                        <p:cond delay="indefinite"/>
                      </p:stCondLst>
                      <p:childTnLst>
                        <p:par>
                          <p:cTn id="304" fill="hold">
                            <p:stCondLst>
                              <p:cond delay="0"/>
                            </p:stCondLst>
                            <p:childTnLst>
                              <p:par>
                                <p:cTn id="305" presetID="8" presetClass="emph" presetSubtype="0" fill="hold" nodeType="clickEffect">
                                  <p:stCondLst>
                                    <p:cond delay="0"/>
                                  </p:stCondLst>
                                  <p:childTnLst>
                                    <p:animRot by="-21600000">
                                      <p:cBhvr>
                                        <p:cTn id="306" dur="3000" fill="hold"/>
                                        <p:tgtEl>
                                          <p:spTgt spid="774"/>
                                        </p:tgtEl>
                                        <p:attrNameLst>
                                          <p:attrName>r</p:attrName>
                                        </p:attrNameLst>
                                      </p:cBhvr>
                                    </p:animRot>
                                  </p:childTnLst>
                                </p:cTn>
                              </p:par>
                            </p:childTnLst>
                          </p:cTn>
                        </p:par>
                      </p:childTnLst>
                    </p:cTn>
                  </p:par>
                  <p:par>
                    <p:cTn id="307" fill="hold">
                      <p:stCondLst>
                        <p:cond delay="indefinite"/>
                      </p:stCondLst>
                      <p:childTnLst>
                        <p:par>
                          <p:cTn id="308" fill="hold">
                            <p:stCondLst>
                              <p:cond delay="0"/>
                            </p:stCondLst>
                            <p:childTnLst>
                              <p:par>
                                <p:cTn id="309" presetID="8" presetClass="emph" presetSubtype="0" fill="hold" nodeType="clickEffect">
                                  <p:stCondLst>
                                    <p:cond delay="0"/>
                                  </p:stCondLst>
                                  <p:childTnLst>
                                    <p:animRot by="-21600000">
                                      <p:cBhvr>
                                        <p:cTn id="310" dur="3000" fill="hold"/>
                                        <p:tgtEl>
                                          <p:spTgt spid="774"/>
                                        </p:tgtEl>
                                        <p:attrNameLst>
                                          <p:attrName>r</p:attrName>
                                        </p:attrNameLst>
                                      </p:cBhvr>
                                    </p:animRot>
                                  </p:childTnLst>
                                </p:cTn>
                              </p:par>
                            </p:childTnLst>
                          </p:cTn>
                        </p:par>
                      </p:childTnLst>
                    </p:cTn>
                  </p:par>
                  <p:par>
                    <p:cTn id="311" fill="hold">
                      <p:stCondLst>
                        <p:cond delay="indefinite"/>
                      </p:stCondLst>
                      <p:childTnLst>
                        <p:par>
                          <p:cTn id="312" fill="hold">
                            <p:stCondLst>
                              <p:cond delay="0"/>
                            </p:stCondLst>
                            <p:childTnLst>
                              <p:par>
                                <p:cTn id="313" presetID="8" presetClass="emph" presetSubtype="0" fill="hold" nodeType="clickEffect">
                                  <p:stCondLst>
                                    <p:cond delay="0"/>
                                  </p:stCondLst>
                                  <p:childTnLst>
                                    <p:animRot by="-21600000">
                                      <p:cBhvr>
                                        <p:cTn id="314" dur="3000" fill="hold"/>
                                        <p:tgtEl>
                                          <p:spTgt spid="774"/>
                                        </p:tgtEl>
                                        <p:attrNameLst>
                                          <p:attrName>r</p:attrName>
                                        </p:attrNameLst>
                                      </p:cBhvr>
                                    </p:animRot>
                                  </p:childTnLst>
                                </p:cTn>
                              </p:par>
                            </p:childTnLst>
                          </p:cTn>
                        </p:par>
                      </p:childTnLst>
                    </p:cTn>
                  </p:par>
                  <p:par>
                    <p:cTn id="315" fill="hold">
                      <p:stCondLst>
                        <p:cond delay="indefinite"/>
                      </p:stCondLst>
                      <p:childTnLst>
                        <p:par>
                          <p:cTn id="316" fill="hold">
                            <p:stCondLst>
                              <p:cond delay="0"/>
                            </p:stCondLst>
                            <p:childTnLst>
                              <p:par>
                                <p:cTn id="317" presetID="8" presetClass="emph" presetSubtype="0" fill="hold" nodeType="clickEffect">
                                  <p:stCondLst>
                                    <p:cond delay="0"/>
                                  </p:stCondLst>
                                  <p:childTnLst>
                                    <p:animRot by="-21600000">
                                      <p:cBhvr>
                                        <p:cTn id="318" dur="3000" fill="hold"/>
                                        <p:tgtEl>
                                          <p:spTgt spid="774"/>
                                        </p:tgtEl>
                                        <p:attrNameLst>
                                          <p:attrName>r</p:attrName>
                                        </p:attrNameLst>
                                      </p:cBhvr>
                                    </p:animRot>
                                  </p:childTnLst>
                                </p:cTn>
                              </p:par>
                            </p:childTnLst>
                          </p:cTn>
                        </p:par>
                      </p:childTnLst>
                    </p:cTn>
                  </p:par>
                  <p:par>
                    <p:cTn id="319" fill="hold">
                      <p:stCondLst>
                        <p:cond delay="indefinite"/>
                      </p:stCondLst>
                      <p:childTnLst>
                        <p:par>
                          <p:cTn id="320" fill="hold">
                            <p:stCondLst>
                              <p:cond delay="0"/>
                            </p:stCondLst>
                            <p:childTnLst>
                              <p:par>
                                <p:cTn id="321" presetID="8" presetClass="emph" presetSubtype="0" fill="hold" nodeType="clickEffect">
                                  <p:stCondLst>
                                    <p:cond delay="0"/>
                                  </p:stCondLst>
                                  <p:childTnLst>
                                    <p:animRot by="-21600000">
                                      <p:cBhvr>
                                        <p:cTn id="322" dur="3000" fill="hold"/>
                                        <p:tgtEl>
                                          <p:spTgt spid="774"/>
                                        </p:tgtEl>
                                        <p:attrNameLst>
                                          <p:attrName>r</p:attrName>
                                        </p:attrNameLst>
                                      </p:cBhvr>
                                    </p:animRot>
                                  </p:childTnLst>
                                </p:cTn>
                              </p:par>
                            </p:childTnLst>
                          </p:cTn>
                        </p:par>
                      </p:childTnLst>
                    </p:cTn>
                  </p:par>
                  <p:par>
                    <p:cTn id="323" fill="hold">
                      <p:stCondLst>
                        <p:cond delay="indefinite"/>
                      </p:stCondLst>
                      <p:childTnLst>
                        <p:par>
                          <p:cTn id="324" fill="hold">
                            <p:stCondLst>
                              <p:cond delay="0"/>
                            </p:stCondLst>
                            <p:childTnLst>
                              <p:par>
                                <p:cTn id="325" presetID="8" presetClass="emph" presetSubtype="0" fill="hold" nodeType="clickEffect">
                                  <p:stCondLst>
                                    <p:cond delay="0"/>
                                  </p:stCondLst>
                                  <p:childTnLst>
                                    <p:animRot by="-21600000">
                                      <p:cBhvr>
                                        <p:cTn id="326" dur="3000" fill="hold"/>
                                        <p:tgtEl>
                                          <p:spTgt spid="774"/>
                                        </p:tgtEl>
                                        <p:attrNameLst>
                                          <p:attrName>r</p:attrName>
                                        </p:attrNameLst>
                                      </p:cBhvr>
                                    </p:animRot>
                                  </p:childTnLst>
                                </p:cTn>
                              </p:par>
                            </p:childTnLst>
                          </p:cTn>
                        </p:par>
                      </p:childTnLst>
                    </p:cTn>
                  </p:par>
                  <p:par>
                    <p:cTn id="327" fill="hold">
                      <p:stCondLst>
                        <p:cond delay="indefinite"/>
                      </p:stCondLst>
                      <p:childTnLst>
                        <p:par>
                          <p:cTn id="328" fill="hold">
                            <p:stCondLst>
                              <p:cond delay="0"/>
                            </p:stCondLst>
                            <p:childTnLst>
                              <p:par>
                                <p:cTn id="329" presetID="8" presetClass="emph" presetSubtype="0" fill="hold" nodeType="clickEffect">
                                  <p:stCondLst>
                                    <p:cond delay="0"/>
                                  </p:stCondLst>
                                  <p:childTnLst>
                                    <p:animRot by="-21600000">
                                      <p:cBhvr>
                                        <p:cTn id="330" dur="3000" fill="hold"/>
                                        <p:tgtEl>
                                          <p:spTgt spid="774"/>
                                        </p:tgtEl>
                                        <p:attrNameLst>
                                          <p:attrName>r</p:attrName>
                                        </p:attrNameLst>
                                      </p:cBhvr>
                                    </p:animRot>
                                  </p:childTnLst>
                                </p:cTn>
                              </p:par>
                            </p:childTnLst>
                          </p:cTn>
                        </p:par>
                      </p:childTnLst>
                    </p:cTn>
                  </p:par>
                  <p:par>
                    <p:cTn id="331" fill="hold">
                      <p:stCondLst>
                        <p:cond delay="indefinite"/>
                      </p:stCondLst>
                      <p:childTnLst>
                        <p:par>
                          <p:cTn id="332" fill="hold">
                            <p:stCondLst>
                              <p:cond delay="0"/>
                            </p:stCondLst>
                            <p:childTnLst>
                              <p:par>
                                <p:cTn id="333" presetID="8" presetClass="emph" presetSubtype="0" fill="hold" nodeType="clickEffect">
                                  <p:stCondLst>
                                    <p:cond delay="0"/>
                                  </p:stCondLst>
                                  <p:childTnLst>
                                    <p:animRot by="-21600000">
                                      <p:cBhvr>
                                        <p:cTn id="334" dur="3000" fill="hold"/>
                                        <p:tgtEl>
                                          <p:spTgt spid="774"/>
                                        </p:tgtEl>
                                        <p:attrNameLst>
                                          <p:attrName>r</p:attrName>
                                        </p:attrNameLst>
                                      </p:cBhvr>
                                    </p:animRot>
                                  </p:childTnLst>
                                </p:cTn>
                              </p:par>
                            </p:childTnLst>
                          </p:cTn>
                        </p:par>
                      </p:childTnLst>
                    </p:cTn>
                  </p:par>
                  <p:par>
                    <p:cTn id="335" fill="hold">
                      <p:stCondLst>
                        <p:cond delay="indefinite"/>
                      </p:stCondLst>
                      <p:childTnLst>
                        <p:par>
                          <p:cTn id="336" fill="hold">
                            <p:stCondLst>
                              <p:cond delay="0"/>
                            </p:stCondLst>
                            <p:childTnLst>
                              <p:par>
                                <p:cTn id="337" presetID="8" presetClass="emph" presetSubtype="0" fill="hold" nodeType="clickEffect">
                                  <p:stCondLst>
                                    <p:cond delay="0"/>
                                  </p:stCondLst>
                                  <p:childTnLst>
                                    <p:animRot by="-21600000">
                                      <p:cBhvr>
                                        <p:cTn id="338" dur="3000" fill="hold"/>
                                        <p:tgtEl>
                                          <p:spTgt spid="774"/>
                                        </p:tgtEl>
                                        <p:attrNameLst>
                                          <p:attrName>r</p:attrName>
                                        </p:attrNameLst>
                                      </p:cBhvr>
                                    </p:animRot>
                                  </p:childTnLst>
                                </p:cTn>
                              </p:par>
                            </p:childTnLst>
                          </p:cTn>
                        </p:par>
                      </p:childTnLst>
                    </p:cTn>
                  </p:par>
                  <p:par>
                    <p:cTn id="339" fill="hold">
                      <p:stCondLst>
                        <p:cond delay="indefinite"/>
                      </p:stCondLst>
                      <p:childTnLst>
                        <p:par>
                          <p:cTn id="340" fill="hold">
                            <p:stCondLst>
                              <p:cond delay="0"/>
                            </p:stCondLst>
                            <p:childTnLst>
                              <p:par>
                                <p:cTn id="341" presetID="8" presetClass="emph" presetSubtype="0" fill="hold" nodeType="clickEffect">
                                  <p:stCondLst>
                                    <p:cond delay="0"/>
                                  </p:stCondLst>
                                  <p:childTnLst>
                                    <p:animRot by="-21600000">
                                      <p:cBhvr>
                                        <p:cTn id="342" dur="3000" fill="hold"/>
                                        <p:tgtEl>
                                          <p:spTgt spid="774"/>
                                        </p:tgtEl>
                                        <p:attrNameLst>
                                          <p:attrName>r</p:attrName>
                                        </p:attrNameLst>
                                      </p:cBhvr>
                                    </p:animRot>
                                  </p:childTnLst>
                                </p:cTn>
                              </p:par>
                            </p:childTnLst>
                          </p:cTn>
                        </p:par>
                      </p:childTnLst>
                    </p:cTn>
                  </p:par>
                  <p:par>
                    <p:cTn id="343" fill="hold">
                      <p:stCondLst>
                        <p:cond delay="indefinite"/>
                      </p:stCondLst>
                      <p:childTnLst>
                        <p:par>
                          <p:cTn id="344" fill="hold">
                            <p:stCondLst>
                              <p:cond delay="0"/>
                            </p:stCondLst>
                            <p:childTnLst>
                              <p:par>
                                <p:cTn id="345" presetID="8" presetClass="emph" presetSubtype="0" fill="hold" nodeType="clickEffect">
                                  <p:stCondLst>
                                    <p:cond delay="0"/>
                                  </p:stCondLst>
                                  <p:childTnLst>
                                    <p:animRot by="-21600000">
                                      <p:cBhvr>
                                        <p:cTn id="346" dur="3000" fill="hold"/>
                                        <p:tgtEl>
                                          <p:spTgt spid="774"/>
                                        </p:tgtEl>
                                        <p:attrNameLst>
                                          <p:attrName>r</p:attrName>
                                        </p:attrNameLst>
                                      </p:cBhvr>
                                    </p:animRot>
                                  </p:childTnLst>
                                </p:cTn>
                              </p:par>
                            </p:childTnLst>
                          </p:cTn>
                        </p:par>
                      </p:childTnLst>
                    </p:cTn>
                  </p:par>
                  <p:par>
                    <p:cTn id="347" fill="hold">
                      <p:stCondLst>
                        <p:cond delay="indefinite"/>
                      </p:stCondLst>
                      <p:childTnLst>
                        <p:par>
                          <p:cTn id="348" fill="hold">
                            <p:stCondLst>
                              <p:cond delay="0"/>
                            </p:stCondLst>
                            <p:childTnLst>
                              <p:par>
                                <p:cTn id="349" presetID="8" presetClass="emph" presetSubtype="0" fill="hold" nodeType="clickEffect">
                                  <p:stCondLst>
                                    <p:cond delay="0"/>
                                  </p:stCondLst>
                                  <p:childTnLst>
                                    <p:animRot by="-21600000">
                                      <p:cBhvr>
                                        <p:cTn id="350" dur="3000" fill="hold"/>
                                        <p:tgtEl>
                                          <p:spTgt spid="774"/>
                                        </p:tgtEl>
                                        <p:attrNameLst>
                                          <p:attrName>r</p:attrName>
                                        </p:attrNameLst>
                                      </p:cBhvr>
                                    </p:animRot>
                                  </p:childTnLst>
                                </p:cTn>
                              </p:par>
                            </p:childTnLst>
                          </p:cTn>
                        </p:par>
                      </p:childTnLst>
                    </p:cTn>
                  </p:par>
                  <p:par>
                    <p:cTn id="351" fill="hold">
                      <p:stCondLst>
                        <p:cond delay="indefinite"/>
                      </p:stCondLst>
                      <p:childTnLst>
                        <p:par>
                          <p:cTn id="352" fill="hold">
                            <p:stCondLst>
                              <p:cond delay="0"/>
                            </p:stCondLst>
                            <p:childTnLst>
                              <p:par>
                                <p:cTn id="353" presetID="8" presetClass="emph" presetSubtype="0" fill="hold" nodeType="clickEffect">
                                  <p:stCondLst>
                                    <p:cond delay="0"/>
                                  </p:stCondLst>
                                  <p:childTnLst>
                                    <p:animRot by="-21600000">
                                      <p:cBhvr>
                                        <p:cTn id="354" dur="3000" fill="hold"/>
                                        <p:tgtEl>
                                          <p:spTgt spid="774"/>
                                        </p:tgtEl>
                                        <p:attrNameLst>
                                          <p:attrName>r</p:attrName>
                                        </p:attrNameLst>
                                      </p:cBhvr>
                                    </p:animRot>
                                  </p:childTnLst>
                                </p:cTn>
                              </p:par>
                            </p:childTnLst>
                          </p:cTn>
                        </p:par>
                      </p:childTnLst>
                    </p:cTn>
                  </p:par>
                  <p:par>
                    <p:cTn id="355" fill="hold">
                      <p:stCondLst>
                        <p:cond delay="indefinite"/>
                      </p:stCondLst>
                      <p:childTnLst>
                        <p:par>
                          <p:cTn id="356" fill="hold">
                            <p:stCondLst>
                              <p:cond delay="0"/>
                            </p:stCondLst>
                            <p:childTnLst>
                              <p:par>
                                <p:cTn id="357" presetID="8" presetClass="emph" presetSubtype="0" fill="hold" nodeType="clickEffect">
                                  <p:stCondLst>
                                    <p:cond delay="0"/>
                                  </p:stCondLst>
                                  <p:childTnLst>
                                    <p:animRot by="-21600000">
                                      <p:cBhvr>
                                        <p:cTn id="358" dur="3000" fill="hold"/>
                                        <p:tgtEl>
                                          <p:spTgt spid="774"/>
                                        </p:tgtEl>
                                        <p:attrNameLst>
                                          <p:attrName>r</p:attrName>
                                        </p:attrNameLst>
                                      </p:cBhvr>
                                    </p:animRot>
                                  </p:childTnLst>
                                </p:cTn>
                              </p:par>
                            </p:childTnLst>
                          </p:cTn>
                        </p:par>
                      </p:childTnLst>
                    </p:cTn>
                  </p:par>
                  <p:par>
                    <p:cTn id="359" fill="hold">
                      <p:stCondLst>
                        <p:cond delay="indefinite"/>
                      </p:stCondLst>
                      <p:childTnLst>
                        <p:par>
                          <p:cTn id="360" fill="hold">
                            <p:stCondLst>
                              <p:cond delay="0"/>
                            </p:stCondLst>
                            <p:childTnLst>
                              <p:par>
                                <p:cTn id="361" presetID="8" presetClass="emph" presetSubtype="0" fill="hold" nodeType="clickEffect">
                                  <p:stCondLst>
                                    <p:cond delay="0"/>
                                  </p:stCondLst>
                                  <p:childTnLst>
                                    <p:animRot by="-21600000">
                                      <p:cBhvr>
                                        <p:cTn id="362" dur="3000" fill="hold"/>
                                        <p:tgtEl>
                                          <p:spTgt spid="774"/>
                                        </p:tgtEl>
                                        <p:attrNameLst>
                                          <p:attrName>r</p:attrName>
                                        </p:attrNameLst>
                                      </p:cBhvr>
                                    </p:animRot>
                                  </p:childTnLst>
                                </p:cTn>
                              </p:par>
                            </p:childTnLst>
                          </p:cTn>
                        </p:par>
                      </p:childTnLst>
                    </p:cTn>
                  </p:par>
                  <p:par>
                    <p:cTn id="363" fill="hold">
                      <p:stCondLst>
                        <p:cond delay="indefinite"/>
                      </p:stCondLst>
                      <p:childTnLst>
                        <p:par>
                          <p:cTn id="364" fill="hold">
                            <p:stCondLst>
                              <p:cond delay="0"/>
                            </p:stCondLst>
                            <p:childTnLst>
                              <p:par>
                                <p:cTn id="365" presetID="8" presetClass="emph" presetSubtype="0" fill="hold" nodeType="clickEffect">
                                  <p:stCondLst>
                                    <p:cond delay="0"/>
                                  </p:stCondLst>
                                  <p:childTnLst>
                                    <p:animRot by="-21600000">
                                      <p:cBhvr>
                                        <p:cTn id="366" dur="3000" fill="hold"/>
                                        <p:tgtEl>
                                          <p:spTgt spid="774"/>
                                        </p:tgtEl>
                                        <p:attrNameLst>
                                          <p:attrName>r</p:attrName>
                                        </p:attrNameLst>
                                      </p:cBhvr>
                                    </p:animRot>
                                  </p:childTnLst>
                                </p:cTn>
                              </p:par>
                            </p:childTnLst>
                          </p:cTn>
                        </p:par>
                      </p:childTnLst>
                    </p:cTn>
                  </p:par>
                  <p:par>
                    <p:cTn id="367" fill="hold">
                      <p:stCondLst>
                        <p:cond delay="indefinite"/>
                      </p:stCondLst>
                      <p:childTnLst>
                        <p:par>
                          <p:cTn id="368" fill="hold">
                            <p:stCondLst>
                              <p:cond delay="0"/>
                            </p:stCondLst>
                            <p:childTnLst>
                              <p:par>
                                <p:cTn id="369" presetID="8" presetClass="emph" presetSubtype="0" fill="hold" nodeType="clickEffect">
                                  <p:stCondLst>
                                    <p:cond delay="0"/>
                                  </p:stCondLst>
                                  <p:childTnLst>
                                    <p:animRot by="-21600000">
                                      <p:cBhvr>
                                        <p:cTn id="370" dur="3000" fill="hold"/>
                                        <p:tgtEl>
                                          <p:spTgt spid="774"/>
                                        </p:tgtEl>
                                        <p:attrNameLst>
                                          <p:attrName>r</p:attrName>
                                        </p:attrNameLst>
                                      </p:cBhvr>
                                    </p:animRot>
                                  </p:childTnLst>
                                </p:cTn>
                              </p:par>
                            </p:childTnLst>
                          </p:cTn>
                        </p:par>
                      </p:childTnLst>
                    </p:cTn>
                  </p:par>
                  <p:par>
                    <p:cTn id="371" fill="hold">
                      <p:stCondLst>
                        <p:cond delay="indefinite"/>
                      </p:stCondLst>
                      <p:childTnLst>
                        <p:par>
                          <p:cTn id="372" fill="hold">
                            <p:stCondLst>
                              <p:cond delay="0"/>
                            </p:stCondLst>
                            <p:childTnLst>
                              <p:par>
                                <p:cTn id="373" presetID="8" presetClass="emph" presetSubtype="0" fill="hold" nodeType="clickEffect">
                                  <p:stCondLst>
                                    <p:cond delay="0"/>
                                  </p:stCondLst>
                                  <p:childTnLst>
                                    <p:animRot by="-21600000">
                                      <p:cBhvr>
                                        <p:cTn id="374" dur="3000" fill="hold"/>
                                        <p:tgtEl>
                                          <p:spTgt spid="774"/>
                                        </p:tgtEl>
                                        <p:attrNameLst>
                                          <p:attrName>r</p:attrName>
                                        </p:attrNameLst>
                                      </p:cBhvr>
                                    </p:animRot>
                                  </p:childTnLst>
                                </p:cTn>
                              </p:par>
                            </p:childTnLst>
                          </p:cTn>
                        </p:par>
                      </p:childTnLst>
                    </p:cTn>
                  </p:par>
                  <p:par>
                    <p:cTn id="375" fill="hold">
                      <p:stCondLst>
                        <p:cond delay="indefinite"/>
                      </p:stCondLst>
                      <p:childTnLst>
                        <p:par>
                          <p:cTn id="376" fill="hold">
                            <p:stCondLst>
                              <p:cond delay="0"/>
                            </p:stCondLst>
                            <p:childTnLst>
                              <p:par>
                                <p:cTn id="377" presetID="8" presetClass="emph" presetSubtype="0" fill="hold" nodeType="clickEffect">
                                  <p:stCondLst>
                                    <p:cond delay="0"/>
                                  </p:stCondLst>
                                  <p:childTnLst>
                                    <p:animRot by="-21600000">
                                      <p:cBhvr>
                                        <p:cTn id="378" dur="3000" fill="hold"/>
                                        <p:tgtEl>
                                          <p:spTgt spid="774"/>
                                        </p:tgtEl>
                                        <p:attrNameLst>
                                          <p:attrName>r</p:attrName>
                                        </p:attrNameLst>
                                      </p:cBhvr>
                                    </p:animRot>
                                  </p:childTnLst>
                                </p:cTn>
                              </p:par>
                            </p:childTnLst>
                          </p:cTn>
                        </p:par>
                      </p:childTnLst>
                    </p:cTn>
                  </p:par>
                  <p:par>
                    <p:cTn id="379" fill="hold">
                      <p:stCondLst>
                        <p:cond delay="indefinite"/>
                      </p:stCondLst>
                      <p:childTnLst>
                        <p:par>
                          <p:cTn id="380" fill="hold">
                            <p:stCondLst>
                              <p:cond delay="0"/>
                            </p:stCondLst>
                            <p:childTnLst>
                              <p:par>
                                <p:cTn id="381" presetID="8" presetClass="emph" presetSubtype="0" fill="hold" nodeType="clickEffect">
                                  <p:stCondLst>
                                    <p:cond delay="0"/>
                                  </p:stCondLst>
                                  <p:childTnLst>
                                    <p:animRot by="-21600000">
                                      <p:cBhvr>
                                        <p:cTn id="382" dur="3000" fill="hold"/>
                                        <p:tgtEl>
                                          <p:spTgt spid="774"/>
                                        </p:tgtEl>
                                        <p:attrNameLst>
                                          <p:attrName>r</p:attrName>
                                        </p:attrNameLst>
                                      </p:cBhvr>
                                    </p:animRot>
                                  </p:childTnLst>
                                </p:cTn>
                              </p:par>
                            </p:childTnLst>
                          </p:cTn>
                        </p:par>
                      </p:childTnLst>
                    </p:cTn>
                  </p:par>
                  <p:par>
                    <p:cTn id="383" fill="hold">
                      <p:stCondLst>
                        <p:cond delay="indefinite"/>
                      </p:stCondLst>
                      <p:childTnLst>
                        <p:par>
                          <p:cTn id="384" fill="hold">
                            <p:stCondLst>
                              <p:cond delay="0"/>
                            </p:stCondLst>
                            <p:childTnLst>
                              <p:par>
                                <p:cTn id="385" presetID="8" presetClass="emph" presetSubtype="0" fill="hold" nodeType="clickEffect">
                                  <p:stCondLst>
                                    <p:cond delay="0"/>
                                  </p:stCondLst>
                                  <p:childTnLst>
                                    <p:animRot by="-21600000">
                                      <p:cBhvr>
                                        <p:cTn id="386" dur="3000" fill="hold"/>
                                        <p:tgtEl>
                                          <p:spTgt spid="774"/>
                                        </p:tgtEl>
                                        <p:attrNameLst>
                                          <p:attrName>r</p:attrName>
                                        </p:attrNameLst>
                                      </p:cBhvr>
                                    </p:animRot>
                                  </p:childTnLst>
                                </p:cTn>
                              </p:par>
                            </p:childTnLst>
                          </p:cTn>
                        </p:par>
                      </p:childTnLst>
                    </p:cTn>
                  </p:par>
                  <p:par>
                    <p:cTn id="387" fill="hold">
                      <p:stCondLst>
                        <p:cond delay="indefinite"/>
                      </p:stCondLst>
                      <p:childTnLst>
                        <p:par>
                          <p:cTn id="388" fill="hold">
                            <p:stCondLst>
                              <p:cond delay="0"/>
                            </p:stCondLst>
                            <p:childTnLst>
                              <p:par>
                                <p:cTn id="389" presetID="8" presetClass="emph" presetSubtype="0" fill="hold" nodeType="clickEffect">
                                  <p:stCondLst>
                                    <p:cond delay="0"/>
                                  </p:stCondLst>
                                  <p:childTnLst>
                                    <p:animRot by="-21600000">
                                      <p:cBhvr>
                                        <p:cTn id="390" dur="3000" fill="hold"/>
                                        <p:tgtEl>
                                          <p:spTgt spid="774"/>
                                        </p:tgtEl>
                                        <p:attrNameLst>
                                          <p:attrName>r</p:attrName>
                                        </p:attrNameLst>
                                      </p:cBhvr>
                                    </p:animRot>
                                  </p:childTnLst>
                                </p:cTn>
                              </p:par>
                            </p:childTnLst>
                          </p:cTn>
                        </p:par>
                      </p:childTnLst>
                    </p:cTn>
                  </p:par>
                  <p:par>
                    <p:cTn id="391" fill="hold">
                      <p:stCondLst>
                        <p:cond delay="indefinite"/>
                      </p:stCondLst>
                      <p:childTnLst>
                        <p:par>
                          <p:cTn id="392" fill="hold">
                            <p:stCondLst>
                              <p:cond delay="0"/>
                            </p:stCondLst>
                            <p:childTnLst>
                              <p:par>
                                <p:cTn id="393" presetID="8" presetClass="emph" presetSubtype="0" fill="hold" nodeType="clickEffect">
                                  <p:stCondLst>
                                    <p:cond delay="0"/>
                                  </p:stCondLst>
                                  <p:childTnLst>
                                    <p:animRot by="-21600000">
                                      <p:cBhvr>
                                        <p:cTn id="394" dur="3000" fill="hold"/>
                                        <p:tgtEl>
                                          <p:spTgt spid="774"/>
                                        </p:tgtEl>
                                        <p:attrNameLst>
                                          <p:attrName>r</p:attrName>
                                        </p:attrNameLst>
                                      </p:cBhvr>
                                    </p:animRot>
                                  </p:childTnLst>
                                </p:cTn>
                              </p:par>
                            </p:childTnLst>
                          </p:cTn>
                        </p:par>
                      </p:childTnLst>
                    </p:cTn>
                  </p:par>
                  <p:par>
                    <p:cTn id="395" fill="hold">
                      <p:stCondLst>
                        <p:cond delay="indefinite"/>
                      </p:stCondLst>
                      <p:childTnLst>
                        <p:par>
                          <p:cTn id="396" fill="hold">
                            <p:stCondLst>
                              <p:cond delay="0"/>
                            </p:stCondLst>
                            <p:childTnLst>
                              <p:par>
                                <p:cTn id="397" presetID="8" presetClass="emph" presetSubtype="0" fill="hold" nodeType="clickEffect">
                                  <p:stCondLst>
                                    <p:cond delay="0"/>
                                  </p:stCondLst>
                                  <p:childTnLst>
                                    <p:animRot by="-21600000">
                                      <p:cBhvr>
                                        <p:cTn id="398" dur="3000" fill="hold"/>
                                        <p:tgtEl>
                                          <p:spTgt spid="774"/>
                                        </p:tgtEl>
                                        <p:attrNameLst>
                                          <p:attrName>r</p:attrName>
                                        </p:attrNameLst>
                                      </p:cBhvr>
                                    </p:animRot>
                                  </p:childTnLst>
                                </p:cTn>
                              </p:par>
                            </p:childTnLst>
                          </p:cTn>
                        </p:par>
                      </p:childTnLst>
                    </p:cTn>
                  </p:par>
                  <p:par>
                    <p:cTn id="399" fill="hold">
                      <p:stCondLst>
                        <p:cond delay="indefinite"/>
                      </p:stCondLst>
                      <p:childTnLst>
                        <p:par>
                          <p:cTn id="400" fill="hold">
                            <p:stCondLst>
                              <p:cond delay="0"/>
                            </p:stCondLst>
                            <p:childTnLst>
                              <p:par>
                                <p:cTn id="401" presetID="8" presetClass="emph" presetSubtype="0" fill="hold" nodeType="clickEffect">
                                  <p:stCondLst>
                                    <p:cond delay="0"/>
                                  </p:stCondLst>
                                  <p:childTnLst>
                                    <p:animRot by="-21600000">
                                      <p:cBhvr>
                                        <p:cTn id="402" dur="3000" fill="hold"/>
                                        <p:tgtEl>
                                          <p:spTgt spid="774"/>
                                        </p:tgtEl>
                                        <p:attrNameLst>
                                          <p:attrName>r</p:attrName>
                                        </p:attrNameLst>
                                      </p:cBhvr>
                                    </p:animRot>
                                  </p:childTnLst>
                                </p:cTn>
                              </p:par>
                            </p:childTnLst>
                          </p:cTn>
                        </p:par>
                      </p:childTnLst>
                    </p:cTn>
                  </p:par>
                  <p:par>
                    <p:cTn id="403" fill="hold">
                      <p:stCondLst>
                        <p:cond delay="indefinite"/>
                      </p:stCondLst>
                      <p:childTnLst>
                        <p:par>
                          <p:cTn id="404" fill="hold">
                            <p:stCondLst>
                              <p:cond delay="0"/>
                            </p:stCondLst>
                            <p:childTnLst>
                              <p:par>
                                <p:cTn id="405" presetID="8" presetClass="emph" presetSubtype="0" fill="hold" nodeType="clickEffect">
                                  <p:stCondLst>
                                    <p:cond delay="0"/>
                                  </p:stCondLst>
                                  <p:childTnLst>
                                    <p:animRot by="-21600000">
                                      <p:cBhvr>
                                        <p:cTn id="406" dur="3000" fill="hold"/>
                                        <p:tgtEl>
                                          <p:spTgt spid="774"/>
                                        </p:tgtEl>
                                        <p:attrNameLst>
                                          <p:attrName>r</p:attrName>
                                        </p:attrNameLst>
                                      </p:cBhvr>
                                    </p:animRot>
                                  </p:childTnLst>
                                </p:cTn>
                              </p:par>
                            </p:childTnLst>
                          </p:cTn>
                        </p:par>
                      </p:childTnLst>
                    </p:cTn>
                  </p:par>
                  <p:par>
                    <p:cTn id="407" fill="hold">
                      <p:stCondLst>
                        <p:cond delay="indefinite"/>
                      </p:stCondLst>
                      <p:childTnLst>
                        <p:par>
                          <p:cTn id="408" fill="hold">
                            <p:stCondLst>
                              <p:cond delay="0"/>
                            </p:stCondLst>
                            <p:childTnLst>
                              <p:par>
                                <p:cTn id="409" presetID="8" presetClass="emph" presetSubtype="0" fill="hold" nodeType="clickEffect">
                                  <p:stCondLst>
                                    <p:cond delay="0"/>
                                  </p:stCondLst>
                                  <p:childTnLst>
                                    <p:animRot by="-21600000">
                                      <p:cBhvr>
                                        <p:cTn id="410" dur="3000" fill="hold"/>
                                        <p:tgtEl>
                                          <p:spTgt spid="774"/>
                                        </p:tgtEl>
                                        <p:attrNameLst>
                                          <p:attrName>r</p:attrName>
                                        </p:attrNameLst>
                                      </p:cBhvr>
                                    </p:animRot>
                                  </p:childTnLst>
                                </p:cTn>
                              </p:par>
                            </p:childTnLst>
                          </p:cTn>
                        </p:par>
                      </p:childTnLst>
                    </p:cTn>
                  </p:par>
                  <p:par>
                    <p:cTn id="411" fill="hold">
                      <p:stCondLst>
                        <p:cond delay="indefinite"/>
                      </p:stCondLst>
                      <p:childTnLst>
                        <p:par>
                          <p:cTn id="412" fill="hold">
                            <p:stCondLst>
                              <p:cond delay="0"/>
                            </p:stCondLst>
                            <p:childTnLst>
                              <p:par>
                                <p:cTn id="413" presetID="8" presetClass="emph" presetSubtype="0" fill="hold" nodeType="clickEffect">
                                  <p:stCondLst>
                                    <p:cond delay="0"/>
                                  </p:stCondLst>
                                  <p:childTnLst>
                                    <p:animRot by="-21600000">
                                      <p:cBhvr>
                                        <p:cTn id="414" dur="3000" fill="hold"/>
                                        <p:tgtEl>
                                          <p:spTgt spid="774"/>
                                        </p:tgtEl>
                                        <p:attrNameLst>
                                          <p:attrName>r</p:attrName>
                                        </p:attrNameLst>
                                      </p:cBhvr>
                                    </p:animRot>
                                  </p:childTnLst>
                                </p:cTn>
                              </p:par>
                            </p:childTnLst>
                          </p:cTn>
                        </p:par>
                      </p:childTnLst>
                    </p:cTn>
                  </p:par>
                  <p:par>
                    <p:cTn id="415" fill="hold">
                      <p:stCondLst>
                        <p:cond delay="indefinite"/>
                      </p:stCondLst>
                      <p:childTnLst>
                        <p:par>
                          <p:cTn id="416" fill="hold">
                            <p:stCondLst>
                              <p:cond delay="0"/>
                            </p:stCondLst>
                            <p:childTnLst>
                              <p:par>
                                <p:cTn id="417" presetID="8" presetClass="emph" presetSubtype="0" fill="hold" nodeType="clickEffect">
                                  <p:stCondLst>
                                    <p:cond delay="0"/>
                                  </p:stCondLst>
                                  <p:childTnLst>
                                    <p:animRot by="-21600000">
                                      <p:cBhvr>
                                        <p:cTn id="418" dur="3000" fill="hold"/>
                                        <p:tgtEl>
                                          <p:spTgt spid="774"/>
                                        </p:tgtEl>
                                        <p:attrNameLst>
                                          <p:attrName>r</p:attrName>
                                        </p:attrNameLst>
                                      </p:cBhvr>
                                    </p:animRot>
                                  </p:childTnLst>
                                </p:cTn>
                              </p:par>
                            </p:childTnLst>
                          </p:cTn>
                        </p:par>
                      </p:childTnLst>
                    </p:cTn>
                  </p:par>
                  <p:par>
                    <p:cTn id="419" fill="hold">
                      <p:stCondLst>
                        <p:cond delay="indefinite"/>
                      </p:stCondLst>
                      <p:childTnLst>
                        <p:par>
                          <p:cTn id="420" fill="hold">
                            <p:stCondLst>
                              <p:cond delay="0"/>
                            </p:stCondLst>
                            <p:childTnLst>
                              <p:par>
                                <p:cTn id="421" presetID="8" presetClass="emph" presetSubtype="0" fill="hold" nodeType="clickEffect">
                                  <p:stCondLst>
                                    <p:cond delay="0"/>
                                  </p:stCondLst>
                                  <p:childTnLst>
                                    <p:animRot by="-21600000">
                                      <p:cBhvr>
                                        <p:cTn id="422" dur="3000" fill="hold"/>
                                        <p:tgtEl>
                                          <p:spTgt spid="774"/>
                                        </p:tgtEl>
                                        <p:attrNameLst>
                                          <p:attrName>r</p:attrName>
                                        </p:attrNameLst>
                                      </p:cBhvr>
                                    </p:animRot>
                                  </p:childTnLst>
                                </p:cTn>
                              </p:par>
                            </p:childTnLst>
                          </p:cTn>
                        </p:par>
                      </p:childTnLst>
                    </p:cTn>
                  </p:par>
                  <p:par>
                    <p:cTn id="423" fill="hold">
                      <p:stCondLst>
                        <p:cond delay="indefinite"/>
                      </p:stCondLst>
                      <p:childTnLst>
                        <p:par>
                          <p:cTn id="424" fill="hold">
                            <p:stCondLst>
                              <p:cond delay="0"/>
                            </p:stCondLst>
                            <p:childTnLst>
                              <p:par>
                                <p:cTn id="425" presetID="8" presetClass="emph" presetSubtype="0" fill="hold" nodeType="clickEffect">
                                  <p:stCondLst>
                                    <p:cond delay="0"/>
                                  </p:stCondLst>
                                  <p:childTnLst>
                                    <p:animRot by="-21600000">
                                      <p:cBhvr>
                                        <p:cTn id="426" dur="3000" fill="hold"/>
                                        <p:tgtEl>
                                          <p:spTgt spid="774"/>
                                        </p:tgtEl>
                                        <p:attrNameLst>
                                          <p:attrName>r</p:attrName>
                                        </p:attrNameLst>
                                      </p:cBhvr>
                                    </p:animRot>
                                  </p:childTnLst>
                                </p:cTn>
                              </p:par>
                            </p:childTnLst>
                          </p:cTn>
                        </p:par>
                      </p:childTnLst>
                    </p:cTn>
                  </p:par>
                  <p:par>
                    <p:cTn id="427" fill="hold">
                      <p:stCondLst>
                        <p:cond delay="indefinite"/>
                      </p:stCondLst>
                      <p:childTnLst>
                        <p:par>
                          <p:cTn id="428" fill="hold">
                            <p:stCondLst>
                              <p:cond delay="0"/>
                            </p:stCondLst>
                            <p:childTnLst>
                              <p:par>
                                <p:cTn id="429" presetID="8" presetClass="emph" presetSubtype="0" fill="hold" nodeType="clickEffect">
                                  <p:stCondLst>
                                    <p:cond delay="0"/>
                                  </p:stCondLst>
                                  <p:childTnLst>
                                    <p:animRot by="-21600000">
                                      <p:cBhvr>
                                        <p:cTn id="430" dur="3000" fill="hold"/>
                                        <p:tgtEl>
                                          <p:spTgt spid="774"/>
                                        </p:tgtEl>
                                        <p:attrNameLst>
                                          <p:attrName>r</p:attrName>
                                        </p:attrNameLst>
                                      </p:cBhvr>
                                    </p:animRot>
                                  </p:childTnLst>
                                </p:cTn>
                              </p:par>
                            </p:childTnLst>
                          </p:cTn>
                        </p:par>
                      </p:childTnLst>
                    </p:cTn>
                  </p:par>
                  <p:par>
                    <p:cTn id="431" fill="hold">
                      <p:stCondLst>
                        <p:cond delay="indefinite"/>
                      </p:stCondLst>
                      <p:childTnLst>
                        <p:par>
                          <p:cTn id="432" fill="hold">
                            <p:stCondLst>
                              <p:cond delay="0"/>
                            </p:stCondLst>
                            <p:childTnLst>
                              <p:par>
                                <p:cTn id="433" presetID="8" presetClass="emph" presetSubtype="0" fill="hold" nodeType="clickEffect">
                                  <p:stCondLst>
                                    <p:cond delay="0"/>
                                  </p:stCondLst>
                                  <p:childTnLst>
                                    <p:animRot by="-21600000">
                                      <p:cBhvr>
                                        <p:cTn id="434" dur="3000" fill="hold"/>
                                        <p:tgtEl>
                                          <p:spTgt spid="774"/>
                                        </p:tgtEl>
                                        <p:attrNameLst>
                                          <p:attrName>r</p:attrName>
                                        </p:attrNameLst>
                                      </p:cBhvr>
                                    </p:animRot>
                                  </p:childTnLst>
                                </p:cTn>
                              </p:par>
                            </p:childTnLst>
                          </p:cTn>
                        </p:par>
                      </p:childTnLst>
                    </p:cTn>
                  </p:par>
                  <p:par>
                    <p:cTn id="435" fill="hold">
                      <p:stCondLst>
                        <p:cond delay="indefinite"/>
                      </p:stCondLst>
                      <p:childTnLst>
                        <p:par>
                          <p:cTn id="436" fill="hold">
                            <p:stCondLst>
                              <p:cond delay="0"/>
                            </p:stCondLst>
                            <p:childTnLst>
                              <p:par>
                                <p:cTn id="437" presetID="8" presetClass="emph" presetSubtype="0" fill="hold" nodeType="clickEffect">
                                  <p:stCondLst>
                                    <p:cond delay="0"/>
                                  </p:stCondLst>
                                  <p:childTnLst>
                                    <p:animRot by="-21600000">
                                      <p:cBhvr>
                                        <p:cTn id="438" dur="3000" fill="hold"/>
                                        <p:tgtEl>
                                          <p:spTgt spid="774"/>
                                        </p:tgtEl>
                                        <p:attrNameLst>
                                          <p:attrName>r</p:attrName>
                                        </p:attrNameLst>
                                      </p:cBhvr>
                                    </p:animRot>
                                  </p:childTnLst>
                                </p:cTn>
                              </p:par>
                            </p:childTnLst>
                          </p:cTn>
                        </p:par>
                      </p:childTnLst>
                    </p:cTn>
                  </p:par>
                  <p:par>
                    <p:cTn id="439" fill="hold">
                      <p:stCondLst>
                        <p:cond delay="indefinite"/>
                      </p:stCondLst>
                      <p:childTnLst>
                        <p:par>
                          <p:cTn id="440" fill="hold">
                            <p:stCondLst>
                              <p:cond delay="0"/>
                            </p:stCondLst>
                            <p:childTnLst>
                              <p:par>
                                <p:cTn id="441" presetID="8" presetClass="emph" presetSubtype="0" fill="hold" nodeType="clickEffect">
                                  <p:stCondLst>
                                    <p:cond delay="0"/>
                                  </p:stCondLst>
                                  <p:childTnLst>
                                    <p:animRot by="-21600000">
                                      <p:cBhvr>
                                        <p:cTn id="442" dur="3000" fill="hold"/>
                                        <p:tgtEl>
                                          <p:spTgt spid="774"/>
                                        </p:tgtEl>
                                        <p:attrNameLst>
                                          <p:attrName>r</p:attrName>
                                        </p:attrNameLst>
                                      </p:cBhvr>
                                    </p:animRot>
                                  </p:childTnLst>
                                </p:cTn>
                              </p:par>
                            </p:childTnLst>
                          </p:cTn>
                        </p:par>
                      </p:childTnLst>
                    </p:cTn>
                  </p:par>
                  <p:par>
                    <p:cTn id="443" fill="hold">
                      <p:stCondLst>
                        <p:cond delay="indefinite"/>
                      </p:stCondLst>
                      <p:childTnLst>
                        <p:par>
                          <p:cTn id="444" fill="hold">
                            <p:stCondLst>
                              <p:cond delay="0"/>
                            </p:stCondLst>
                            <p:childTnLst>
                              <p:par>
                                <p:cTn id="445" presetID="8" presetClass="emph" presetSubtype="0" fill="hold" nodeType="clickEffect">
                                  <p:stCondLst>
                                    <p:cond delay="0"/>
                                  </p:stCondLst>
                                  <p:childTnLst>
                                    <p:animRot by="-21600000">
                                      <p:cBhvr>
                                        <p:cTn id="446" dur="3000" fill="hold"/>
                                        <p:tgtEl>
                                          <p:spTgt spid="774"/>
                                        </p:tgtEl>
                                        <p:attrNameLst>
                                          <p:attrName>r</p:attrName>
                                        </p:attrNameLst>
                                      </p:cBhvr>
                                    </p:animRot>
                                  </p:childTnLst>
                                </p:cTn>
                              </p:par>
                            </p:childTnLst>
                          </p:cTn>
                        </p:par>
                      </p:childTnLst>
                    </p:cTn>
                  </p:par>
                  <p:par>
                    <p:cTn id="447" fill="hold">
                      <p:stCondLst>
                        <p:cond delay="indefinite"/>
                      </p:stCondLst>
                      <p:childTnLst>
                        <p:par>
                          <p:cTn id="448" fill="hold">
                            <p:stCondLst>
                              <p:cond delay="0"/>
                            </p:stCondLst>
                            <p:childTnLst>
                              <p:par>
                                <p:cTn id="449" presetID="8" presetClass="emph" presetSubtype="0" fill="hold" nodeType="clickEffect">
                                  <p:stCondLst>
                                    <p:cond delay="0"/>
                                  </p:stCondLst>
                                  <p:childTnLst>
                                    <p:animRot by="-21600000">
                                      <p:cBhvr>
                                        <p:cTn id="450" dur="3000" fill="hold"/>
                                        <p:tgtEl>
                                          <p:spTgt spid="774"/>
                                        </p:tgtEl>
                                        <p:attrNameLst>
                                          <p:attrName>r</p:attrName>
                                        </p:attrNameLst>
                                      </p:cBhvr>
                                    </p:animRot>
                                  </p:childTnLst>
                                </p:cTn>
                              </p:par>
                            </p:childTnLst>
                          </p:cTn>
                        </p:par>
                      </p:childTnLst>
                    </p:cTn>
                  </p:par>
                  <p:par>
                    <p:cTn id="451" fill="hold">
                      <p:stCondLst>
                        <p:cond delay="indefinite"/>
                      </p:stCondLst>
                      <p:childTnLst>
                        <p:par>
                          <p:cTn id="452" fill="hold">
                            <p:stCondLst>
                              <p:cond delay="0"/>
                            </p:stCondLst>
                            <p:childTnLst>
                              <p:par>
                                <p:cTn id="453" presetID="8" presetClass="emph" presetSubtype="0" fill="hold" nodeType="clickEffect">
                                  <p:stCondLst>
                                    <p:cond delay="0"/>
                                  </p:stCondLst>
                                  <p:childTnLst>
                                    <p:animRot by="-21600000">
                                      <p:cBhvr>
                                        <p:cTn id="454" dur="3000" fill="hold"/>
                                        <p:tgtEl>
                                          <p:spTgt spid="774"/>
                                        </p:tgtEl>
                                        <p:attrNameLst>
                                          <p:attrName>r</p:attrName>
                                        </p:attrNameLst>
                                      </p:cBhvr>
                                    </p:animRot>
                                  </p:childTnLst>
                                </p:cTn>
                              </p:par>
                            </p:childTnLst>
                          </p:cTn>
                        </p:par>
                      </p:childTnLst>
                    </p:cTn>
                  </p:par>
                  <p:par>
                    <p:cTn id="455" fill="hold">
                      <p:stCondLst>
                        <p:cond delay="indefinite"/>
                      </p:stCondLst>
                      <p:childTnLst>
                        <p:par>
                          <p:cTn id="456" fill="hold">
                            <p:stCondLst>
                              <p:cond delay="0"/>
                            </p:stCondLst>
                            <p:childTnLst>
                              <p:par>
                                <p:cTn id="457" presetID="8" presetClass="emph" presetSubtype="0" fill="hold" nodeType="clickEffect">
                                  <p:stCondLst>
                                    <p:cond delay="0"/>
                                  </p:stCondLst>
                                  <p:childTnLst>
                                    <p:animRot by="-21600000">
                                      <p:cBhvr>
                                        <p:cTn id="458" dur="3000" fill="hold"/>
                                        <p:tgtEl>
                                          <p:spTgt spid="774"/>
                                        </p:tgtEl>
                                        <p:attrNameLst>
                                          <p:attrName>r</p:attrName>
                                        </p:attrNameLst>
                                      </p:cBhvr>
                                    </p:animRot>
                                  </p:childTnLst>
                                </p:cTn>
                              </p:par>
                            </p:childTnLst>
                          </p:cTn>
                        </p:par>
                      </p:childTnLst>
                    </p:cTn>
                  </p:par>
                  <p:par>
                    <p:cTn id="459" fill="hold">
                      <p:stCondLst>
                        <p:cond delay="indefinite"/>
                      </p:stCondLst>
                      <p:childTnLst>
                        <p:par>
                          <p:cTn id="460" fill="hold">
                            <p:stCondLst>
                              <p:cond delay="0"/>
                            </p:stCondLst>
                            <p:childTnLst>
                              <p:par>
                                <p:cTn id="461" presetID="8" presetClass="emph" presetSubtype="0" fill="hold" nodeType="clickEffect">
                                  <p:stCondLst>
                                    <p:cond delay="0"/>
                                  </p:stCondLst>
                                  <p:childTnLst>
                                    <p:animRot by="-21600000">
                                      <p:cBhvr>
                                        <p:cTn id="462" dur="3000" fill="hold"/>
                                        <p:tgtEl>
                                          <p:spTgt spid="774"/>
                                        </p:tgtEl>
                                        <p:attrNameLst>
                                          <p:attrName>r</p:attrName>
                                        </p:attrNameLst>
                                      </p:cBhvr>
                                    </p:animRot>
                                  </p:childTnLst>
                                </p:cTn>
                              </p:par>
                            </p:childTnLst>
                          </p:cTn>
                        </p:par>
                      </p:childTnLst>
                    </p:cTn>
                  </p:par>
                  <p:par>
                    <p:cTn id="463" fill="hold">
                      <p:stCondLst>
                        <p:cond delay="indefinite"/>
                      </p:stCondLst>
                      <p:childTnLst>
                        <p:par>
                          <p:cTn id="464" fill="hold">
                            <p:stCondLst>
                              <p:cond delay="0"/>
                            </p:stCondLst>
                            <p:childTnLst>
                              <p:par>
                                <p:cTn id="465" presetID="8" presetClass="emph" presetSubtype="0" fill="hold" nodeType="clickEffect">
                                  <p:stCondLst>
                                    <p:cond delay="0"/>
                                  </p:stCondLst>
                                  <p:childTnLst>
                                    <p:animRot by="-21600000">
                                      <p:cBhvr>
                                        <p:cTn id="466" dur="3000" fill="hold"/>
                                        <p:tgtEl>
                                          <p:spTgt spid="774"/>
                                        </p:tgtEl>
                                        <p:attrNameLst>
                                          <p:attrName>r</p:attrName>
                                        </p:attrNameLst>
                                      </p:cBhvr>
                                    </p:animRot>
                                  </p:childTnLst>
                                </p:cTn>
                              </p:par>
                            </p:childTnLst>
                          </p:cTn>
                        </p:par>
                      </p:childTnLst>
                    </p:cTn>
                  </p:par>
                  <p:par>
                    <p:cTn id="467" fill="hold">
                      <p:stCondLst>
                        <p:cond delay="indefinite"/>
                      </p:stCondLst>
                      <p:childTnLst>
                        <p:par>
                          <p:cTn id="468" fill="hold">
                            <p:stCondLst>
                              <p:cond delay="0"/>
                            </p:stCondLst>
                            <p:childTnLst>
                              <p:par>
                                <p:cTn id="469" presetID="8" presetClass="emph" presetSubtype="0" fill="hold" nodeType="clickEffect">
                                  <p:stCondLst>
                                    <p:cond delay="0"/>
                                  </p:stCondLst>
                                  <p:childTnLst>
                                    <p:animRot by="-21600000">
                                      <p:cBhvr>
                                        <p:cTn id="470" dur="3000" fill="hold"/>
                                        <p:tgtEl>
                                          <p:spTgt spid="774"/>
                                        </p:tgtEl>
                                        <p:attrNameLst>
                                          <p:attrName>r</p:attrName>
                                        </p:attrNameLst>
                                      </p:cBhvr>
                                    </p:animRot>
                                  </p:childTnLst>
                                </p:cTn>
                              </p:par>
                            </p:childTnLst>
                          </p:cTn>
                        </p:par>
                      </p:childTnLst>
                    </p:cTn>
                  </p:par>
                  <p:par>
                    <p:cTn id="471" fill="hold">
                      <p:stCondLst>
                        <p:cond delay="indefinite"/>
                      </p:stCondLst>
                      <p:childTnLst>
                        <p:par>
                          <p:cTn id="472" fill="hold">
                            <p:stCondLst>
                              <p:cond delay="0"/>
                            </p:stCondLst>
                            <p:childTnLst>
                              <p:par>
                                <p:cTn id="473" presetID="8" presetClass="emph" presetSubtype="0" fill="hold" nodeType="clickEffect">
                                  <p:stCondLst>
                                    <p:cond delay="0"/>
                                  </p:stCondLst>
                                  <p:childTnLst>
                                    <p:animRot by="-21600000">
                                      <p:cBhvr>
                                        <p:cTn id="474" dur="3000" fill="hold"/>
                                        <p:tgtEl>
                                          <p:spTgt spid="774"/>
                                        </p:tgtEl>
                                        <p:attrNameLst>
                                          <p:attrName>r</p:attrName>
                                        </p:attrNameLst>
                                      </p:cBhvr>
                                    </p:animRot>
                                  </p:childTnLst>
                                </p:cTn>
                              </p:par>
                            </p:childTnLst>
                          </p:cTn>
                        </p:par>
                      </p:childTnLst>
                    </p:cTn>
                  </p:par>
                  <p:par>
                    <p:cTn id="475" fill="hold">
                      <p:stCondLst>
                        <p:cond delay="indefinite"/>
                      </p:stCondLst>
                      <p:childTnLst>
                        <p:par>
                          <p:cTn id="476" fill="hold">
                            <p:stCondLst>
                              <p:cond delay="0"/>
                            </p:stCondLst>
                            <p:childTnLst>
                              <p:par>
                                <p:cTn id="477" presetID="8" presetClass="emph" presetSubtype="0" fill="hold" nodeType="clickEffect">
                                  <p:stCondLst>
                                    <p:cond delay="0"/>
                                  </p:stCondLst>
                                  <p:childTnLst>
                                    <p:animRot by="-21600000">
                                      <p:cBhvr>
                                        <p:cTn id="478" dur="3000" fill="hold"/>
                                        <p:tgtEl>
                                          <p:spTgt spid="774"/>
                                        </p:tgtEl>
                                        <p:attrNameLst>
                                          <p:attrName>r</p:attrName>
                                        </p:attrNameLst>
                                      </p:cBhvr>
                                    </p:animRot>
                                  </p:childTnLst>
                                </p:cTn>
                              </p:par>
                            </p:childTnLst>
                          </p:cTn>
                        </p:par>
                      </p:childTnLst>
                    </p:cTn>
                  </p:par>
                  <p:par>
                    <p:cTn id="479" fill="hold">
                      <p:stCondLst>
                        <p:cond delay="indefinite"/>
                      </p:stCondLst>
                      <p:childTnLst>
                        <p:par>
                          <p:cTn id="480" fill="hold">
                            <p:stCondLst>
                              <p:cond delay="0"/>
                            </p:stCondLst>
                            <p:childTnLst>
                              <p:par>
                                <p:cTn id="481" presetID="8" presetClass="emph" presetSubtype="0" fill="hold" nodeType="clickEffect">
                                  <p:stCondLst>
                                    <p:cond delay="0"/>
                                  </p:stCondLst>
                                  <p:childTnLst>
                                    <p:animRot by="-21600000">
                                      <p:cBhvr>
                                        <p:cTn id="482" dur="3000" fill="hold"/>
                                        <p:tgtEl>
                                          <p:spTgt spid="774"/>
                                        </p:tgtEl>
                                        <p:attrNameLst>
                                          <p:attrName>r</p:attrName>
                                        </p:attrNameLst>
                                      </p:cBhvr>
                                    </p:animRot>
                                  </p:childTnLst>
                                </p:cTn>
                              </p:par>
                            </p:childTnLst>
                          </p:cTn>
                        </p:par>
                      </p:childTnLst>
                    </p:cTn>
                  </p:par>
                  <p:par>
                    <p:cTn id="483" fill="hold">
                      <p:stCondLst>
                        <p:cond delay="indefinite"/>
                      </p:stCondLst>
                      <p:childTnLst>
                        <p:par>
                          <p:cTn id="484" fill="hold">
                            <p:stCondLst>
                              <p:cond delay="0"/>
                            </p:stCondLst>
                            <p:childTnLst>
                              <p:par>
                                <p:cTn id="485" presetID="8" presetClass="emph" presetSubtype="0" fill="hold" nodeType="clickEffect">
                                  <p:stCondLst>
                                    <p:cond delay="0"/>
                                  </p:stCondLst>
                                  <p:childTnLst>
                                    <p:animRot by="-21600000">
                                      <p:cBhvr>
                                        <p:cTn id="486" dur="3000" fill="hold"/>
                                        <p:tgtEl>
                                          <p:spTgt spid="774"/>
                                        </p:tgtEl>
                                        <p:attrNameLst>
                                          <p:attrName>r</p:attrName>
                                        </p:attrNameLst>
                                      </p:cBhvr>
                                    </p:animRot>
                                  </p:childTnLst>
                                </p:cTn>
                              </p:par>
                            </p:childTnLst>
                          </p:cTn>
                        </p:par>
                      </p:childTnLst>
                    </p:cTn>
                  </p:par>
                  <p:par>
                    <p:cTn id="487" fill="hold">
                      <p:stCondLst>
                        <p:cond delay="indefinite"/>
                      </p:stCondLst>
                      <p:childTnLst>
                        <p:par>
                          <p:cTn id="488" fill="hold">
                            <p:stCondLst>
                              <p:cond delay="0"/>
                            </p:stCondLst>
                            <p:childTnLst>
                              <p:par>
                                <p:cTn id="489" presetID="8" presetClass="emph" presetSubtype="0" fill="hold" nodeType="clickEffect">
                                  <p:stCondLst>
                                    <p:cond delay="0"/>
                                  </p:stCondLst>
                                  <p:childTnLst>
                                    <p:animRot by="-21600000">
                                      <p:cBhvr>
                                        <p:cTn id="490" dur="3000" fill="hold"/>
                                        <p:tgtEl>
                                          <p:spTgt spid="774"/>
                                        </p:tgtEl>
                                        <p:attrNameLst>
                                          <p:attrName>r</p:attrName>
                                        </p:attrNameLst>
                                      </p:cBhvr>
                                    </p:animRot>
                                  </p:childTnLst>
                                </p:cTn>
                              </p:par>
                            </p:childTnLst>
                          </p:cTn>
                        </p:par>
                      </p:childTnLst>
                    </p:cTn>
                  </p:par>
                  <p:par>
                    <p:cTn id="491" fill="hold">
                      <p:stCondLst>
                        <p:cond delay="indefinite"/>
                      </p:stCondLst>
                      <p:childTnLst>
                        <p:par>
                          <p:cTn id="492" fill="hold">
                            <p:stCondLst>
                              <p:cond delay="0"/>
                            </p:stCondLst>
                            <p:childTnLst>
                              <p:par>
                                <p:cTn id="493" presetID="8" presetClass="emph" presetSubtype="0" fill="hold" nodeType="clickEffect">
                                  <p:stCondLst>
                                    <p:cond delay="0"/>
                                  </p:stCondLst>
                                  <p:childTnLst>
                                    <p:animRot by="-21600000">
                                      <p:cBhvr>
                                        <p:cTn id="494" dur="3000" fill="hold"/>
                                        <p:tgtEl>
                                          <p:spTgt spid="774"/>
                                        </p:tgtEl>
                                        <p:attrNameLst>
                                          <p:attrName>r</p:attrName>
                                        </p:attrNameLst>
                                      </p:cBhvr>
                                    </p:animRot>
                                  </p:childTnLst>
                                </p:cTn>
                              </p:par>
                            </p:childTnLst>
                          </p:cTn>
                        </p:par>
                      </p:childTnLst>
                    </p:cTn>
                  </p:par>
                  <p:par>
                    <p:cTn id="495" fill="hold">
                      <p:stCondLst>
                        <p:cond delay="indefinite"/>
                      </p:stCondLst>
                      <p:childTnLst>
                        <p:par>
                          <p:cTn id="496" fill="hold">
                            <p:stCondLst>
                              <p:cond delay="0"/>
                            </p:stCondLst>
                            <p:childTnLst>
                              <p:par>
                                <p:cTn id="497" presetID="8" presetClass="emph" presetSubtype="0" fill="hold" nodeType="clickEffect">
                                  <p:stCondLst>
                                    <p:cond delay="0"/>
                                  </p:stCondLst>
                                  <p:childTnLst>
                                    <p:animRot by="-21600000">
                                      <p:cBhvr>
                                        <p:cTn id="498" dur="3000" fill="hold"/>
                                        <p:tgtEl>
                                          <p:spTgt spid="774"/>
                                        </p:tgtEl>
                                        <p:attrNameLst>
                                          <p:attrName>r</p:attrName>
                                        </p:attrNameLst>
                                      </p:cBhvr>
                                    </p:animRot>
                                  </p:childTnLst>
                                </p:cTn>
                              </p:par>
                            </p:childTnLst>
                          </p:cTn>
                        </p:par>
                      </p:childTnLst>
                    </p:cTn>
                  </p:par>
                  <p:par>
                    <p:cTn id="499" fill="hold">
                      <p:stCondLst>
                        <p:cond delay="indefinite"/>
                      </p:stCondLst>
                      <p:childTnLst>
                        <p:par>
                          <p:cTn id="500" fill="hold">
                            <p:stCondLst>
                              <p:cond delay="0"/>
                            </p:stCondLst>
                            <p:childTnLst>
                              <p:par>
                                <p:cTn id="501" presetID="8" presetClass="emph" presetSubtype="0" fill="hold" nodeType="clickEffect">
                                  <p:stCondLst>
                                    <p:cond delay="0"/>
                                  </p:stCondLst>
                                  <p:childTnLst>
                                    <p:animRot by="-21600000">
                                      <p:cBhvr>
                                        <p:cTn id="502" dur="3000" fill="hold"/>
                                        <p:tgtEl>
                                          <p:spTgt spid="774"/>
                                        </p:tgtEl>
                                        <p:attrNameLst>
                                          <p:attrName>r</p:attrName>
                                        </p:attrNameLst>
                                      </p:cBhvr>
                                    </p:animRot>
                                  </p:childTnLst>
                                </p:cTn>
                              </p:par>
                            </p:childTnLst>
                          </p:cTn>
                        </p:par>
                      </p:childTnLst>
                    </p:cTn>
                  </p:par>
                  <p:par>
                    <p:cTn id="503" fill="hold">
                      <p:stCondLst>
                        <p:cond delay="indefinite"/>
                      </p:stCondLst>
                      <p:childTnLst>
                        <p:par>
                          <p:cTn id="504" fill="hold">
                            <p:stCondLst>
                              <p:cond delay="0"/>
                            </p:stCondLst>
                            <p:childTnLst>
                              <p:par>
                                <p:cTn id="505" presetID="8" presetClass="emph" presetSubtype="0" fill="hold" nodeType="clickEffect">
                                  <p:stCondLst>
                                    <p:cond delay="0"/>
                                  </p:stCondLst>
                                  <p:childTnLst>
                                    <p:animRot by="-21600000">
                                      <p:cBhvr>
                                        <p:cTn id="506" dur="3000" fill="hold"/>
                                        <p:tgtEl>
                                          <p:spTgt spid="774"/>
                                        </p:tgtEl>
                                        <p:attrNameLst>
                                          <p:attrName>r</p:attrName>
                                        </p:attrNameLst>
                                      </p:cBhvr>
                                    </p:animRot>
                                  </p:childTnLst>
                                </p:cTn>
                              </p:par>
                            </p:childTnLst>
                          </p:cTn>
                        </p:par>
                      </p:childTnLst>
                    </p:cTn>
                  </p:par>
                  <p:par>
                    <p:cTn id="507" fill="hold">
                      <p:stCondLst>
                        <p:cond delay="indefinite"/>
                      </p:stCondLst>
                      <p:childTnLst>
                        <p:par>
                          <p:cTn id="508" fill="hold">
                            <p:stCondLst>
                              <p:cond delay="0"/>
                            </p:stCondLst>
                            <p:childTnLst>
                              <p:par>
                                <p:cTn id="509" presetID="8" presetClass="emph" presetSubtype="0" fill="hold" nodeType="clickEffect">
                                  <p:stCondLst>
                                    <p:cond delay="0"/>
                                  </p:stCondLst>
                                  <p:childTnLst>
                                    <p:animRot by="-21600000">
                                      <p:cBhvr>
                                        <p:cTn id="510" dur="3000" fill="hold"/>
                                        <p:tgtEl>
                                          <p:spTgt spid="774"/>
                                        </p:tgtEl>
                                        <p:attrNameLst>
                                          <p:attrName>r</p:attrName>
                                        </p:attrNameLst>
                                      </p:cBhvr>
                                    </p:animRot>
                                  </p:childTnLst>
                                </p:cTn>
                              </p:par>
                            </p:childTnLst>
                          </p:cTn>
                        </p:par>
                      </p:childTnLst>
                    </p:cTn>
                  </p:par>
                  <p:par>
                    <p:cTn id="511" fill="hold">
                      <p:stCondLst>
                        <p:cond delay="indefinite"/>
                      </p:stCondLst>
                      <p:childTnLst>
                        <p:par>
                          <p:cTn id="512" fill="hold">
                            <p:stCondLst>
                              <p:cond delay="0"/>
                            </p:stCondLst>
                            <p:childTnLst>
                              <p:par>
                                <p:cTn id="513" presetID="8" presetClass="emph" presetSubtype="0" fill="hold" nodeType="clickEffect">
                                  <p:stCondLst>
                                    <p:cond delay="0"/>
                                  </p:stCondLst>
                                  <p:childTnLst>
                                    <p:animRot by="-21600000">
                                      <p:cBhvr>
                                        <p:cTn id="514" dur="3000" fill="hold"/>
                                        <p:tgtEl>
                                          <p:spTgt spid="774"/>
                                        </p:tgtEl>
                                        <p:attrNameLst>
                                          <p:attrName>r</p:attrName>
                                        </p:attrNameLst>
                                      </p:cBhvr>
                                    </p:animRot>
                                  </p:childTnLst>
                                </p:cTn>
                              </p:par>
                            </p:childTnLst>
                          </p:cTn>
                        </p:par>
                      </p:childTnLst>
                    </p:cTn>
                  </p:par>
                  <p:par>
                    <p:cTn id="515" fill="hold">
                      <p:stCondLst>
                        <p:cond delay="indefinite"/>
                      </p:stCondLst>
                      <p:childTnLst>
                        <p:par>
                          <p:cTn id="516" fill="hold">
                            <p:stCondLst>
                              <p:cond delay="0"/>
                            </p:stCondLst>
                            <p:childTnLst>
                              <p:par>
                                <p:cTn id="517" presetID="8" presetClass="emph" presetSubtype="0" fill="hold" nodeType="clickEffect">
                                  <p:stCondLst>
                                    <p:cond delay="0"/>
                                  </p:stCondLst>
                                  <p:childTnLst>
                                    <p:animRot by="-21600000">
                                      <p:cBhvr>
                                        <p:cTn id="518" dur="3000" fill="hold"/>
                                        <p:tgtEl>
                                          <p:spTgt spid="774"/>
                                        </p:tgtEl>
                                        <p:attrNameLst>
                                          <p:attrName>r</p:attrName>
                                        </p:attrNameLst>
                                      </p:cBhvr>
                                    </p:animRot>
                                  </p:childTnLst>
                                </p:cTn>
                              </p:par>
                            </p:childTnLst>
                          </p:cTn>
                        </p:par>
                      </p:childTnLst>
                    </p:cTn>
                  </p:par>
                  <p:par>
                    <p:cTn id="519" fill="hold">
                      <p:stCondLst>
                        <p:cond delay="indefinite"/>
                      </p:stCondLst>
                      <p:childTnLst>
                        <p:par>
                          <p:cTn id="520" fill="hold">
                            <p:stCondLst>
                              <p:cond delay="0"/>
                            </p:stCondLst>
                            <p:childTnLst>
                              <p:par>
                                <p:cTn id="521" presetID="8" presetClass="emph" presetSubtype="0" fill="hold" nodeType="clickEffect">
                                  <p:stCondLst>
                                    <p:cond delay="0"/>
                                  </p:stCondLst>
                                  <p:childTnLst>
                                    <p:animRot by="-21600000">
                                      <p:cBhvr>
                                        <p:cTn id="522" dur="3000" fill="hold"/>
                                        <p:tgtEl>
                                          <p:spTgt spid="774"/>
                                        </p:tgtEl>
                                        <p:attrNameLst>
                                          <p:attrName>r</p:attrName>
                                        </p:attrNameLst>
                                      </p:cBhvr>
                                    </p:animRot>
                                  </p:childTnLst>
                                </p:cTn>
                              </p:par>
                            </p:childTnLst>
                          </p:cTn>
                        </p:par>
                      </p:childTnLst>
                    </p:cTn>
                  </p:par>
                  <p:par>
                    <p:cTn id="523" fill="hold">
                      <p:stCondLst>
                        <p:cond delay="indefinite"/>
                      </p:stCondLst>
                      <p:childTnLst>
                        <p:par>
                          <p:cTn id="524" fill="hold">
                            <p:stCondLst>
                              <p:cond delay="0"/>
                            </p:stCondLst>
                            <p:childTnLst>
                              <p:par>
                                <p:cTn id="525" presetID="8" presetClass="emph" presetSubtype="0" fill="hold" nodeType="clickEffect">
                                  <p:stCondLst>
                                    <p:cond delay="0"/>
                                  </p:stCondLst>
                                  <p:childTnLst>
                                    <p:animRot by="-21600000">
                                      <p:cBhvr>
                                        <p:cTn id="526" dur="3000" fill="hold"/>
                                        <p:tgtEl>
                                          <p:spTgt spid="774"/>
                                        </p:tgtEl>
                                        <p:attrNameLst>
                                          <p:attrName>r</p:attrName>
                                        </p:attrNameLst>
                                      </p:cBhvr>
                                    </p:animRot>
                                  </p:childTnLst>
                                </p:cTn>
                              </p:par>
                            </p:childTnLst>
                          </p:cTn>
                        </p:par>
                      </p:childTnLst>
                    </p:cTn>
                  </p:par>
                  <p:par>
                    <p:cTn id="527" fill="hold">
                      <p:stCondLst>
                        <p:cond delay="indefinite"/>
                      </p:stCondLst>
                      <p:childTnLst>
                        <p:par>
                          <p:cTn id="528" fill="hold">
                            <p:stCondLst>
                              <p:cond delay="0"/>
                            </p:stCondLst>
                            <p:childTnLst>
                              <p:par>
                                <p:cTn id="529" presetID="8" presetClass="emph" presetSubtype="0" fill="hold" nodeType="clickEffect">
                                  <p:stCondLst>
                                    <p:cond delay="0"/>
                                  </p:stCondLst>
                                  <p:childTnLst>
                                    <p:animRot by="-21600000">
                                      <p:cBhvr>
                                        <p:cTn id="530" dur="3000" fill="hold"/>
                                        <p:tgtEl>
                                          <p:spTgt spid="774"/>
                                        </p:tgtEl>
                                        <p:attrNameLst>
                                          <p:attrName>r</p:attrName>
                                        </p:attrNameLst>
                                      </p:cBhvr>
                                    </p:animRot>
                                  </p:childTnLst>
                                </p:cTn>
                              </p:par>
                            </p:childTnLst>
                          </p:cTn>
                        </p:par>
                      </p:childTnLst>
                    </p:cTn>
                  </p:par>
                  <p:par>
                    <p:cTn id="531" fill="hold">
                      <p:stCondLst>
                        <p:cond delay="indefinite"/>
                      </p:stCondLst>
                      <p:childTnLst>
                        <p:par>
                          <p:cTn id="532" fill="hold">
                            <p:stCondLst>
                              <p:cond delay="0"/>
                            </p:stCondLst>
                            <p:childTnLst>
                              <p:par>
                                <p:cTn id="533" presetID="8" presetClass="emph" presetSubtype="0" fill="hold" nodeType="clickEffect">
                                  <p:stCondLst>
                                    <p:cond delay="0"/>
                                  </p:stCondLst>
                                  <p:childTnLst>
                                    <p:animRot by="-21600000">
                                      <p:cBhvr>
                                        <p:cTn id="534" dur="3000" fill="hold"/>
                                        <p:tgtEl>
                                          <p:spTgt spid="774"/>
                                        </p:tgtEl>
                                        <p:attrNameLst>
                                          <p:attrName>r</p:attrName>
                                        </p:attrNameLst>
                                      </p:cBhvr>
                                    </p:animRot>
                                  </p:childTnLst>
                                </p:cTn>
                              </p:par>
                            </p:childTnLst>
                          </p:cTn>
                        </p:par>
                      </p:childTnLst>
                    </p:cTn>
                  </p:par>
                  <p:par>
                    <p:cTn id="535" fill="hold">
                      <p:stCondLst>
                        <p:cond delay="indefinite"/>
                      </p:stCondLst>
                      <p:childTnLst>
                        <p:par>
                          <p:cTn id="536" fill="hold">
                            <p:stCondLst>
                              <p:cond delay="0"/>
                            </p:stCondLst>
                            <p:childTnLst>
                              <p:par>
                                <p:cTn id="537" presetID="8" presetClass="emph" presetSubtype="0" fill="hold" nodeType="clickEffect">
                                  <p:stCondLst>
                                    <p:cond delay="0"/>
                                  </p:stCondLst>
                                  <p:childTnLst>
                                    <p:animRot by="-21600000">
                                      <p:cBhvr>
                                        <p:cTn id="538" dur="3000" fill="hold"/>
                                        <p:tgtEl>
                                          <p:spTgt spid="77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6"/>
        <p:cNvGrpSpPr/>
        <p:nvPr/>
      </p:nvGrpSpPr>
      <p:grpSpPr>
        <a:xfrm>
          <a:off x="0" y="0"/>
          <a:ext cx="0" cy="0"/>
          <a:chOff x="0" y="0"/>
          <a:chExt cx="0" cy="0"/>
        </a:xfrm>
      </p:grpSpPr>
      <p:pic>
        <p:nvPicPr>
          <p:cNvPr id="797" name="Google Shape;797;p55" descr="Image result for gryffindor logo"/>
          <p:cNvPicPr preferRelativeResize="0"/>
          <p:nvPr/>
        </p:nvPicPr>
        <p:blipFill rotWithShape="1">
          <a:blip r:embed="rId4">
            <a:alphaModFix/>
          </a:blip>
          <a:srcRect/>
          <a:stretch/>
        </p:blipFill>
        <p:spPr>
          <a:xfrm>
            <a:off x="730249" y="637790"/>
            <a:ext cx="466882" cy="596052"/>
          </a:xfrm>
          <a:prstGeom prst="rect">
            <a:avLst/>
          </a:prstGeom>
          <a:noFill/>
          <a:ln>
            <a:noFill/>
          </a:ln>
        </p:spPr>
      </p:pic>
      <p:pic>
        <p:nvPicPr>
          <p:cNvPr id="798" name="Google Shape;798;p55" descr="Image result for slytherin logo"/>
          <p:cNvPicPr preferRelativeResize="0"/>
          <p:nvPr/>
        </p:nvPicPr>
        <p:blipFill rotWithShape="1">
          <a:blip r:embed="rId5">
            <a:alphaModFix/>
          </a:blip>
          <a:srcRect/>
          <a:stretch/>
        </p:blipFill>
        <p:spPr>
          <a:xfrm>
            <a:off x="2469047" y="2127234"/>
            <a:ext cx="495335" cy="596053"/>
          </a:xfrm>
          <a:prstGeom prst="rect">
            <a:avLst/>
          </a:prstGeom>
          <a:noFill/>
          <a:ln>
            <a:noFill/>
          </a:ln>
        </p:spPr>
      </p:pic>
      <p:pic>
        <p:nvPicPr>
          <p:cNvPr id="799" name="Google Shape;799;p55" descr="Image result for ravenclaw logo"/>
          <p:cNvPicPr preferRelativeResize="0"/>
          <p:nvPr/>
        </p:nvPicPr>
        <p:blipFill rotWithShape="1">
          <a:blip r:embed="rId6">
            <a:alphaModFix/>
          </a:blip>
          <a:srcRect/>
          <a:stretch/>
        </p:blipFill>
        <p:spPr>
          <a:xfrm>
            <a:off x="4191633" y="4344319"/>
            <a:ext cx="480591" cy="595933"/>
          </a:xfrm>
          <a:prstGeom prst="rect">
            <a:avLst/>
          </a:prstGeom>
          <a:noFill/>
          <a:ln>
            <a:noFill/>
          </a:ln>
        </p:spPr>
      </p:pic>
      <p:pic>
        <p:nvPicPr>
          <p:cNvPr id="800" name="Google Shape;800;p55" descr="Image result for hufflepuff logo"/>
          <p:cNvPicPr preferRelativeResize="0"/>
          <p:nvPr/>
        </p:nvPicPr>
        <p:blipFill rotWithShape="1">
          <a:blip r:embed="rId7">
            <a:alphaModFix/>
          </a:blip>
          <a:srcRect/>
          <a:stretch/>
        </p:blipFill>
        <p:spPr>
          <a:xfrm>
            <a:off x="4192277" y="655904"/>
            <a:ext cx="479303" cy="595933"/>
          </a:xfrm>
          <a:prstGeom prst="rect">
            <a:avLst/>
          </a:prstGeom>
          <a:noFill/>
          <a:ln>
            <a:noFill/>
          </a:ln>
        </p:spPr>
      </p:pic>
      <p:pic>
        <p:nvPicPr>
          <p:cNvPr id="801" name="Google Shape;801;p55" descr="Image result for hufflepuff logo"/>
          <p:cNvPicPr preferRelativeResize="0"/>
          <p:nvPr/>
        </p:nvPicPr>
        <p:blipFill rotWithShape="1">
          <a:blip r:embed="rId7">
            <a:alphaModFix/>
          </a:blip>
          <a:srcRect/>
          <a:stretch/>
        </p:blipFill>
        <p:spPr>
          <a:xfrm>
            <a:off x="3335334" y="4344319"/>
            <a:ext cx="479303" cy="595933"/>
          </a:xfrm>
          <a:prstGeom prst="rect">
            <a:avLst/>
          </a:prstGeom>
          <a:noFill/>
          <a:ln>
            <a:noFill/>
          </a:ln>
        </p:spPr>
      </p:pic>
      <p:pic>
        <p:nvPicPr>
          <p:cNvPr id="802" name="Google Shape;802;p55" descr="Image result for hufflepuff logo"/>
          <p:cNvPicPr preferRelativeResize="0"/>
          <p:nvPr/>
        </p:nvPicPr>
        <p:blipFill rotWithShape="1">
          <a:blip r:embed="rId7">
            <a:alphaModFix/>
          </a:blip>
          <a:srcRect/>
          <a:stretch/>
        </p:blipFill>
        <p:spPr>
          <a:xfrm>
            <a:off x="2477063" y="3606956"/>
            <a:ext cx="479303" cy="595933"/>
          </a:xfrm>
          <a:prstGeom prst="rect">
            <a:avLst/>
          </a:prstGeom>
          <a:noFill/>
          <a:ln>
            <a:noFill/>
          </a:ln>
        </p:spPr>
      </p:pic>
      <p:pic>
        <p:nvPicPr>
          <p:cNvPr id="803" name="Google Shape;803;p55" descr="Image result for hufflepuff logo"/>
          <p:cNvPicPr preferRelativeResize="0"/>
          <p:nvPr/>
        </p:nvPicPr>
        <p:blipFill rotWithShape="1">
          <a:blip r:embed="rId7">
            <a:alphaModFix/>
          </a:blip>
          <a:srcRect/>
          <a:stretch/>
        </p:blipFill>
        <p:spPr>
          <a:xfrm>
            <a:off x="2477063" y="655904"/>
            <a:ext cx="479303" cy="595933"/>
          </a:xfrm>
          <a:prstGeom prst="rect">
            <a:avLst/>
          </a:prstGeom>
          <a:noFill/>
          <a:ln>
            <a:noFill/>
          </a:ln>
        </p:spPr>
      </p:pic>
      <p:pic>
        <p:nvPicPr>
          <p:cNvPr id="804" name="Google Shape;804;p55" descr="Image result for hufflepuff logo"/>
          <p:cNvPicPr preferRelativeResize="0"/>
          <p:nvPr/>
        </p:nvPicPr>
        <p:blipFill rotWithShape="1">
          <a:blip r:embed="rId7">
            <a:alphaModFix/>
          </a:blip>
          <a:srcRect/>
          <a:stretch/>
        </p:blipFill>
        <p:spPr>
          <a:xfrm>
            <a:off x="1623395" y="2883731"/>
            <a:ext cx="479303" cy="595933"/>
          </a:xfrm>
          <a:prstGeom prst="rect">
            <a:avLst/>
          </a:prstGeom>
          <a:noFill/>
          <a:ln>
            <a:noFill/>
          </a:ln>
        </p:spPr>
      </p:pic>
      <p:pic>
        <p:nvPicPr>
          <p:cNvPr id="805" name="Google Shape;805;p55" descr="Image result for hufflepuff logo"/>
          <p:cNvPicPr preferRelativeResize="0"/>
          <p:nvPr/>
        </p:nvPicPr>
        <p:blipFill rotWithShape="1">
          <a:blip r:embed="rId7">
            <a:alphaModFix/>
          </a:blip>
          <a:srcRect/>
          <a:stretch/>
        </p:blipFill>
        <p:spPr>
          <a:xfrm>
            <a:off x="4192277" y="1386317"/>
            <a:ext cx="479303" cy="595933"/>
          </a:xfrm>
          <a:prstGeom prst="rect">
            <a:avLst/>
          </a:prstGeom>
          <a:noFill/>
          <a:ln>
            <a:noFill/>
          </a:ln>
        </p:spPr>
      </p:pic>
      <p:pic>
        <p:nvPicPr>
          <p:cNvPr id="806" name="Google Shape;806;p55" descr="Image result for hufflepuff logo"/>
          <p:cNvPicPr preferRelativeResize="0"/>
          <p:nvPr/>
        </p:nvPicPr>
        <p:blipFill rotWithShape="1">
          <a:blip r:embed="rId7">
            <a:alphaModFix/>
          </a:blip>
          <a:srcRect/>
          <a:stretch/>
        </p:blipFill>
        <p:spPr>
          <a:xfrm>
            <a:off x="3335334" y="2127294"/>
            <a:ext cx="479303" cy="595933"/>
          </a:xfrm>
          <a:prstGeom prst="rect">
            <a:avLst/>
          </a:prstGeom>
          <a:noFill/>
          <a:ln>
            <a:noFill/>
          </a:ln>
        </p:spPr>
      </p:pic>
      <p:pic>
        <p:nvPicPr>
          <p:cNvPr id="807" name="Google Shape;807;p55" descr="Image result for ravenclaw logo"/>
          <p:cNvPicPr preferRelativeResize="0"/>
          <p:nvPr/>
        </p:nvPicPr>
        <p:blipFill rotWithShape="1">
          <a:blip r:embed="rId6">
            <a:alphaModFix/>
          </a:blip>
          <a:srcRect/>
          <a:stretch/>
        </p:blipFill>
        <p:spPr>
          <a:xfrm>
            <a:off x="723395" y="2127294"/>
            <a:ext cx="480591" cy="595933"/>
          </a:xfrm>
          <a:prstGeom prst="rect">
            <a:avLst/>
          </a:prstGeom>
          <a:noFill/>
          <a:ln>
            <a:noFill/>
          </a:ln>
        </p:spPr>
      </p:pic>
      <p:pic>
        <p:nvPicPr>
          <p:cNvPr id="808" name="Google Shape;808;p55" descr="Image result for ravenclaw logo"/>
          <p:cNvPicPr preferRelativeResize="0"/>
          <p:nvPr/>
        </p:nvPicPr>
        <p:blipFill rotWithShape="1">
          <a:blip r:embed="rId6">
            <a:alphaModFix/>
          </a:blip>
          <a:srcRect/>
          <a:stretch/>
        </p:blipFill>
        <p:spPr>
          <a:xfrm>
            <a:off x="723395" y="3606956"/>
            <a:ext cx="480591" cy="595933"/>
          </a:xfrm>
          <a:prstGeom prst="rect">
            <a:avLst/>
          </a:prstGeom>
          <a:noFill/>
          <a:ln>
            <a:noFill/>
          </a:ln>
        </p:spPr>
      </p:pic>
      <p:pic>
        <p:nvPicPr>
          <p:cNvPr id="809" name="Google Shape;809;p55" descr="Image result for ravenclaw logo"/>
          <p:cNvPicPr preferRelativeResize="0"/>
          <p:nvPr/>
        </p:nvPicPr>
        <p:blipFill rotWithShape="1">
          <a:blip r:embed="rId6">
            <a:alphaModFix/>
          </a:blip>
          <a:srcRect/>
          <a:stretch/>
        </p:blipFill>
        <p:spPr>
          <a:xfrm>
            <a:off x="2476419" y="2883731"/>
            <a:ext cx="480591" cy="595933"/>
          </a:xfrm>
          <a:prstGeom prst="rect">
            <a:avLst/>
          </a:prstGeom>
          <a:noFill/>
          <a:ln>
            <a:noFill/>
          </a:ln>
        </p:spPr>
      </p:pic>
      <p:pic>
        <p:nvPicPr>
          <p:cNvPr id="810" name="Google Shape;810;p55" descr="Image result for ravenclaw logo"/>
          <p:cNvPicPr preferRelativeResize="0"/>
          <p:nvPr/>
        </p:nvPicPr>
        <p:blipFill rotWithShape="1">
          <a:blip r:embed="rId6">
            <a:alphaModFix/>
          </a:blip>
          <a:srcRect/>
          <a:stretch/>
        </p:blipFill>
        <p:spPr>
          <a:xfrm>
            <a:off x="3334690" y="655904"/>
            <a:ext cx="480591" cy="595933"/>
          </a:xfrm>
          <a:prstGeom prst="rect">
            <a:avLst/>
          </a:prstGeom>
          <a:noFill/>
          <a:ln>
            <a:noFill/>
          </a:ln>
        </p:spPr>
      </p:pic>
      <p:pic>
        <p:nvPicPr>
          <p:cNvPr id="811" name="Google Shape;811;p55" descr="Image result for slytherin logo"/>
          <p:cNvPicPr preferRelativeResize="0"/>
          <p:nvPr/>
        </p:nvPicPr>
        <p:blipFill rotWithShape="1">
          <a:blip r:embed="rId5">
            <a:alphaModFix/>
          </a:blip>
          <a:srcRect/>
          <a:stretch/>
        </p:blipFill>
        <p:spPr>
          <a:xfrm>
            <a:off x="1615379" y="2127234"/>
            <a:ext cx="495335" cy="596053"/>
          </a:xfrm>
          <a:prstGeom prst="rect">
            <a:avLst/>
          </a:prstGeom>
          <a:noFill/>
          <a:ln>
            <a:noFill/>
          </a:ln>
        </p:spPr>
      </p:pic>
      <p:pic>
        <p:nvPicPr>
          <p:cNvPr id="812" name="Google Shape;812;p55" descr="Image result for slytherin logo"/>
          <p:cNvPicPr preferRelativeResize="0"/>
          <p:nvPr/>
        </p:nvPicPr>
        <p:blipFill rotWithShape="1">
          <a:blip r:embed="rId5">
            <a:alphaModFix/>
          </a:blip>
          <a:srcRect/>
          <a:stretch/>
        </p:blipFill>
        <p:spPr>
          <a:xfrm>
            <a:off x="4184261" y="2883671"/>
            <a:ext cx="495335" cy="596053"/>
          </a:xfrm>
          <a:prstGeom prst="rect">
            <a:avLst/>
          </a:prstGeom>
          <a:noFill/>
          <a:ln>
            <a:noFill/>
          </a:ln>
        </p:spPr>
      </p:pic>
      <p:pic>
        <p:nvPicPr>
          <p:cNvPr id="813" name="Google Shape;813;p55" descr="Image result for gryffindor logo"/>
          <p:cNvPicPr preferRelativeResize="0"/>
          <p:nvPr/>
        </p:nvPicPr>
        <p:blipFill rotWithShape="1">
          <a:blip r:embed="rId4">
            <a:alphaModFix/>
          </a:blip>
          <a:srcRect/>
          <a:stretch/>
        </p:blipFill>
        <p:spPr>
          <a:xfrm>
            <a:off x="3341544" y="1386257"/>
            <a:ext cx="466882" cy="596052"/>
          </a:xfrm>
          <a:prstGeom prst="rect">
            <a:avLst/>
          </a:prstGeom>
          <a:noFill/>
          <a:ln>
            <a:noFill/>
          </a:ln>
        </p:spPr>
      </p:pic>
      <p:pic>
        <p:nvPicPr>
          <p:cNvPr id="814" name="Google Shape;814;p55" descr="Image result for gryffindor logo"/>
          <p:cNvPicPr preferRelativeResize="0"/>
          <p:nvPr/>
        </p:nvPicPr>
        <p:blipFill rotWithShape="1">
          <a:blip r:embed="rId4">
            <a:alphaModFix/>
          </a:blip>
          <a:srcRect/>
          <a:stretch/>
        </p:blipFill>
        <p:spPr>
          <a:xfrm>
            <a:off x="1629605" y="4344259"/>
            <a:ext cx="466882" cy="596052"/>
          </a:xfrm>
          <a:prstGeom prst="rect">
            <a:avLst/>
          </a:prstGeom>
          <a:noFill/>
          <a:ln>
            <a:noFill/>
          </a:ln>
        </p:spPr>
      </p:pic>
      <p:pic>
        <p:nvPicPr>
          <p:cNvPr id="815" name="Google Shape;815;p55" descr="Image result for harry potter death eater logo"/>
          <p:cNvPicPr preferRelativeResize="0"/>
          <p:nvPr/>
        </p:nvPicPr>
        <p:blipFill rotWithShape="1">
          <a:blip r:embed="rId8">
            <a:alphaModFix/>
          </a:blip>
          <a:srcRect l="40850" t="-3006" r="-4621" b="49469"/>
          <a:stretch/>
        </p:blipFill>
        <p:spPr>
          <a:xfrm>
            <a:off x="3326767" y="3583035"/>
            <a:ext cx="456073" cy="597620"/>
          </a:xfrm>
          <a:prstGeom prst="ellipse">
            <a:avLst/>
          </a:prstGeom>
          <a:noFill/>
          <a:ln>
            <a:noFill/>
          </a:ln>
        </p:spPr>
      </p:pic>
      <p:pic>
        <p:nvPicPr>
          <p:cNvPr id="816" name="Google Shape;816;p55" descr="Image result for harry potter death eater logo"/>
          <p:cNvPicPr preferRelativeResize="0"/>
          <p:nvPr/>
        </p:nvPicPr>
        <p:blipFill rotWithShape="1">
          <a:blip r:embed="rId8">
            <a:alphaModFix/>
          </a:blip>
          <a:srcRect l="40850" t="-3006" r="-4621" b="49469"/>
          <a:stretch/>
        </p:blipFill>
        <p:spPr>
          <a:xfrm>
            <a:off x="722841" y="2865378"/>
            <a:ext cx="456073" cy="597620"/>
          </a:xfrm>
          <a:prstGeom prst="ellipse">
            <a:avLst/>
          </a:prstGeom>
          <a:noFill/>
          <a:ln>
            <a:noFill/>
          </a:ln>
        </p:spPr>
      </p:pic>
      <p:pic>
        <p:nvPicPr>
          <p:cNvPr id="817" name="Google Shape;817;p55" descr="Image result for harry potter death eater logo"/>
          <p:cNvPicPr preferRelativeResize="0"/>
          <p:nvPr/>
        </p:nvPicPr>
        <p:blipFill rotWithShape="1">
          <a:blip r:embed="rId8">
            <a:alphaModFix/>
          </a:blip>
          <a:srcRect l="40850" t="-3006" r="-4621" b="49469"/>
          <a:stretch/>
        </p:blipFill>
        <p:spPr>
          <a:xfrm>
            <a:off x="1623995" y="1385473"/>
            <a:ext cx="456073" cy="597620"/>
          </a:xfrm>
          <a:prstGeom prst="ellipse">
            <a:avLst/>
          </a:prstGeom>
          <a:noFill/>
          <a:ln>
            <a:noFill/>
          </a:ln>
        </p:spPr>
      </p:pic>
      <p:grpSp>
        <p:nvGrpSpPr>
          <p:cNvPr id="818" name="Google Shape;818;p55"/>
          <p:cNvGrpSpPr/>
          <p:nvPr/>
        </p:nvGrpSpPr>
        <p:grpSpPr>
          <a:xfrm>
            <a:off x="533400" y="608604"/>
            <a:ext cx="802560" cy="743311"/>
            <a:chOff x="3491471" y="1897713"/>
            <a:chExt cx="802560" cy="743311"/>
          </a:xfrm>
        </p:grpSpPr>
        <p:sp>
          <p:nvSpPr>
            <p:cNvPr id="819" name="Google Shape;819;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0" name="Google Shape;820;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21" name="Google Shape;821;p55"/>
          <p:cNvGrpSpPr/>
          <p:nvPr/>
        </p:nvGrpSpPr>
        <p:grpSpPr>
          <a:xfrm>
            <a:off x="1425588" y="590550"/>
            <a:ext cx="802560" cy="743311"/>
            <a:chOff x="3491471" y="1897713"/>
            <a:chExt cx="802560" cy="743311"/>
          </a:xfrm>
        </p:grpSpPr>
        <p:sp>
          <p:nvSpPr>
            <p:cNvPr id="822" name="Google Shape;822;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3" name="Google Shape;823;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24" name="Google Shape;824;p55"/>
          <p:cNvGrpSpPr/>
          <p:nvPr/>
        </p:nvGrpSpPr>
        <p:grpSpPr>
          <a:xfrm>
            <a:off x="2285284" y="590550"/>
            <a:ext cx="802560" cy="743311"/>
            <a:chOff x="3491471" y="1897713"/>
            <a:chExt cx="802560" cy="743311"/>
          </a:xfrm>
        </p:grpSpPr>
        <p:sp>
          <p:nvSpPr>
            <p:cNvPr id="825" name="Google Shape;825;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6" name="Google Shape;826;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27" name="Google Shape;827;p55"/>
          <p:cNvGrpSpPr/>
          <p:nvPr/>
        </p:nvGrpSpPr>
        <p:grpSpPr>
          <a:xfrm>
            <a:off x="3144980" y="590550"/>
            <a:ext cx="802560" cy="743311"/>
            <a:chOff x="3491471" y="1897713"/>
            <a:chExt cx="802560" cy="743311"/>
          </a:xfrm>
        </p:grpSpPr>
        <p:sp>
          <p:nvSpPr>
            <p:cNvPr id="828" name="Google Shape;828;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9" name="Google Shape;829;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0" name="Google Shape;830;p55"/>
          <p:cNvGrpSpPr/>
          <p:nvPr/>
        </p:nvGrpSpPr>
        <p:grpSpPr>
          <a:xfrm>
            <a:off x="4004677" y="590550"/>
            <a:ext cx="802560" cy="743311"/>
            <a:chOff x="3491471" y="1897713"/>
            <a:chExt cx="802560" cy="743311"/>
          </a:xfrm>
        </p:grpSpPr>
        <p:sp>
          <p:nvSpPr>
            <p:cNvPr id="831" name="Google Shape;831;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32" name="Google Shape;832;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3" name="Google Shape;833;p55"/>
          <p:cNvGrpSpPr/>
          <p:nvPr/>
        </p:nvGrpSpPr>
        <p:grpSpPr>
          <a:xfrm>
            <a:off x="533400" y="1330381"/>
            <a:ext cx="802560" cy="743311"/>
            <a:chOff x="3491471" y="1897713"/>
            <a:chExt cx="802560" cy="743311"/>
          </a:xfrm>
        </p:grpSpPr>
        <p:sp>
          <p:nvSpPr>
            <p:cNvPr id="834" name="Google Shape;834;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35" name="Google Shape;835;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6" name="Google Shape;836;p55"/>
          <p:cNvGrpSpPr/>
          <p:nvPr/>
        </p:nvGrpSpPr>
        <p:grpSpPr>
          <a:xfrm>
            <a:off x="1425588" y="1330381"/>
            <a:ext cx="802560" cy="743311"/>
            <a:chOff x="3491471" y="1897713"/>
            <a:chExt cx="802560" cy="743311"/>
          </a:xfrm>
        </p:grpSpPr>
        <p:sp>
          <p:nvSpPr>
            <p:cNvPr id="837" name="Google Shape;837;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38" name="Google Shape;838;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39" name="Google Shape;839;p55"/>
          <p:cNvGrpSpPr/>
          <p:nvPr/>
        </p:nvGrpSpPr>
        <p:grpSpPr>
          <a:xfrm>
            <a:off x="2285284" y="1330381"/>
            <a:ext cx="802560" cy="743311"/>
            <a:chOff x="3491471" y="1897713"/>
            <a:chExt cx="802560" cy="743311"/>
          </a:xfrm>
        </p:grpSpPr>
        <p:sp>
          <p:nvSpPr>
            <p:cNvPr id="840" name="Google Shape;840;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41" name="Google Shape;841;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42" name="Google Shape;842;p55"/>
          <p:cNvGrpSpPr/>
          <p:nvPr/>
        </p:nvGrpSpPr>
        <p:grpSpPr>
          <a:xfrm>
            <a:off x="3144980" y="1330381"/>
            <a:ext cx="802560" cy="743311"/>
            <a:chOff x="3491471" y="1897713"/>
            <a:chExt cx="802560" cy="743311"/>
          </a:xfrm>
        </p:grpSpPr>
        <p:sp>
          <p:nvSpPr>
            <p:cNvPr id="843" name="Google Shape;843;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44" name="Google Shape;844;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45" name="Google Shape;845;p55"/>
          <p:cNvGrpSpPr/>
          <p:nvPr/>
        </p:nvGrpSpPr>
        <p:grpSpPr>
          <a:xfrm>
            <a:off x="4004677" y="1330381"/>
            <a:ext cx="802560" cy="743311"/>
            <a:chOff x="3491471" y="1897713"/>
            <a:chExt cx="802560" cy="743311"/>
          </a:xfrm>
        </p:grpSpPr>
        <p:sp>
          <p:nvSpPr>
            <p:cNvPr id="846" name="Google Shape;846;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47" name="Google Shape;847;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48" name="Google Shape;848;p55"/>
          <p:cNvGrpSpPr/>
          <p:nvPr/>
        </p:nvGrpSpPr>
        <p:grpSpPr>
          <a:xfrm>
            <a:off x="533400" y="2070212"/>
            <a:ext cx="802560" cy="743311"/>
            <a:chOff x="3491471" y="1897713"/>
            <a:chExt cx="802560" cy="743311"/>
          </a:xfrm>
        </p:grpSpPr>
        <p:sp>
          <p:nvSpPr>
            <p:cNvPr id="849" name="Google Shape;849;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0" name="Google Shape;850;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51" name="Google Shape;851;p55"/>
          <p:cNvGrpSpPr/>
          <p:nvPr/>
        </p:nvGrpSpPr>
        <p:grpSpPr>
          <a:xfrm>
            <a:off x="1425588" y="2070212"/>
            <a:ext cx="802560" cy="743311"/>
            <a:chOff x="3491471" y="1897713"/>
            <a:chExt cx="802560" cy="743311"/>
          </a:xfrm>
        </p:grpSpPr>
        <p:sp>
          <p:nvSpPr>
            <p:cNvPr id="852" name="Google Shape;852;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3" name="Google Shape;853;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54" name="Google Shape;854;p55"/>
          <p:cNvGrpSpPr/>
          <p:nvPr/>
        </p:nvGrpSpPr>
        <p:grpSpPr>
          <a:xfrm>
            <a:off x="2285284" y="2070212"/>
            <a:ext cx="802560" cy="743311"/>
            <a:chOff x="3491471" y="1897713"/>
            <a:chExt cx="802560" cy="743311"/>
          </a:xfrm>
        </p:grpSpPr>
        <p:sp>
          <p:nvSpPr>
            <p:cNvPr id="855" name="Google Shape;855;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6" name="Google Shape;856;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57" name="Google Shape;857;p55"/>
          <p:cNvGrpSpPr/>
          <p:nvPr/>
        </p:nvGrpSpPr>
        <p:grpSpPr>
          <a:xfrm>
            <a:off x="3144980" y="2070212"/>
            <a:ext cx="802560" cy="743311"/>
            <a:chOff x="3491471" y="1897713"/>
            <a:chExt cx="802560" cy="743311"/>
          </a:xfrm>
        </p:grpSpPr>
        <p:sp>
          <p:nvSpPr>
            <p:cNvPr id="858" name="Google Shape;858;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59" name="Google Shape;859;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0" name="Google Shape;860;p55"/>
          <p:cNvGrpSpPr/>
          <p:nvPr/>
        </p:nvGrpSpPr>
        <p:grpSpPr>
          <a:xfrm>
            <a:off x="4004677" y="2070212"/>
            <a:ext cx="802560" cy="743311"/>
            <a:chOff x="3491471" y="1897713"/>
            <a:chExt cx="802560" cy="743311"/>
          </a:xfrm>
        </p:grpSpPr>
        <p:sp>
          <p:nvSpPr>
            <p:cNvPr id="861" name="Google Shape;861;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62" name="Google Shape;862;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3" name="Google Shape;863;p55"/>
          <p:cNvGrpSpPr/>
          <p:nvPr/>
        </p:nvGrpSpPr>
        <p:grpSpPr>
          <a:xfrm>
            <a:off x="533400" y="2810043"/>
            <a:ext cx="802560" cy="743311"/>
            <a:chOff x="3491471" y="1897713"/>
            <a:chExt cx="802560" cy="743311"/>
          </a:xfrm>
        </p:grpSpPr>
        <p:sp>
          <p:nvSpPr>
            <p:cNvPr id="864" name="Google Shape;864;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65" name="Google Shape;865;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6" name="Google Shape;866;p55"/>
          <p:cNvGrpSpPr/>
          <p:nvPr/>
        </p:nvGrpSpPr>
        <p:grpSpPr>
          <a:xfrm>
            <a:off x="1425588" y="2810043"/>
            <a:ext cx="802560" cy="743311"/>
            <a:chOff x="3491471" y="1897713"/>
            <a:chExt cx="802560" cy="743311"/>
          </a:xfrm>
        </p:grpSpPr>
        <p:sp>
          <p:nvSpPr>
            <p:cNvPr id="867" name="Google Shape;867;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68" name="Google Shape;868;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69" name="Google Shape;869;p55"/>
          <p:cNvGrpSpPr/>
          <p:nvPr/>
        </p:nvGrpSpPr>
        <p:grpSpPr>
          <a:xfrm>
            <a:off x="2285284" y="2810043"/>
            <a:ext cx="802560" cy="743311"/>
            <a:chOff x="3491471" y="1897713"/>
            <a:chExt cx="802560" cy="743311"/>
          </a:xfrm>
        </p:grpSpPr>
        <p:sp>
          <p:nvSpPr>
            <p:cNvPr id="870" name="Google Shape;870;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71" name="Google Shape;871;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72" name="Google Shape;872;p55"/>
          <p:cNvGrpSpPr/>
          <p:nvPr/>
        </p:nvGrpSpPr>
        <p:grpSpPr>
          <a:xfrm>
            <a:off x="3144980" y="2810043"/>
            <a:ext cx="802560" cy="743311"/>
            <a:chOff x="3491471" y="1897713"/>
            <a:chExt cx="802560" cy="743311"/>
          </a:xfrm>
        </p:grpSpPr>
        <p:sp>
          <p:nvSpPr>
            <p:cNvPr id="873" name="Google Shape;873;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74" name="Google Shape;874;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75" name="Google Shape;875;p55"/>
          <p:cNvGrpSpPr/>
          <p:nvPr/>
        </p:nvGrpSpPr>
        <p:grpSpPr>
          <a:xfrm>
            <a:off x="4004677" y="2810043"/>
            <a:ext cx="802560" cy="743311"/>
            <a:chOff x="3491471" y="1897713"/>
            <a:chExt cx="802560" cy="743311"/>
          </a:xfrm>
        </p:grpSpPr>
        <p:sp>
          <p:nvSpPr>
            <p:cNvPr id="876" name="Google Shape;876;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77" name="Google Shape;877;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78" name="Google Shape;878;p55"/>
          <p:cNvGrpSpPr/>
          <p:nvPr/>
        </p:nvGrpSpPr>
        <p:grpSpPr>
          <a:xfrm>
            <a:off x="533400" y="3549874"/>
            <a:ext cx="802560" cy="743311"/>
            <a:chOff x="3491471" y="1897713"/>
            <a:chExt cx="802560" cy="743311"/>
          </a:xfrm>
        </p:grpSpPr>
        <p:sp>
          <p:nvSpPr>
            <p:cNvPr id="879" name="Google Shape;879;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0" name="Google Shape;880;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81" name="Google Shape;881;p55"/>
          <p:cNvGrpSpPr/>
          <p:nvPr/>
        </p:nvGrpSpPr>
        <p:grpSpPr>
          <a:xfrm>
            <a:off x="1425588" y="3549874"/>
            <a:ext cx="802560" cy="743311"/>
            <a:chOff x="3491471" y="1897713"/>
            <a:chExt cx="802560" cy="743311"/>
          </a:xfrm>
        </p:grpSpPr>
        <p:sp>
          <p:nvSpPr>
            <p:cNvPr id="882" name="Google Shape;882;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3" name="Google Shape;883;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84" name="Google Shape;884;p55"/>
          <p:cNvGrpSpPr/>
          <p:nvPr/>
        </p:nvGrpSpPr>
        <p:grpSpPr>
          <a:xfrm>
            <a:off x="2285284" y="3549874"/>
            <a:ext cx="802560" cy="743311"/>
            <a:chOff x="3491471" y="1897713"/>
            <a:chExt cx="802560" cy="743311"/>
          </a:xfrm>
        </p:grpSpPr>
        <p:sp>
          <p:nvSpPr>
            <p:cNvPr id="885" name="Google Shape;885;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6" name="Google Shape;886;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87" name="Google Shape;887;p55"/>
          <p:cNvGrpSpPr/>
          <p:nvPr/>
        </p:nvGrpSpPr>
        <p:grpSpPr>
          <a:xfrm>
            <a:off x="3144980" y="3549874"/>
            <a:ext cx="802560" cy="743311"/>
            <a:chOff x="3491471" y="1897713"/>
            <a:chExt cx="802560" cy="743311"/>
          </a:xfrm>
        </p:grpSpPr>
        <p:sp>
          <p:nvSpPr>
            <p:cNvPr id="888" name="Google Shape;888;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89" name="Google Shape;889;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0" name="Google Shape;890;p55"/>
          <p:cNvGrpSpPr/>
          <p:nvPr/>
        </p:nvGrpSpPr>
        <p:grpSpPr>
          <a:xfrm>
            <a:off x="4004677" y="3549874"/>
            <a:ext cx="802560" cy="743311"/>
            <a:chOff x="3491471" y="1897713"/>
            <a:chExt cx="802560" cy="743311"/>
          </a:xfrm>
        </p:grpSpPr>
        <p:sp>
          <p:nvSpPr>
            <p:cNvPr id="891" name="Google Shape;891;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92" name="Google Shape;892;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3" name="Google Shape;893;p55"/>
          <p:cNvGrpSpPr/>
          <p:nvPr/>
        </p:nvGrpSpPr>
        <p:grpSpPr>
          <a:xfrm>
            <a:off x="533400" y="4289705"/>
            <a:ext cx="802560" cy="743311"/>
            <a:chOff x="3491471" y="1897713"/>
            <a:chExt cx="802560" cy="743311"/>
          </a:xfrm>
        </p:grpSpPr>
        <p:sp>
          <p:nvSpPr>
            <p:cNvPr id="894" name="Google Shape;894;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95" name="Google Shape;895;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6" name="Google Shape;896;p55"/>
          <p:cNvGrpSpPr/>
          <p:nvPr/>
        </p:nvGrpSpPr>
        <p:grpSpPr>
          <a:xfrm>
            <a:off x="1425588" y="4289705"/>
            <a:ext cx="802560" cy="743311"/>
            <a:chOff x="3491471" y="1897713"/>
            <a:chExt cx="802560" cy="743311"/>
          </a:xfrm>
        </p:grpSpPr>
        <p:sp>
          <p:nvSpPr>
            <p:cNvPr id="897" name="Google Shape;897;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98" name="Google Shape;898;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899" name="Google Shape;899;p55"/>
          <p:cNvGrpSpPr/>
          <p:nvPr/>
        </p:nvGrpSpPr>
        <p:grpSpPr>
          <a:xfrm>
            <a:off x="2285284" y="4289705"/>
            <a:ext cx="802560" cy="743311"/>
            <a:chOff x="3491471" y="1897713"/>
            <a:chExt cx="802560" cy="743311"/>
          </a:xfrm>
        </p:grpSpPr>
        <p:sp>
          <p:nvSpPr>
            <p:cNvPr id="900" name="Google Shape;900;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1" name="Google Shape;901;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902" name="Google Shape;902;p55"/>
          <p:cNvGrpSpPr/>
          <p:nvPr/>
        </p:nvGrpSpPr>
        <p:grpSpPr>
          <a:xfrm>
            <a:off x="3144980" y="4289705"/>
            <a:ext cx="802560" cy="743311"/>
            <a:chOff x="3491471" y="1897713"/>
            <a:chExt cx="802560" cy="743311"/>
          </a:xfrm>
        </p:grpSpPr>
        <p:sp>
          <p:nvSpPr>
            <p:cNvPr id="903" name="Google Shape;903;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4" name="Google Shape;904;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grpSp>
        <p:nvGrpSpPr>
          <p:cNvPr id="905" name="Google Shape;905;p55"/>
          <p:cNvGrpSpPr/>
          <p:nvPr/>
        </p:nvGrpSpPr>
        <p:grpSpPr>
          <a:xfrm>
            <a:off x="4004677" y="4289705"/>
            <a:ext cx="802560" cy="743311"/>
            <a:chOff x="3491471" y="1897713"/>
            <a:chExt cx="802560" cy="743311"/>
          </a:xfrm>
        </p:grpSpPr>
        <p:sp>
          <p:nvSpPr>
            <p:cNvPr id="906" name="Google Shape;906;p55"/>
            <p:cNvSpPr/>
            <p:nvPr/>
          </p:nvSpPr>
          <p:spPr>
            <a:xfrm>
              <a:off x="3546260" y="1897713"/>
              <a:ext cx="743311" cy="743311"/>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907" name="Google Shape;907;p55" descr="Image result for sorting hat"/>
            <p:cNvPicPr preferRelativeResize="0"/>
            <p:nvPr/>
          </p:nvPicPr>
          <p:blipFill rotWithShape="1">
            <a:blip r:embed="rId9">
              <a:alphaModFix/>
            </a:blip>
            <a:srcRect/>
            <a:stretch/>
          </p:blipFill>
          <p:spPr>
            <a:xfrm>
              <a:off x="3491471" y="1918564"/>
              <a:ext cx="802560" cy="632164"/>
            </a:xfrm>
            <a:prstGeom prst="rect">
              <a:avLst/>
            </a:prstGeom>
            <a:noFill/>
            <a:ln>
              <a:noFill/>
            </a:ln>
          </p:spPr>
        </p:pic>
      </p:grpSp>
      <p:pic>
        <p:nvPicPr>
          <p:cNvPr id="908" name="Google Shape;908;p55" descr="Image result for gryffindor logo"/>
          <p:cNvPicPr preferRelativeResize="0"/>
          <p:nvPr/>
        </p:nvPicPr>
        <p:blipFill rotWithShape="1">
          <a:blip r:embed="rId4">
            <a:alphaModFix/>
          </a:blip>
          <a:srcRect/>
          <a:stretch/>
        </p:blipFill>
        <p:spPr>
          <a:xfrm>
            <a:off x="-4244183" y="881627"/>
            <a:ext cx="466882" cy="596052"/>
          </a:xfrm>
          <a:prstGeom prst="rect">
            <a:avLst/>
          </a:prstGeom>
          <a:noFill/>
          <a:ln>
            <a:noFill/>
          </a:ln>
        </p:spPr>
      </p:pic>
      <p:pic>
        <p:nvPicPr>
          <p:cNvPr id="909" name="Google Shape;909;p55"/>
          <p:cNvPicPr preferRelativeResize="0"/>
          <p:nvPr/>
        </p:nvPicPr>
        <p:blipFill rotWithShape="1">
          <a:blip r:embed="rId10">
            <a:alphaModFix/>
          </a:blip>
          <a:srcRect/>
          <a:stretch/>
        </p:blipFill>
        <p:spPr>
          <a:xfrm>
            <a:off x="4977881" y="4050543"/>
            <a:ext cx="4071937" cy="877888"/>
          </a:xfrm>
          <a:prstGeom prst="rect">
            <a:avLst/>
          </a:prstGeom>
          <a:noFill/>
          <a:ln>
            <a:noFill/>
          </a:ln>
        </p:spPr>
      </p:pic>
      <p:sp>
        <p:nvSpPr>
          <p:cNvPr id="910" name="Google Shape;910;p55"/>
          <p:cNvSpPr txBox="1">
            <a:spLocks noGrp="1"/>
          </p:cNvSpPr>
          <p:nvPr>
            <p:ph type="title" idx="4294967295"/>
          </p:nvPr>
        </p:nvSpPr>
        <p:spPr>
          <a:xfrm>
            <a:off x="457200" y="-11620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X</a:t>
            </a:r>
            <a:endParaRPr/>
          </a:p>
        </p:txBody>
      </p:sp>
      <p:pic>
        <p:nvPicPr>
          <p:cNvPr id="911" name="Google Shape;911;p55" descr="Image result for hogwarts icon">
            <a:hlinkClick r:id="rId11" action="ppaction://hlinksldjump"/>
          </p:cNvPr>
          <p:cNvPicPr preferRelativeResize="0"/>
          <p:nvPr/>
        </p:nvPicPr>
        <p:blipFill rotWithShape="1">
          <a:blip r:embed="rId12">
            <a:alphaModFix/>
          </a:blip>
          <a:srcRect/>
          <a:stretch/>
        </p:blipFill>
        <p:spPr>
          <a:xfrm>
            <a:off x="8665090" y="4698868"/>
            <a:ext cx="311282" cy="311282"/>
          </a:xfrm>
          <a:prstGeom prst="rect">
            <a:avLst/>
          </a:prstGeom>
          <a:noFill/>
          <a:ln>
            <a:noFill/>
          </a:ln>
        </p:spPr>
      </p:pic>
      <p:pic>
        <p:nvPicPr>
          <p:cNvPr id="912" name="Google Shape;912;p55"/>
          <p:cNvPicPr preferRelativeResize="0"/>
          <p:nvPr/>
        </p:nvPicPr>
        <p:blipFill rotWithShape="1">
          <a:blip r:embed="rId13">
            <a:alphaModFix/>
          </a:blip>
          <a:srcRect/>
          <a:stretch/>
        </p:blipFill>
        <p:spPr>
          <a:xfrm>
            <a:off x="-30026" y="567877"/>
            <a:ext cx="719137" cy="4614862"/>
          </a:xfrm>
          <a:prstGeom prst="rect">
            <a:avLst/>
          </a:prstGeom>
          <a:noFill/>
          <a:ln>
            <a:noFill/>
          </a:ln>
        </p:spPr>
      </p:pic>
      <p:pic>
        <p:nvPicPr>
          <p:cNvPr id="913" name="Google Shape;913;p55"/>
          <p:cNvPicPr preferRelativeResize="0"/>
          <p:nvPr/>
        </p:nvPicPr>
        <p:blipFill rotWithShape="1">
          <a:blip r:embed="rId14">
            <a:alphaModFix/>
          </a:blip>
          <a:srcRect/>
          <a:stretch/>
        </p:blipFill>
        <p:spPr>
          <a:xfrm>
            <a:off x="641070" y="-34448"/>
            <a:ext cx="4090987" cy="901700"/>
          </a:xfrm>
          <a:prstGeom prst="rect">
            <a:avLst/>
          </a:prstGeom>
          <a:noFill/>
          <a:ln>
            <a:noFill/>
          </a:ln>
        </p:spPr>
      </p:pic>
      <p:pic>
        <p:nvPicPr>
          <p:cNvPr id="914" name="Google Shape;914;p55"/>
          <p:cNvPicPr preferRelativeResize="0"/>
          <p:nvPr/>
        </p:nvPicPr>
        <p:blipFill rotWithShape="1">
          <a:blip r:embed="rId15">
            <a:alphaModFix/>
          </a:blip>
          <a:srcRect l="15749" t="15748" r="15749" b="20657"/>
          <a:stretch/>
        </p:blipFill>
        <p:spPr>
          <a:xfrm>
            <a:off x="5870718" y="2407145"/>
            <a:ext cx="2133600" cy="945954"/>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000"/>
                                        <p:tgtEl>
                                          <p:spTgt spid="818"/>
                                        </p:tgtEl>
                                      </p:cBhvr>
                                    </p:animEffect>
                                    <p:set>
                                      <p:cBhvr>
                                        <p:cTn id="7" dur="1" fill="hold">
                                          <p:stCondLst>
                                            <p:cond delay="2000"/>
                                          </p:stCondLst>
                                        </p:cTn>
                                        <p:tgtEl>
                                          <p:spTgt spid="81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2000"/>
                                        <p:tgtEl>
                                          <p:spTgt spid="821"/>
                                        </p:tgtEl>
                                      </p:cBhvr>
                                    </p:animEffect>
                                    <p:set>
                                      <p:cBhvr>
                                        <p:cTn id="12" dur="1" fill="hold">
                                          <p:stCondLst>
                                            <p:cond delay="2000"/>
                                          </p:stCondLst>
                                        </p:cTn>
                                        <p:tgtEl>
                                          <p:spTgt spid="8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2000"/>
                                        <p:tgtEl>
                                          <p:spTgt spid="824"/>
                                        </p:tgtEl>
                                      </p:cBhvr>
                                    </p:animEffect>
                                    <p:set>
                                      <p:cBhvr>
                                        <p:cTn id="17" dur="1" fill="hold">
                                          <p:stCondLst>
                                            <p:cond delay="2000"/>
                                          </p:stCondLst>
                                        </p:cTn>
                                        <p:tgtEl>
                                          <p:spTgt spid="82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2000"/>
                                        <p:tgtEl>
                                          <p:spTgt spid="827"/>
                                        </p:tgtEl>
                                      </p:cBhvr>
                                    </p:animEffect>
                                    <p:set>
                                      <p:cBhvr>
                                        <p:cTn id="22" dur="1" fill="hold">
                                          <p:stCondLst>
                                            <p:cond delay="2000"/>
                                          </p:stCondLst>
                                        </p:cTn>
                                        <p:tgtEl>
                                          <p:spTgt spid="82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2000"/>
                                        <p:tgtEl>
                                          <p:spTgt spid="830"/>
                                        </p:tgtEl>
                                      </p:cBhvr>
                                    </p:animEffect>
                                    <p:set>
                                      <p:cBhvr>
                                        <p:cTn id="27" dur="1" fill="hold">
                                          <p:stCondLst>
                                            <p:cond delay="2000"/>
                                          </p:stCondLst>
                                        </p:cTn>
                                        <p:tgtEl>
                                          <p:spTgt spid="83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2000"/>
                                        <p:tgtEl>
                                          <p:spTgt spid="833"/>
                                        </p:tgtEl>
                                      </p:cBhvr>
                                    </p:animEffect>
                                    <p:set>
                                      <p:cBhvr>
                                        <p:cTn id="32" dur="1" fill="hold">
                                          <p:stCondLst>
                                            <p:cond delay="2000"/>
                                          </p:stCondLst>
                                        </p:cTn>
                                        <p:tgtEl>
                                          <p:spTgt spid="83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2000"/>
                                        <p:tgtEl>
                                          <p:spTgt spid="836"/>
                                        </p:tgtEl>
                                      </p:cBhvr>
                                    </p:animEffect>
                                    <p:set>
                                      <p:cBhvr>
                                        <p:cTn id="37" dur="1" fill="hold">
                                          <p:stCondLst>
                                            <p:cond delay="2000"/>
                                          </p:stCondLst>
                                        </p:cTn>
                                        <p:tgtEl>
                                          <p:spTgt spid="83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2000"/>
                                        <p:tgtEl>
                                          <p:spTgt spid="839"/>
                                        </p:tgtEl>
                                      </p:cBhvr>
                                    </p:animEffect>
                                    <p:set>
                                      <p:cBhvr>
                                        <p:cTn id="42" dur="1" fill="hold">
                                          <p:stCondLst>
                                            <p:cond delay="2000"/>
                                          </p:stCondLst>
                                        </p:cTn>
                                        <p:tgtEl>
                                          <p:spTgt spid="83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2000"/>
                                        <p:tgtEl>
                                          <p:spTgt spid="842"/>
                                        </p:tgtEl>
                                      </p:cBhvr>
                                    </p:animEffect>
                                    <p:set>
                                      <p:cBhvr>
                                        <p:cTn id="47" dur="1" fill="hold">
                                          <p:stCondLst>
                                            <p:cond delay="2000"/>
                                          </p:stCondLst>
                                        </p:cTn>
                                        <p:tgtEl>
                                          <p:spTgt spid="84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2000"/>
                                        <p:tgtEl>
                                          <p:spTgt spid="845"/>
                                        </p:tgtEl>
                                      </p:cBhvr>
                                    </p:animEffect>
                                    <p:set>
                                      <p:cBhvr>
                                        <p:cTn id="52" dur="1" fill="hold">
                                          <p:stCondLst>
                                            <p:cond delay="2000"/>
                                          </p:stCondLst>
                                        </p:cTn>
                                        <p:tgtEl>
                                          <p:spTgt spid="84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2000"/>
                                        <p:tgtEl>
                                          <p:spTgt spid="848"/>
                                        </p:tgtEl>
                                      </p:cBhvr>
                                    </p:animEffect>
                                    <p:set>
                                      <p:cBhvr>
                                        <p:cTn id="57" dur="1" fill="hold">
                                          <p:stCondLst>
                                            <p:cond delay="2000"/>
                                          </p:stCondLst>
                                        </p:cTn>
                                        <p:tgtEl>
                                          <p:spTgt spid="84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0"/>
                                  </p:stCondLst>
                                  <p:childTnLst>
                                    <p:animEffect transition="out" filter="fade">
                                      <p:cBhvr>
                                        <p:cTn id="61" dur="2000"/>
                                        <p:tgtEl>
                                          <p:spTgt spid="851"/>
                                        </p:tgtEl>
                                      </p:cBhvr>
                                    </p:animEffect>
                                    <p:set>
                                      <p:cBhvr>
                                        <p:cTn id="62" dur="1" fill="hold">
                                          <p:stCondLst>
                                            <p:cond delay="2000"/>
                                          </p:stCondLst>
                                        </p:cTn>
                                        <p:tgtEl>
                                          <p:spTgt spid="85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2000"/>
                                        <p:tgtEl>
                                          <p:spTgt spid="854"/>
                                        </p:tgtEl>
                                      </p:cBhvr>
                                    </p:animEffect>
                                    <p:set>
                                      <p:cBhvr>
                                        <p:cTn id="67" dur="1" fill="hold">
                                          <p:stCondLst>
                                            <p:cond delay="2000"/>
                                          </p:stCondLst>
                                        </p:cTn>
                                        <p:tgtEl>
                                          <p:spTgt spid="85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2000"/>
                                        <p:tgtEl>
                                          <p:spTgt spid="857"/>
                                        </p:tgtEl>
                                      </p:cBhvr>
                                    </p:animEffect>
                                    <p:set>
                                      <p:cBhvr>
                                        <p:cTn id="72" dur="1" fill="hold">
                                          <p:stCondLst>
                                            <p:cond delay="2000"/>
                                          </p:stCondLst>
                                        </p:cTn>
                                        <p:tgtEl>
                                          <p:spTgt spid="85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nodeType="clickEffect">
                                  <p:stCondLst>
                                    <p:cond delay="0"/>
                                  </p:stCondLst>
                                  <p:childTnLst>
                                    <p:animEffect transition="out" filter="fade">
                                      <p:cBhvr>
                                        <p:cTn id="76" dur="2000"/>
                                        <p:tgtEl>
                                          <p:spTgt spid="860"/>
                                        </p:tgtEl>
                                      </p:cBhvr>
                                    </p:animEffect>
                                    <p:set>
                                      <p:cBhvr>
                                        <p:cTn id="77" dur="1" fill="hold">
                                          <p:stCondLst>
                                            <p:cond delay="2000"/>
                                          </p:stCondLst>
                                        </p:cTn>
                                        <p:tgtEl>
                                          <p:spTgt spid="860"/>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nodeType="clickEffect">
                                  <p:stCondLst>
                                    <p:cond delay="0"/>
                                  </p:stCondLst>
                                  <p:childTnLst>
                                    <p:animEffect transition="out" filter="fade">
                                      <p:cBhvr>
                                        <p:cTn id="81" dur="2000"/>
                                        <p:tgtEl>
                                          <p:spTgt spid="863"/>
                                        </p:tgtEl>
                                      </p:cBhvr>
                                    </p:animEffect>
                                    <p:set>
                                      <p:cBhvr>
                                        <p:cTn id="82" dur="1" fill="hold">
                                          <p:stCondLst>
                                            <p:cond delay="2000"/>
                                          </p:stCondLst>
                                        </p:cTn>
                                        <p:tgtEl>
                                          <p:spTgt spid="863"/>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2000"/>
                                        <p:tgtEl>
                                          <p:spTgt spid="866"/>
                                        </p:tgtEl>
                                      </p:cBhvr>
                                    </p:animEffect>
                                    <p:set>
                                      <p:cBhvr>
                                        <p:cTn id="87" dur="1" fill="hold">
                                          <p:stCondLst>
                                            <p:cond delay="2000"/>
                                          </p:stCondLst>
                                        </p:cTn>
                                        <p:tgtEl>
                                          <p:spTgt spid="866"/>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nodeType="clickEffect">
                                  <p:stCondLst>
                                    <p:cond delay="0"/>
                                  </p:stCondLst>
                                  <p:childTnLst>
                                    <p:animEffect transition="out" filter="fade">
                                      <p:cBhvr>
                                        <p:cTn id="91" dur="2000"/>
                                        <p:tgtEl>
                                          <p:spTgt spid="869"/>
                                        </p:tgtEl>
                                      </p:cBhvr>
                                    </p:animEffect>
                                    <p:set>
                                      <p:cBhvr>
                                        <p:cTn id="92" dur="1" fill="hold">
                                          <p:stCondLst>
                                            <p:cond delay="2000"/>
                                          </p:stCondLst>
                                        </p:cTn>
                                        <p:tgtEl>
                                          <p:spTgt spid="869"/>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2000"/>
                                        <p:tgtEl>
                                          <p:spTgt spid="872"/>
                                        </p:tgtEl>
                                      </p:cBhvr>
                                    </p:animEffect>
                                    <p:set>
                                      <p:cBhvr>
                                        <p:cTn id="97" dur="1" fill="hold">
                                          <p:stCondLst>
                                            <p:cond delay="2000"/>
                                          </p:stCondLst>
                                        </p:cTn>
                                        <p:tgtEl>
                                          <p:spTgt spid="872"/>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2000"/>
                                        <p:tgtEl>
                                          <p:spTgt spid="875"/>
                                        </p:tgtEl>
                                      </p:cBhvr>
                                    </p:animEffect>
                                    <p:set>
                                      <p:cBhvr>
                                        <p:cTn id="102" dur="1" fill="hold">
                                          <p:stCondLst>
                                            <p:cond delay="2000"/>
                                          </p:stCondLst>
                                        </p:cTn>
                                        <p:tgtEl>
                                          <p:spTgt spid="875"/>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0" presetClass="exit" presetSubtype="0" fill="hold" nodeType="clickEffect">
                                  <p:stCondLst>
                                    <p:cond delay="0"/>
                                  </p:stCondLst>
                                  <p:childTnLst>
                                    <p:animEffect transition="out" filter="fade">
                                      <p:cBhvr>
                                        <p:cTn id="106" dur="2000"/>
                                        <p:tgtEl>
                                          <p:spTgt spid="878"/>
                                        </p:tgtEl>
                                      </p:cBhvr>
                                    </p:animEffect>
                                    <p:set>
                                      <p:cBhvr>
                                        <p:cTn id="107" dur="1" fill="hold">
                                          <p:stCondLst>
                                            <p:cond delay="2000"/>
                                          </p:stCondLst>
                                        </p:cTn>
                                        <p:tgtEl>
                                          <p:spTgt spid="878"/>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0" presetClass="exit" presetSubtype="0" fill="hold" nodeType="clickEffect">
                                  <p:stCondLst>
                                    <p:cond delay="0"/>
                                  </p:stCondLst>
                                  <p:childTnLst>
                                    <p:animEffect transition="out" filter="fade">
                                      <p:cBhvr>
                                        <p:cTn id="111" dur="2000"/>
                                        <p:tgtEl>
                                          <p:spTgt spid="881"/>
                                        </p:tgtEl>
                                      </p:cBhvr>
                                    </p:animEffect>
                                    <p:set>
                                      <p:cBhvr>
                                        <p:cTn id="112" dur="1" fill="hold">
                                          <p:stCondLst>
                                            <p:cond delay="2000"/>
                                          </p:stCondLst>
                                        </p:cTn>
                                        <p:tgtEl>
                                          <p:spTgt spid="88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nodeType="clickEffect">
                                  <p:stCondLst>
                                    <p:cond delay="0"/>
                                  </p:stCondLst>
                                  <p:childTnLst>
                                    <p:animEffect transition="out" filter="fade">
                                      <p:cBhvr>
                                        <p:cTn id="116" dur="2000"/>
                                        <p:tgtEl>
                                          <p:spTgt spid="884"/>
                                        </p:tgtEl>
                                      </p:cBhvr>
                                    </p:animEffect>
                                    <p:set>
                                      <p:cBhvr>
                                        <p:cTn id="117" dur="1" fill="hold">
                                          <p:stCondLst>
                                            <p:cond delay="2000"/>
                                          </p:stCondLst>
                                        </p:cTn>
                                        <p:tgtEl>
                                          <p:spTgt spid="884"/>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0" presetClass="exit" presetSubtype="0" fill="hold" nodeType="clickEffect">
                                  <p:stCondLst>
                                    <p:cond delay="0"/>
                                  </p:stCondLst>
                                  <p:childTnLst>
                                    <p:animEffect transition="out" filter="fade">
                                      <p:cBhvr>
                                        <p:cTn id="121" dur="2000"/>
                                        <p:tgtEl>
                                          <p:spTgt spid="887"/>
                                        </p:tgtEl>
                                      </p:cBhvr>
                                    </p:animEffect>
                                    <p:set>
                                      <p:cBhvr>
                                        <p:cTn id="122" dur="1" fill="hold">
                                          <p:stCondLst>
                                            <p:cond delay="2000"/>
                                          </p:stCondLst>
                                        </p:cTn>
                                        <p:tgtEl>
                                          <p:spTgt spid="887"/>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0" presetClass="exit" presetSubtype="0" fill="hold" nodeType="clickEffect">
                                  <p:stCondLst>
                                    <p:cond delay="0"/>
                                  </p:stCondLst>
                                  <p:childTnLst>
                                    <p:animEffect transition="out" filter="fade">
                                      <p:cBhvr>
                                        <p:cTn id="126" dur="2000"/>
                                        <p:tgtEl>
                                          <p:spTgt spid="890"/>
                                        </p:tgtEl>
                                      </p:cBhvr>
                                    </p:animEffect>
                                    <p:set>
                                      <p:cBhvr>
                                        <p:cTn id="127" dur="1" fill="hold">
                                          <p:stCondLst>
                                            <p:cond delay="2000"/>
                                          </p:stCondLst>
                                        </p:cTn>
                                        <p:tgtEl>
                                          <p:spTgt spid="890"/>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10" presetClass="exit" presetSubtype="0" fill="hold" nodeType="clickEffect">
                                  <p:stCondLst>
                                    <p:cond delay="0"/>
                                  </p:stCondLst>
                                  <p:childTnLst>
                                    <p:animEffect transition="out" filter="fade">
                                      <p:cBhvr>
                                        <p:cTn id="131" dur="2000"/>
                                        <p:tgtEl>
                                          <p:spTgt spid="893"/>
                                        </p:tgtEl>
                                      </p:cBhvr>
                                    </p:animEffect>
                                    <p:set>
                                      <p:cBhvr>
                                        <p:cTn id="132" dur="1" fill="hold">
                                          <p:stCondLst>
                                            <p:cond delay="2000"/>
                                          </p:stCondLst>
                                        </p:cTn>
                                        <p:tgtEl>
                                          <p:spTgt spid="893"/>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0" presetClass="exit" presetSubtype="0" fill="hold" nodeType="clickEffect">
                                  <p:stCondLst>
                                    <p:cond delay="0"/>
                                  </p:stCondLst>
                                  <p:childTnLst>
                                    <p:animEffect transition="out" filter="fade">
                                      <p:cBhvr>
                                        <p:cTn id="136" dur="2000"/>
                                        <p:tgtEl>
                                          <p:spTgt spid="896"/>
                                        </p:tgtEl>
                                      </p:cBhvr>
                                    </p:animEffect>
                                    <p:set>
                                      <p:cBhvr>
                                        <p:cTn id="137" dur="1" fill="hold">
                                          <p:stCondLst>
                                            <p:cond delay="2000"/>
                                          </p:stCondLst>
                                        </p:cTn>
                                        <p:tgtEl>
                                          <p:spTgt spid="896"/>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10" presetClass="exit" presetSubtype="0" fill="hold" nodeType="clickEffect">
                                  <p:stCondLst>
                                    <p:cond delay="0"/>
                                  </p:stCondLst>
                                  <p:childTnLst>
                                    <p:animEffect transition="out" filter="fade">
                                      <p:cBhvr>
                                        <p:cTn id="141" dur="2000"/>
                                        <p:tgtEl>
                                          <p:spTgt spid="899"/>
                                        </p:tgtEl>
                                      </p:cBhvr>
                                    </p:animEffect>
                                    <p:set>
                                      <p:cBhvr>
                                        <p:cTn id="142" dur="1" fill="hold">
                                          <p:stCondLst>
                                            <p:cond delay="2000"/>
                                          </p:stCondLst>
                                        </p:cTn>
                                        <p:tgtEl>
                                          <p:spTgt spid="899"/>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0" presetClass="exit" presetSubtype="0" fill="hold" nodeType="clickEffect">
                                  <p:stCondLst>
                                    <p:cond delay="0"/>
                                  </p:stCondLst>
                                  <p:childTnLst>
                                    <p:animEffect transition="out" filter="fade">
                                      <p:cBhvr>
                                        <p:cTn id="146" dur="2000"/>
                                        <p:tgtEl>
                                          <p:spTgt spid="902"/>
                                        </p:tgtEl>
                                      </p:cBhvr>
                                    </p:animEffect>
                                    <p:set>
                                      <p:cBhvr>
                                        <p:cTn id="147" dur="1" fill="hold">
                                          <p:stCondLst>
                                            <p:cond delay="2000"/>
                                          </p:stCondLst>
                                        </p:cTn>
                                        <p:tgtEl>
                                          <p:spTgt spid="902"/>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10" presetClass="exit" presetSubtype="0" fill="hold" nodeType="clickEffect">
                                  <p:stCondLst>
                                    <p:cond delay="0"/>
                                  </p:stCondLst>
                                  <p:childTnLst>
                                    <p:animEffect transition="out" filter="fade">
                                      <p:cBhvr>
                                        <p:cTn id="151" dur="2000"/>
                                        <p:tgtEl>
                                          <p:spTgt spid="905"/>
                                        </p:tgtEl>
                                      </p:cBhvr>
                                    </p:animEffect>
                                    <p:set>
                                      <p:cBhvr>
                                        <p:cTn id="152" dur="1" fill="hold">
                                          <p:stCondLst>
                                            <p:cond delay="2000"/>
                                          </p:stCondLst>
                                        </p:cTn>
                                        <p:tgtEl>
                                          <p:spTgt spid="9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19"/>
        <p:cNvGrpSpPr/>
        <p:nvPr/>
      </p:nvGrpSpPr>
      <p:grpSpPr>
        <a:xfrm>
          <a:off x="0" y="0"/>
          <a:ext cx="0" cy="0"/>
          <a:chOff x="0" y="0"/>
          <a:chExt cx="0" cy="0"/>
        </a:xfrm>
      </p:grpSpPr>
      <p:pic>
        <p:nvPicPr>
          <p:cNvPr id="920" name="Google Shape;920;p49" descr="Image result for patronus"/>
          <p:cNvPicPr preferRelativeResize="0"/>
          <p:nvPr/>
        </p:nvPicPr>
        <p:blipFill rotWithShape="1">
          <a:blip r:embed="rId4">
            <a:alphaModFix/>
          </a:blip>
          <a:srcRect/>
          <a:stretch/>
        </p:blipFill>
        <p:spPr>
          <a:xfrm>
            <a:off x="5231569" y="2579996"/>
            <a:ext cx="2998031" cy="2506354"/>
          </a:xfrm>
          <a:prstGeom prst="rect">
            <a:avLst/>
          </a:prstGeom>
          <a:noFill/>
          <a:ln>
            <a:noFill/>
          </a:ln>
        </p:spPr>
      </p:pic>
      <p:pic>
        <p:nvPicPr>
          <p:cNvPr id="921" name="Google Shape;921;p49" descr="Image result for patronus"/>
          <p:cNvPicPr preferRelativeResize="0"/>
          <p:nvPr/>
        </p:nvPicPr>
        <p:blipFill rotWithShape="1">
          <a:blip r:embed="rId5">
            <a:alphaModFix/>
          </a:blip>
          <a:srcRect/>
          <a:stretch/>
        </p:blipFill>
        <p:spPr>
          <a:xfrm>
            <a:off x="990600" y="3033785"/>
            <a:ext cx="1864414" cy="2052565"/>
          </a:xfrm>
          <a:prstGeom prst="rect">
            <a:avLst/>
          </a:prstGeom>
          <a:noFill/>
          <a:ln>
            <a:noFill/>
          </a:ln>
        </p:spPr>
      </p:pic>
      <p:pic>
        <p:nvPicPr>
          <p:cNvPr id="922" name="Google Shape;922;p49" descr="Image result for patronus"/>
          <p:cNvPicPr preferRelativeResize="0"/>
          <p:nvPr/>
        </p:nvPicPr>
        <p:blipFill rotWithShape="1">
          <a:blip r:embed="rId6">
            <a:alphaModFix/>
          </a:blip>
          <a:srcRect/>
          <a:stretch/>
        </p:blipFill>
        <p:spPr>
          <a:xfrm>
            <a:off x="3081508" y="1141867"/>
            <a:ext cx="2971800" cy="3783837"/>
          </a:xfrm>
          <a:prstGeom prst="rect">
            <a:avLst/>
          </a:prstGeom>
          <a:noFill/>
          <a:ln>
            <a:noFill/>
          </a:ln>
        </p:spPr>
      </p:pic>
      <p:sp>
        <p:nvSpPr>
          <p:cNvPr id="923" name="Google Shape;923;p49"/>
          <p:cNvSpPr txBox="1"/>
          <p:nvPr/>
        </p:nvSpPr>
        <p:spPr>
          <a:xfrm>
            <a:off x="0" y="521553"/>
            <a:ext cx="9144000"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DD9C3"/>
                </a:solidFill>
                <a:latin typeface="Arial"/>
                <a:ea typeface="Arial"/>
                <a:cs typeface="Arial"/>
                <a:sym typeface="Arial"/>
              </a:rPr>
              <a:t>Choose your Patronus…</a:t>
            </a:r>
            <a:endParaRPr sz="1400" b="0" i="0" u="none" strike="noStrike" cap="none">
              <a:solidFill>
                <a:srgbClr val="000000"/>
              </a:solidFill>
              <a:latin typeface="Arial"/>
              <a:ea typeface="Arial"/>
              <a:cs typeface="Arial"/>
              <a:sym typeface="Arial"/>
            </a:endParaRPr>
          </a:p>
        </p:txBody>
      </p:sp>
      <p:pic>
        <p:nvPicPr>
          <p:cNvPr id="924" name="Google Shape;924;p49"/>
          <p:cNvPicPr preferRelativeResize="0"/>
          <p:nvPr/>
        </p:nvPicPr>
        <p:blipFill rotWithShape="1">
          <a:blip r:embed="rId7">
            <a:alphaModFix/>
          </a:blip>
          <a:srcRect l="23039" t="25473" r="33651" b="32667"/>
          <a:stretch/>
        </p:blipFill>
        <p:spPr>
          <a:xfrm>
            <a:off x="7218218" y="1935759"/>
            <a:ext cx="1011382" cy="1288473"/>
          </a:xfrm>
          <a:prstGeom prst="rect">
            <a:avLst/>
          </a:prstGeom>
          <a:noFill/>
          <a:ln>
            <a:noFill/>
          </a:ln>
        </p:spPr>
      </p:pic>
      <p:pic>
        <p:nvPicPr>
          <p:cNvPr id="925" name="Google Shape;925;p49"/>
          <p:cNvPicPr preferRelativeResize="0"/>
          <p:nvPr/>
        </p:nvPicPr>
        <p:blipFill rotWithShape="1">
          <a:blip r:embed="rId8">
            <a:alphaModFix/>
          </a:blip>
          <a:srcRect l="19247" t="24739" r="29600" b="36554"/>
          <a:stretch/>
        </p:blipFill>
        <p:spPr>
          <a:xfrm>
            <a:off x="2555035" y="1802832"/>
            <a:ext cx="1343892" cy="1191491"/>
          </a:xfrm>
          <a:prstGeom prst="rect">
            <a:avLst/>
          </a:prstGeom>
          <a:noFill/>
          <a:ln>
            <a:noFill/>
          </a:ln>
        </p:spPr>
      </p:pic>
      <p:pic>
        <p:nvPicPr>
          <p:cNvPr id="926" name="Google Shape;926;p49"/>
          <p:cNvPicPr preferRelativeResize="0"/>
          <p:nvPr/>
        </p:nvPicPr>
        <p:blipFill rotWithShape="1">
          <a:blip r:embed="rId9">
            <a:alphaModFix/>
          </a:blip>
          <a:srcRect l="23659" t="23659" r="32438" b="35070"/>
          <a:stretch/>
        </p:blipFill>
        <p:spPr>
          <a:xfrm>
            <a:off x="533400" y="2359116"/>
            <a:ext cx="1143000" cy="1270414"/>
          </a:xfrm>
          <a:prstGeom prst="rect">
            <a:avLst/>
          </a:prstGeom>
          <a:noFill/>
          <a:ln>
            <a:noFill/>
          </a:ln>
        </p:spPr>
      </p:pic>
      <p:sp>
        <p:nvSpPr>
          <p:cNvPr id="927" name="Google Shape;927;p49"/>
          <p:cNvSpPr txBox="1">
            <a:spLocks noGrp="1"/>
          </p:cNvSpPr>
          <p:nvPr>
            <p:ph type="title" idx="4294967295"/>
          </p:nvPr>
        </p:nvSpPr>
        <p:spPr>
          <a:xfrm>
            <a:off x="457200" y="-933450"/>
            <a:ext cx="8229600" cy="8572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Reward </a:t>
            </a:r>
            <a:r>
              <a:rPr lang="en-US"/>
              <a:t>S</a:t>
            </a:r>
            <a:endParaRPr/>
          </a:p>
        </p:txBody>
      </p:sp>
      <p:pic>
        <p:nvPicPr>
          <p:cNvPr id="928" name="Google Shape;928;p49" descr="Image result for hogwarts icon">
            <a:hlinkClick r:id="rId10" action="ppaction://hlinksldjump"/>
          </p:cNvPr>
          <p:cNvPicPr preferRelativeResize="0"/>
          <p:nvPr/>
        </p:nvPicPr>
        <p:blipFill rotWithShape="1">
          <a:blip r:embed="rId11">
            <a:alphaModFix/>
          </a:blip>
          <a:srcRect/>
          <a:stretch/>
        </p:blipFill>
        <p:spPr>
          <a:xfrm>
            <a:off x="8665090" y="4698868"/>
            <a:ext cx="311282" cy="311282"/>
          </a:xfrm>
          <a:prstGeom prst="rect">
            <a:avLst/>
          </a:prstGeom>
          <a:noFill/>
          <a:ln>
            <a:noFill/>
          </a:ln>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animEffect transition="in" filter="fade">
                                      <p:cBhvr>
                                        <p:cTn id="7" dur="1000"/>
                                        <p:tgtEl>
                                          <p:spTgt spid="9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4"/>
                                        </p:tgtEl>
                                        <p:attrNameLst>
                                          <p:attrName>style.visibility</p:attrName>
                                        </p:attrNameLst>
                                      </p:cBhvr>
                                      <p:to>
                                        <p:strVal val="visible"/>
                                      </p:to>
                                    </p:set>
                                    <p:animEffect transition="in" filter="fade">
                                      <p:cBhvr>
                                        <p:cTn id="12" dur="1000"/>
                                        <p:tgtEl>
                                          <p:spTgt spid="9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5"/>
                                        </p:tgtEl>
                                        <p:attrNameLst>
                                          <p:attrName>style.visibility</p:attrName>
                                        </p:attrNameLst>
                                      </p:cBhvr>
                                      <p:to>
                                        <p:strVal val="visible"/>
                                      </p:to>
                                    </p:set>
                                    <p:animEffect transition="in" filter="fade">
                                      <p:cBhvr>
                                        <p:cTn id="17" dur="1000"/>
                                        <p:tgtEl>
                                          <p:spTgt spid="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2834</Words>
  <Application>Microsoft Office PowerPoint</Application>
  <PresentationFormat>On-screen Show (16:9)</PresentationFormat>
  <Paragraphs>605</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EB Garamond</vt:lpstr>
      <vt:lpstr>Times New Roman</vt:lpstr>
      <vt:lpstr>Calibri</vt:lpstr>
      <vt:lpstr>Arial</vt:lpstr>
      <vt:lpstr>Office Theme</vt:lpstr>
      <vt:lpstr>PowerPoint Presentation</vt:lpstr>
      <vt:lpstr>PowerPoint Presentation</vt:lpstr>
      <vt:lpstr>PowerPoint Presentation</vt:lpstr>
      <vt:lpstr>PowerPoint Presentation</vt:lpstr>
      <vt:lpstr>Question 1</vt:lpstr>
      <vt:lpstr>Question 2</vt:lpstr>
      <vt:lpstr>Question 3</vt:lpstr>
      <vt:lpstr>Question 4</vt:lpstr>
      <vt:lpstr>Question 5</vt:lpstr>
      <vt:lpstr>Question A</vt:lpstr>
      <vt:lpstr>Question A</vt:lpstr>
      <vt:lpstr>Question J</vt:lpstr>
      <vt:lpstr>Question K</vt:lpstr>
      <vt:lpstr>Question L</vt:lpstr>
      <vt:lpstr>Question M</vt:lpstr>
      <vt:lpstr>Question N</vt:lpstr>
      <vt:lpstr>Question O</vt:lpstr>
      <vt:lpstr>Question P</vt:lpstr>
      <vt:lpstr>Question Q</vt:lpstr>
      <vt:lpstr>Reward C</vt:lpstr>
      <vt:lpstr>Reward D</vt:lpstr>
      <vt:lpstr>Reward F Question</vt:lpstr>
      <vt:lpstr>Reward F - A</vt:lpstr>
      <vt:lpstr>Reward F - B</vt:lpstr>
      <vt:lpstr>Reward H</vt:lpstr>
      <vt:lpstr>Reward I</vt:lpstr>
      <vt:lpstr>Reward J Question</vt:lpstr>
      <vt:lpstr>Reward J - B</vt:lpstr>
      <vt:lpstr>Reward J - A</vt:lpstr>
      <vt:lpstr>Reward M Question</vt:lpstr>
      <vt:lpstr>Reward M - B</vt:lpstr>
      <vt:lpstr>Reward M - A</vt:lpstr>
      <vt:lpstr>Reward N</vt:lpstr>
      <vt:lpstr>Reward P</vt:lpstr>
      <vt:lpstr>Reward T</vt:lpstr>
      <vt:lpstr>Reward U</vt:lpstr>
      <vt:lpstr>Reward W Question</vt:lpstr>
      <vt:lpstr>Reward W - A</vt:lpstr>
      <vt:lpstr>Reward W - B</vt:lpstr>
      <vt:lpstr>Reward B, K, Q, V</vt:lpstr>
      <vt:lpstr>Reward X</vt:lpstr>
      <vt:lpstr>Reward 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Wjns. 🍊</cp:lastModifiedBy>
  <cp:revision>2</cp:revision>
  <dcterms:modified xsi:type="dcterms:W3CDTF">2026-10-18T17:33:14Z</dcterms:modified>
</cp:coreProperties>
</file>
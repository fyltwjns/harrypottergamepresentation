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9144000" cy="5143500" type="screen16x9"/>
  <p:notesSz cx="6858000" cy="9144000"/>
  <p:embeddedFontLst>
    <p:embeddedFont>
      <p:font typeface="EB Garamond" panose="00000500000000000000" pitchFamily="2"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hCUZY6k10OJdXrg2eL806ZlVSW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11"/>
    <p:restoredTop sz="94675"/>
  </p:normalViewPr>
  <p:slideViewPr>
    <p:cSldViewPr snapToGrid="0">
      <p:cViewPr varScale="1">
        <p:scale>
          <a:sx n="159" d="100"/>
          <a:sy n="159" d="100"/>
        </p:scale>
        <p:origin x="400"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i="1">
                <a:solidFill>
                  <a:schemeClr val="dk1"/>
                </a:solidFill>
                <a:latin typeface="Calibri"/>
                <a:ea typeface="Calibri"/>
                <a:cs typeface="Calibri"/>
                <a:sym typeface="Calibri"/>
              </a:rPr>
              <a:t>This template is for educational, non-commercial purposes </a:t>
            </a:r>
            <a:r>
              <a:rPr lang="en-US" sz="1200" i="1" u="sng">
                <a:solidFill>
                  <a:schemeClr val="dk1"/>
                </a:solidFill>
                <a:latin typeface="Calibri"/>
                <a:ea typeface="Calibri"/>
                <a:cs typeface="Calibri"/>
                <a:sym typeface="Calibri"/>
              </a:rPr>
              <a:t>only</a:t>
            </a:r>
            <a:r>
              <a:rPr lang="en-US" sz="1200" i="1">
                <a:solidFill>
                  <a:schemeClr val="dk1"/>
                </a:solidFill>
                <a:latin typeface="Calibri"/>
                <a:ea typeface="Calibri"/>
                <a:cs typeface="Calibri"/>
                <a:sym typeface="Calibri"/>
              </a:rPr>
              <a:t>. For more free game templates like this one, visit </a:t>
            </a:r>
            <a:r>
              <a:rPr lang="en-US" sz="1200" b="1" i="1">
                <a:solidFill>
                  <a:schemeClr val="dk1"/>
                </a:solidFill>
                <a:latin typeface="Calibri"/>
                <a:ea typeface="Calibri"/>
                <a:cs typeface="Calibri"/>
                <a:sym typeface="Calibri"/>
              </a:rPr>
              <a:t>https://www.taysteachingtoolkit.com</a:t>
            </a:r>
            <a:endParaRPr sz="1200" b="1" i="1">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endParaRPr/>
          </a:p>
        </p:txBody>
      </p:sp>
      <p:sp>
        <p:nvSpPr>
          <p:cNvPr id="87" name="Google Shape;87;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Feel free to change the name of the school in the opening line as needed ☺</a:t>
            </a:r>
            <a:endParaRPr/>
          </a:p>
        </p:txBody>
      </p:sp>
      <p:sp>
        <p:nvSpPr>
          <p:cNvPr id="99" name="Google Shape;99;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h608ceccf3dc7060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h608ceccf3dc70604_0_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Feel free to change the name of the school in the opening line as needed ☺</a:t>
            </a:r>
            <a:endParaRPr/>
          </a:p>
        </p:txBody>
      </p:sp>
      <p:sp>
        <p:nvSpPr>
          <p:cNvPr id="108" name="Google Shape;108;h608ceccf3dc70604_0_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Click a letter to go to a question.</a:t>
            </a:r>
            <a:endParaRPr/>
          </a:p>
        </p:txBody>
      </p:sp>
      <p:sp>
        <p:nvSpPr>
          <p:cNvPr id="117" name="Google Shape;117;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138" name="Google Shape;138;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h61dc23adf5ca8e5d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h61dc23adf5ca8e5d_1_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156" name="Google Shape;156;h61dc23adf5ca8e5d_1_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h61dc23adf5ca8e5d_1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h61dc23adf5ca8e5d_1_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174" name="Google Shape;174;h61dc23adf5ca8e5d_1_3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h61dc23adf5ca8e5d_1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h61dc23adf5ca8e5d_1_7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193" name="Google Shape;193;h61dc23adf5ca8e5d_1_7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h61dc23adf5ca8e5d_1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h61dc23adf5ca8e5d_1_9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212" name="Google Shape;212;h61dc23adf5ca8e5d_1_9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h61dc23adf5ca8e5d_1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h61dc23adf5ca8e5d_1_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231" name="Google Shape;231;h61dc23adf5ca8e5d_1_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h61dc23adf5ca8e5d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h61dc23adf5ca8e5d_1_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251" name="Google Shape;251;h61dc23adf5ca8e5d_1_5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9" name="Google Shape;269;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270" name="Google Shape;270;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289" name="Google Shape;289;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308" name="Google Shape;308;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1" name="Google Shape;321;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322" name="Google Shape;322;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0" name="Google Shape;340;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341" name="Google Shape;341;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360" name="Google Shape;360;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8" name="Google Shape;378;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379" name="Google Shape;379;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7" name="Google Shape;397;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398" name="Google Shape;398;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lvl="0" indent="-171450" algn="l" rtl="0">
              <a:lnSpc>
                <a:spcPct val="100000"/>
              </a:lnSpc>
              <a:spcBef>
                <a:spcPts val="0"/>
              </a:spcBef>
              <a:spcAft>
                <a:spcPts val="0"/>
              </a:spcAft>
              <a:buClr>
                <a:schemeClr val="dk1"/>
              </a:buClr>
              <a:buSzPts val="1200"/>
              <a:buFont typeface="Arial"/>
              <a:buChar char="•"/>
            </a:pPr>
            <a:r>
              <a:rPr lang="en-US"/>
              <a:t>Click an item to make a reward/penalty appear.</a:t>
            </a:r>
            <a:endParaRPr/>
          </a:p>
          <a:p>
            <a:pPr marL="171450" lvl="0" indent="-171450" algn="l" rtl="0">
              <a:lnSpc>
                <a:spcPct val="100000"/>
              </a:lnSpc>
              <a:spcBef>
                <a:spcPts val="0"/>
              </a:spcBef>
              <a:spcAft>
                <a:spcPts val="0"/>
              </a:spcAft>
              <a:buClr>
                <a:schemeClr val="dk1"/>
              </a:buClr>
              <a:buSzPts val="1200"/>
              <a:buFont typeface="Arial"/>
              <a:buChar char="•"/>
            </a:pPr>
            <a:r>
              <a:rPr lang="en-US"/>
              <a:t>Students have to choose one of each item (3 items total).</a:t>
            </a:r>
            <a:endParaRPr/>
          </a:p>
          <a:p>
            <a:pPr marL="171450" lvl="0" indent="-171450" algn="l" rtl="0">
              <a:lnSpc>
                <a:spcPct val="100000"/>
              </a:lnSpc>
              <a:spcBef>
                <a:spcPts val="0"/>
              </a:spcBef>
              <a:spcAft>
                <a:spcPts val="0"/>
              </a:spcAft>
              <a:buClr>
                <a:schemeClr val="dk1"/>
              </a:buClr>
              <a:buSzPts val="1200"/>
              <a:buFont typeface="Arial"/>
              <a:buChar char="•"/>
            </a:pPr>
            <a:r>
              <a:rPr lang="en-US"/>
              <a:t>If they find a bomb (the Death Eater icon), they lose the points they earned and cannot continue choosing items.</a:t>
            </a:r>
            <a:endParaRPr/>
          </a:p>
          <a:p>
            <a:pPr marL="171450" lvl="0" indent="-171450" algn="l" rtl="0">
              <a:lnSpc>
                <a:spcPct val="100000"/>
              </a:lnSpc>
              <a:spcBef>
                <a:spcPts val="0"/>
              </a:spcBef>
              <a:spcAft>
                <a:spcPts val="0"/>
              </a:spcAft>
              <a:buClr>
                <a:schemeClr val="dk1"/>
              </a:buClr>
              <a:buSzPts val="1200"/>
              <a:buFont typeface="Arial"/>
              <a:buChar char="•"/>
            </a:pPr>
            <a:r>
              <a:rPr lang="en-US"/>
              <a:t>If there’s nothing behind an object, that means 0 points/no points added the total. A number is the number of points.</a:t>
            </a:r>
            <a:endParaRPr/>
          </a:p>
          <a:p>
            <a:pPr marL="0" lvl="0" indent="0" algn="l" rtl="0">
              <a:lnSpc>
                <a:spcPct val="100000"/>
              </a:lnSpc>
              <a:spcBef>
                <a:spcPts val="0"/>
              </a:spcBef>
              <a:spcAft>
                <a:spcPts val="0"/>
              </a:spcAft>
              <a:buSzPts val="1400"/>
              <a:buNone/>
            </a:pPr>
            <a:r>
              <a:rPr lang="en-US" b="1"/>
              <a:t>Click the Hogwarts icon to go back the question-choosing slide.</a:t>
            </a:r>
            <a:endParaRPr b="1"/>
          </a:p>
        </p:txBody>
      </p:sp>
      <p:sp>
        <p:nvSpPr>
          <p:cNvPr id="417" name="Google Shape;417;p2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5" name="Google Shape;445;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lvl="0" indent="-171450" algn="l" rtl="0">
              <a:lnSpc>
                <a:spcPct val="100000"/>
              </a:lnSpc>
              <a:spcBef>
                <a:spcPts val="0"/>
              </a:spcBef>
              <a:spcAft>
                <a:spcPts val="0"/>
              </a:spcAft>
              <a:buClr>
                <a:schemeClr val="dk1"/>
              </a:buClr>
              <a:buSzPts val="1200"/>
              <a:buFont typeface="Arial"/>
              <a:buChar char="•"/>
            </a:pPr>
            <a:r>
              <a:rPr lang="en-US"/>
              <a:t>Click a character to reveal a reward/penalty.</a:t>
            </a:r>
            <a:endParaRPr/>
          </a:p>
          <a:p>
            <a:pPr marL="0" lvl="0" indent="0" algn="l" rtl="0">
              <a:lnSpc>
                <a:spcPct val="100000"/>
              </a:lnSpc>
              <a:spcBef>
                <a:spcPts val="0"/>
              </a:spcBef>
              <a:spcAft>
                <a:spcPts val="0"/>
              </a:spcAft>
              <a:buSzPts val="1400"/>
              <a:buNone/>
            </a:pPr>
            <a:r>
              <a:rPr lang="en-US" b="1"/>
              <a:t>Click the Hogwarts icon to go back the question-choosing slide.</a:t>
            </a:r>
            <a:endParaRPr b="1"/>
          </a:p>
        </p:txBody>
      </p:sp>
      <p:sp>
        <p:nvSpPr>
          <p:cNvPr id="446" name="Google Shape;446;p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9" name="Google Shape;459;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marR="0" lvl="0" indent="-171450" algn="l" rtl="0">
              <a:lnSpc>
                <a:spcPct val="100000"/>
              </a:lnSpc>
              <a:spcBef>
                <a:spcPts val="0"/>
              </a:spcBef>
              <a:spcAft>
                <a:spcPts val="0"/>
              </a:spcAft>
              <a:buClr>
                <a:schemeClr val="dk1"/>
              </a:buClr>
              <a:buSzPts val="1200"/>
              <a:buFont typeface="Arial"/>
              <a:buChar char="•"/>
            </a:pPr>
            <a:r>
              <a:rPr lang="en-US"/>
              <a:t>Click “A” or “B” to reveal a reward/penalty.</a:t>
            </a:r>
            <a:endParaRPr/>
          </a:p>
          <a:p>
            <a:pPr marL="0" lvl="0" indent="0" algn="l" rtl="0">
              <a:lnSpc>
                <a:spcPct val="100000"/>
              </a:lnSpc>
              <a:spcBef>
                <a:spcPts val="0"/>
              </a:spcBef>
              <a:spcAft>
                <a:spcPts val="0"/>
              </a:spcAft>
              <a:buSzPts val="1400"/>
              <a:buNone/>
            </a:pPr>
            <a:endParaRPr/>
          </a:p>
        </p:txBody>
      </p:sp>
      <p:sp>
        <p:nvSpPr>
          <p:cNvPr id="460" name="Google Shape;460;p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Hogwarts icon to go back the question-choosing slide.</a:t>
            </a:r>
            <a:endParaRPr b="1"/>
          </a:p>
        </p:txBody>
      </p:sp>
      <p:sp>
        <p:nvSpPr>
          <p:cNvPr id="470" name="Google Shape;470;p3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9" name="Google Shape;47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a:t>Click the Hogwarts icon to go back the question-choosing slide.</a:t>
            </a:r>
            <a:endParaRPr b="1"/>
          </a:p>
          <a:p>
            <a:pPr marL="0" lvl="0" indent="0" algn="l" rtl="0">
              <a:lnSpc>
                <a:spcPct val="100000"/>
              </a:lnSpc>
              <a:spcBef>
                <a:spcPts val="0"/>
              </a:spcBef>
              <a:spcAft>
                <a:spcPts val="0"/>
              </a:spcAft>
              <a:buSzPts val="1400"/>
              <a:buNone/>
            </a:pPr>
            <a:endParaRPr/>
          </a:p>
        </p:txBody>
      </p:sp>
      <p:sp>
        <p:nvSpPr>
          <p:cNvPr id="480" name="Google Shape;48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9" name="Google Shape;489;p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lvl="0" indent="-171450" algn="l" rtl="0">
              <a:lnSpc>
                <a:spcPct val="100000"/>
              </a:lnSpc>
              <a:spcBef>
                <a:spcPts val="0"/>
              </a:spcBef>
              <a:spcAft>
                <a:spcPts val="0"/>
              </a:spcAft>
              <a:buClr>
                <a:schemeClr val="dk1"/>
              </a:buClr>
              <a:buSzPts val="1200"/>
              <a:buFont typeface="Arial"/>
              <a:buChar char="•"/>
            </a:pPr>
            <a:r>
              <a:rPr lang="en-US"/>
              <a:t>Click a character to reveal a reward/penalty.</a:t>
            </a:r>
            <a:endParaRPr/>
          </a:p>
          <a:p>
            <a:pPr marL="0" lvl="0" indent="0" algn="l" rtl="0">
              <a:lnSpc>
                <a:spcPct val="100000"/>
              </a:lnSpc>
              <a:spcBef>
                <a:spcPts val="0"/>
              </a:spcBef>
              <a:spcAft>
                <a:spcPts val="0"/>
              </a:spcAft>
              <a:buSzPts val="1400"/>
              <a:buNone/>
            </a:pPr>
            <a:r>
              <a:rPr lang="en-US" b="1"/>
              <a:t>Click the Hogwarts icon to go back the question-choosing slide.</a:t>
            </a:r>
            <a:endParaRPr b="1"/>
          </a:p>
        </p:txBody>
      </p:sp>
      <p:sp>
        <p:nvSpPr>
          <p:cNvPr id="490" name="Google Shape;490;p3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5" name="Google Shape;505;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lvl="0" indent="-171450" algn="l" rtl="0">
              <a:lnSpc>
                <a:spcPct val="100000"/>
              </a:lnSpc>
              <a:spcBef>
                <a:spcPts val="0"/>
              </a:spcBef>
              <a:spcAft>
                <a:spcPts val="0"/>
              </a:spcAft>
              <a:buClr>
                <a:schemeClr val="dk1"/>
              </a:buClr>
              <a:buSzPts val="1200"/>
              <a:buFont typeface="Arial"/>
              <a:buChar char="•"/>
            </a:pPr>
            <a:r>
              <a:rPr lang="en-US"/>
              <a:t>Click the cards to make a reward appear.</a:t>
            </a:r>
            <a:endParaRPr/>
          </a:p>
          <a:p>
            <a:pPr marL="171450" lvl="0" indent="-171450" algn="l" rtl="0">
              <a:lnSpc>
                <a:spcPct val="100000"/>
              </a:lnSpc>
              <a:spcBef>
                <a:spcPts val="0"/>
              </a:spcBef>
              <a:spcAft>
                <a:spcPts val="0"/>
              </a:spcAft>
              <a:buClr>
                <a:schemeClr val="dk1"/>
              </a:buClr>
              <a:buSzPts val="1200"/>
              <a:buFont typeface="Arial"/>
              <a:buChar char="•"/>
            </a:pPr>
            <a:r>
              <a:rPr lang="en-US"/>
              <a:t>Ask the students if they want to keep the reward or click again to add more points, but at the risk of finding a bomb.</a:t>
            </a:r>
            <a:endParaRPr/>
          </a:p>
          <a:p>
            <a:pPr marL="171450" lvl="0" indent="-171450" algn="l" rtl="0">
              <a:lnSpc>
                <a:spcPct val="100000"/>
              </a:lnSpc>
              <a:spcBef>
                <a:spcPts val="0"/>
              </a:spcBef>
              <a:spcAft>
                <a:spcPts val="0"/>
              </a:spcAft>
              <a:buClr>
                <a:schemeClr val="dk1"/>
              </a:buClr>
              <a:buSzPts val="1200"/>
              <a:buFont typeface="Arial"/>
              <a:buChar char="•"/>
            </a:pPr>
            <a:r>
              <a:rPr lang="en-US"/>
              <a:t>Repeat that process until they either decide to keep their points, or reach the BOMB! card.</a:t>
            </a:r>
            <a:endParaRPr/>
          </a:p>
          <a:p>
            <a:pPr marL="0" lvl="0" indent="0" algn="l" rtl="0">
              <a:lnSpc>
                <a:spcPct val="100000"/>
              </a:lnSpc>
              <a:spcBef>
                <a:spcPts val="0"/>
              </a:spcBef>
              <a:spcAft>
                <a:spcPts val="0"/>
              </a:spcAft>
              <a:buSzPts val="1400"/>
              <a:buNone/>
            </a:pPr>
            <a:r>
              <a:rPr lang="en-US" b="1"/>
              <a:t>Click the Hogwarts icon to go back the question-choosing slide.</a:t>
            </a:r>
            <a:endParaRPr b="1"/>
          </a:p>
        </p:txBody>
      </p:sp>
      <p:sp>
        <p:nvSpPr>
          <p:cNvPr id="506" name="Google Shape;506;p3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3" name="Google Shape;533;p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marR="0" lvl="0" indent="-171450" algn="l" rtl="0">
              <a:lnSpc>
                <a:spcPct val="100000"/>
              </a:lnSpc>
              <a:spcBef>
                <a:spcPts val="0"/>
              </a:spcBef>
              <a:spcAft>
                <a:spcPts val="0"/>
              </a:spcAft>
              <a:buClr>
                <a:schemeClr val="dk1"/>
              </a:buClr>
              <a:buSzPts val="1200"/>
              <a:buFont typeface="Arial"/>
              <a:buChar char="•"/>
            </a:pPr>
            <a:r>
              <a:rPr lang="en-US"/>
              <a:t>Click “A” or “B” to reveal a reward/penalty.</a:t>
            </a:r>
            <a:endParaRPr/>
          </a:p>
          <a:p>
            <a:pPr marL="0" lvl="0" indent="0" algn="l" rtl="0">
              <a:lnSpc>
                <a:spcPct val="100000"/>
              </a:lnSpc>
              <a:spcBef>
                <a:spcPts val="0"/>
              </a:spcBef>
              <a:spcAft>
                <a:spcPts val="0"/>
              </a:spcAft>
              <a:buSzPts val="1400"/>
              <a:buNone/>
            </a:pPr>
            <a:endParaRPr/>
          </a:p>
        </p:txBody>
      </p:sp>
      <p:sp>
        <p:nvSpPr>
          <p:cNvPr id="534" name="Google Shape;534;p3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5" name="Google Shape;545;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a:t>Click the Hogwarts icon to go back the question-choosing slide.</a:t>
            </a:r>
            <a:endParaRPr b="1"/>
          </a:p>
          <a:p>
            <a:pPr marL="0" lvl="0" indent="0" algn="l" rtl="0">
              <a:lnSpc>
                <a:spcPct val="100000"/>
              </a:lnSpc>
              <a:spcBef>
                <a:spcPts val="0"/>
              </a:spcBef>
              <a:spcAft>
                <a:spcPts val="0"/>
              </a:spcAft>
              <a:buSzPts val="1400"/>
              <a:buNone/>
            </a:pPr>
            <a:endParaRPr/>
          </a:p>
        </p:txBody>
      </p:sp>
      <p:sp>
        <p:nvSpPr>
          <p:cNvPr id="546" name="Google Shape;546;p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5" name="Google Shape;555;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a:t>Click the Hogwarts icon to go back the question-choosing slide.</a:t>
            </a:r>
            <a:endParaRPr b="1"/>
          </a:p>
          <a:p>
            <a:pPr marL="0" lvl="0" indent="0" algn="l" rtl="0">
              <a:lnSpc>
                <a:spcPct val="100000"/>
              </a:lnSpc>
              <a:spcBef>
                <a:spcPts val="0"/>
              </a:spcBef>
              <a:spcAft>
                <a:spcPts val="0"/>
              </a:spcAft>
              <a:buSzPts val="1400"/>
              <a:buNone/>
            </a:pPr>
            <a:endParaRPr/>
          </a:p>
        </p:txBody>
      </p:sp>
      <p:sp>
        <p:nvSpPr>
          <p:cNvPr id="556" name="Google Shape;556;p4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6" name="Google Shape;566;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marR="0" lvl="0" indent="-171450" algn="l" rtl="0">
              <a:lnSpc>
                <a:spcPct val="100000"/>
              </a:lnSpc>
              <a:spcBef>
                <a:spcPts val="0"/>
              </a:spcBef>
              <a:spcAft>
                <a:spcPts val="0"/>
              </a:spcAft>
              <a:buClr>
                <a:schemeClr val="dk1"/>
              </a:buClr>
              <a:buSzPts val="1200"/>
              <a:buFont typeface="Arial"/>
              <a:buChar char="•"/>
            </a:pPr>
            <a:r>
              <a:rPr lang="en-US"/>
              <a:t>Click “A” or “B” to reveal a reward/penalty.</a:t>
            </a:r>
            <a:endParaRPr/>
          </a:p>
          <a:p>
            <a:pPr marL="0" lvl="0" indent="0" algn="l" rtl="0">
              <a:lnSpc>
                <a:spcPct val="100000"/>
              </a:lnSpc>
              <a:spcBef>
                <a:spcPts val="0"/>
              </a:spcBef>
              <a:spcAft>
                <a:spcPts val="0"/>
              </a:spcAft>
              <a:buSzPts val="1400"/>
              <a:buNone/>
            </a:pPr>
            <a:endParaRPr/>
          </a:p>
        </p:txBody>
      </p:sp>
      <p:sp>
        <p:nvSpPr>
          <p:cNvPr id="567" name="Google Shape;567;p4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7" name="Google Shape;577;p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a:t>Click the Hogwarts icon to go back the question-choosing slide.</a:t>
            </a:r>
            <a:endParaRPr b="1"/>
          </a:p>
          <a:p>
            <a:pPr marL="0" lvl="0" indent="0" algn="l" rtl="0">
              <a:lnSpc>
                <a:spcPct val="100000"/>
              </a:lnSpc>
              <a:spcBef>
                <a:spcPts val="0"/>
              </a:spcBef>
              <a:spcAft>
                <a:spcPts val="0"/>
              </a:spcAft>
              <a:buSzPts val="1400"/>
              <a:buNone/>
            </a:pPr>
            <a:endParaRPr/>
          </a:p>
        </p:txBody>
      </p:sp>
      <p:sp>
        <p:nvSpPr>
          <p:cNvPr id="578" name="Google Shape;578;p4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1" name="Google Shape;591;p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a:t>Click the Hogwarts icon to go back the question-choosing slide.</a:t>
            </a:r>
            <a:endParaRPr b="1"/>
          </a:p>
          <a:p>
            <a:pPr marL="0" lvl="0" indent="0" algn="l" rtl="0">
              <a:lnSpc>
                <a:spcPct val="100000"/>
              </a:lnSpc>
              <a:spcBef>
                <a:spcPts val="0"/>
              </a:spcBef>
              <a:spcAft>
                <a:spcPts val="0"/>
              </a:spcAft>
              <a:buSzPts val="1400"/>
              <a:buNone/>
            </a:pPr>
            <a:endParaRPr/>
          </a:p>
        </p:txBody>
      </p:sp>
      <p:sp>
        <p:nvSpPr>
          <p:cNvPr id="592" name="Google Shape;592;p4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3" name="Google Shape;603;p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lvl="0" indent="-171450" algn="l" rtl="0">
              <a:lnSpc>
                <a:spcPct val="100000"/>
              </a:lnSpc>
              <a:spcBef>
                <a:spcPts val="0"/>
              </a:spcBef>
              <a:spcAft>
                <a:spcPts val="0"/>
              </a:spcAft>
              <a:buClr>
                <a:schemeClr val="dk1"/>
              </a:buClr>
              <a:buSzPts val="1200"/>
              <a:buFont typeface="Arial"/>
              <a:buChar char="•"/>
            </a:pPr>
            <a:r>
              <a:rPr lang="en-US"/>
              <a:t>Click a book to reveal a reward/penalty.</a:t>
            </a:r>
            <a:endParaRPr/>
          </a:p>
          <a:p>
            <a:pPr marL="171450" lvl="0" indent="-171450" algn="l" rtl="0">
              <a:lnSpc>
                <a:spcPct val="100000"/>
              </a:lnSpc>
              <a:spcBef>
                <a:spcPts val="0"/>
              </a:spcBef>
              <a:spcAft>
                <a:spcPts val="0"/>
              </a:spcAft>
              <a:buClr>
                <a:schemeClr val="dk1"/>
              </a:buClr>
              <a:buSzPts val="1200"/>
              <a:buFont typeface="Arial"/>
              <a:buChar char="•"/>
            </a:pPr>
            <a:r>
              <a:rPr lang="en-US"/>
              <a:t>Students choose 3 books.</a:t>
            </a:r>
            <a:endParaRPr/>
          </a:p>
          <a:p>
            <a:pPr marL="171450" lvl="0" indent="-171450" algn="l" rtl="0">
              <a:lnSpc>
                <a:spcPct val="100000"/>
              </a:lnSpc>
              <a:spcBef>
                <a:spcPts val="0"/>
              </a:spcBef>
              <a:spcAft>
                <a:spcPts val="0"/>
              </a:spcAft>
              <a:buClr>
                <a:schemeClr val="dk1"/>
              </a:buClr>
              <a:buSzPts val="1200"/>
              <a:buFont typeface="Arial"/>
              <a:buChar char="•"/>
            </a:pPr>
            <a:r>
              <a:rPr lang="en-US"/>
              <a:t>If they find a bomb (the Death Eater icon), they lose the points they earned and cannot continue choosing books.</a:t>
            </a:r>
            <a:endParaRPr/>
          </a:p>
          <a:p>
            <a:pPr marL="171450" lvl="0" indent="-171450" algn="l" rtl="0">
              <a:lnSpc>
                <a:spcPct val="100000"/>
              </a:lnSpc>
              <a:spcBef>
                <a:spcPts val="0"/>
              </a:spcBef>
              <a:spcAft>
                <a:spcPts val="0"/>
              </a:spcAft>
              <a:buClr>
                <a:schemeClr val="dk1"/>
              </a:buClr>
              <a:buSzPts val="1200"/>
              <a:buFont typeface="Arial"/>
              <a:buChar char="•"/>
            </a:pPr>
            <a:r>
              <a:rPr lang="en-US"/>
              <a:t>If there’s nothing behind a book, that means 0 points/no points added the total. A number is the number of points.</a:t>
            </a:r>
            <a:endParaRPr/>
          </a:p>
          <a:p>
            <a:pPr marL="0" lvl="0" indent="0" algn="l" rtl="0">
              <a:lnSpc>
                <a:spcPct val="100000"/>
              </a:lnSpc>
              <a:spcBef>
                <a:spcPts val="0"/>
              </a:spcBef>
              <a:spcAft>
                <a:spcPts val="0"/>
              </a:spcAft>
              <a:buSzPts val="1400"/>
              <a:buNone/>
            </a:pPr>
            <a:r>
              <a:rPr lang="en-US" b="1"/>
              <a:t>Click the Hogwarts icon to go back the question-choosing slide.</a:t>
            </a:r>
            <a:endParaRPr b="1"/>
          </a:p>
        </p:txBody>
      </p:sp>
      <p:sp>
        <p:nvSpPr>
          <p:cNvPr id="604" name="Google Shape;604;p4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8" name="Google Shape;648;p4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lvl="0" indent="-171450" algn="l" rtl="0">
              <a:lnSpc>
                <a:spcPct val="100000"/>
              </a:lnSpc>
              <a:spcBef>
                <a:spcPts val="0"/>
              </a:spcBef>
              <a:spcAft>
                <a:spcPts val="0"/>
              </a:spcAft>
              <a:buClr>
                <a:schemeClr val="dk1"/>
              </a:buClr>
              <a:buSzPts val="1200"/>
              <a:buFont typeface="Arial"/>
              <a:buChar char="•"/>
            </a:pPr>
            <a:r>
              <a:rPr lang="en-US"/>
              <a:t>Click an owl to reveal a reward/penalty.</a:t>
            </a:r>
            <a:endParaRPr/>
          </a:p>
          <a:p>
            <a:pPr marL="0" lvl="0" indent="0" algn="l" rtl="0">
              <a:lnSpc>
                <a:spcPct val="100000"/>
              </a:lnSpc>
              <a:spcBef>
                <a:spcPts val="0"/>
              </a:spcBef>
              <a:spcAft>
                <a:spcPts val="0"/>
              </a:spcAft>
              <a:buSzPts val="1400"/>
              <a:buNone/>
            </a:pPr>
            <a:r>
              <a:rPr lang="en-US" b="1"/>
              <a:t>Click the Hogwarts icon to go back the question-choosing slide.</a:t>
            </a:r>
            <a:endParaRPr b="1"/>
          </a:p>
        </p:txBody>
      </p:sp>
      <p:sp>
        <p:nvSpPr>
          <p:cNvPr id="649" name="Google Shape;649;p4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4" name="Google Shape;664;p5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lvl="0" indent="-171450" algn="l" rtl="0">
              <a:lnSpc>
                <a:spcPct val="100000"/>
              </a:lnSpc>
              <a:spcBef>
                <a:spcPts val="0"/>
              </a:spcBef>
              <a:spcAft>
                <a:spcPts val="0"/>
              </a:spcAft>
              <a:buClr>
                <a:schemeClr val="dk1"/>
              </a:buClr>
              <a:buSzPts val="1200"/>
              <a:buFont typeface="Arial"/>
              <a:buChar char="•"/>
            </a:pPr>
            <a:r>
              <a:rPr lang="en-US" b="0"/>
              <a:t>Click the cards to make a reward appear.</a:t>
            </a:r>
            <a:endParaRPr/>
          </a:p>
          <a:p>
            <a:pPr marL="171450" lvl="0" indent="-171450" algn="l" rtl="0">
              <a:lnSpc>
                <a:spcPct val="100000"/>
              </a:lnSpc>
              <a:spcBef>
                <a:spcPts val="0"/>
              </a:spcBef>
              <a:spcAft>
                <a:spcPts val="0"/>
              </a:spcAft>
              <a:buClr>
                <a:schemeClr val="dk1"/>
              </a:buClr>
              <a:buSzPts val="1200"/>
              <a:buFont typeface="Arial"/>
              <a:buChar char="•"/>
            </a:pPr>
            <a:r>
              <a:rPr lang="en-US" b="0"/>
              <a:t>Ask the students if they want to keep the reward or click again to add more points, but at the risk of finding a bomb.</a:t>
            </a:r>
            <a:endParaRPr/>
          </a:p>
          <a:p>
            <a:pPr marL="171450" lvl="0" indent="-171450" algn="l" rtl="0">
              <a:lnSpc>
                <a:spcPct val="100000"/>
              </a:lnSpc>
              <a:spcBef>
                <a:spcPts val="0"/>
              </a:spcBef>
              <a:spcAft>
                <a:spcPts val="0"/>
              </a:spcAft>
              <a:buClr>
                <a:schemeClr val="dk1"/>
              </a:buClr>
              <a:buSzPts val="1200"/>
              <a:buFont typeface="Arial"/>
              <a:buChar char="•"/>
            </a:pPr>
            <a:r>
              <a:rPr lang="en-US" b="0"/>
              <a:t>Repeat that process until they either decide to keep their points, or reach the BOMB! card.</a:t>
            </a:r>
            <a:endParaRPr/>
          </a:p>
          <a:p>
            <a:pPr marL="0" lvl="0" indent="0" algn="l" rtl="0">
              <a:lnSpc>
                <a:spcPct val="100000"/>
              </a:lnSpc>
              <a:spcBef>
                <a:spcPts val="0"/>
              </a:spcBef>
              <a:spcAft>
                <a:spcPts val="0"/>
              </a:spcAft>
              <a:buSzPts val="1400"/>
              <a:buNone/>
            </a:pPr>
            <a:r>
              <a:rPr lang="en-US" b="1"/>
              <a:t>Click the Hogwarts icon to go back the question-choosing slide.</a:t>
            </a:r>
            <a:endParaRPr b="1"/>
          </a:p>
        </p:txBody>
      </p:sp>
      <p:sp>
        <p:nvSpPr>
          <p:cNvPr id="665" name="Google Shape;665;p5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6" name="Google Shape;696;p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lvl="0" indent="-171450" algn="l" rtl="0">
              <a:lnSpc>
                <a:spcPct val="100000"/>
              </a:lnSpc>
              <a:spcBef>
                <a:spcPts val="0"/>
              </a:spcBef>
              <a:spcAft>
                <a:spcPts val="0"/>
              </a:spcAft>
              <a:buClr>
                <a:schemeClr val="dk1"/>
              </a:buClr>
              <a:buSzPts val="1200"/>
              <a:buFont typeface="Arial"/>
              <a:buChar char="•"/>
            </a:pPr>
            <a:r>
              <a:rPr lang="en-US"/>
              <a:t>Click a bowl to make a reward/penalty appear.</a:t>
            </a:r>
            <a:endParaRPr/>
          </a:p>
          <a:p>
            <a:pPr marL="171450" lvl="0" indent="-171450" algn="l" rtl="0">
              <a:lnSpc>
                <a:spcPct val="100000"/>
              </a:lnSpc>
              <a:spcBef>
                <a:spcPts val="0"/>
              </a:spcBef>
              <a:spcAft>
                <a:spcPts val="0"/>
              </a:spcAft>
              <a:buClr>
                <a:schemeClr val="dk1"/>
              </a:buClr>
              <a:buSzPts val="1200"/>
              <a:buFont typeface="Arial"/>
              <a:buChar char="•"/>
            </a:pPr>
            <a:r>
              <a:rPr lang="en-US"/>
              <a:t>Students choose 3 bowls.</a:t>
            </a:r>
            <a:endParaRPr/>
          </a:p>
          <a:p>
            <a:pPr marL="171450" lvl="0" indent="-171450" algn="l" rtl="0">
              <a:lnSpc>
                <a:spcPct val="100000"/>
              </a:lnSpc>
              <a:spcBef>
                <a:spcPts val="0"/>
              </a:spcBef>
              <a:spcAft>
                <a:spcPts val="0"/>
              </a:spcAft>
              <a:buClr>
                <a:schemeClr val="dk1"/>
              </a:buClr>
              <a:buSzPts val="1200"/>
              <a:buFont typeface="Arial"/>
              <a:buChar char="•"/>
            </a:pPr>
            <a:r>
              <a:rPr lang="en-US"/>
              <a:t>If they find a bomb (the Death Eater icon), they lose the points they earned and cannot continue choosing bowls.</a:t>
            </a:r>
            <a:endParaRPr/>
          </a:p>
          <a:p>
            <a:pPr marL="171450" lvl="0" indent="-171450" algn="l" rtl="0">
              <a:lnSpc>
                <a:spcPct val="100000"/>
              </a:lnSpc>
              <a:spcBef>
                <a:spcPts val="0"/>
              </a:spcBef>
              <a:spcAft>
                <a:spcPts val="0"/>
              </a:spcAft>
              <a:buClr>
                <a:schemeClr val="dk1"/>
              </a:buClr>
              <a:buSzPts val="1200"/>
              <a:buFont typeface="Arial"/>
              <a:buChar char="•"/>
            </a:pPr>
            <a:r>
              <a:rPr lang="en-US"/>
              <a:t>If there’s nothing under a bowl, that means 0 points/no points added the total. A number is the number of points.</a:t>
            </a:r>
            <a:endParaRPr/>
          </a:p>
          <a:p>
            <a:pPr marL="0" lvl="0" indent="0" algn="l" rtl="0">
              <a:lnSpc>
                <a:spcPct val="100000"/>
              </a:lnSpc>
              <a:spcBef>
                <a:spcPts val="0"/>
              </a:spcBef>
              <a:spcAft>
                <a:spcPts val="0"/>
              </a:spcAft>
              <a:buSzPts val="1400"/>
              <a:buNone/>
            </a:pPr>
            <a:r>
              <a:rPr lang="en-US" b="1"/>
              <a:t>Click the Hogwarts icon to go back the question-choosing slide.</a:t>
            </a:r>
            <a:endParaRPr b="1"/>
          </a:p>
        </p:txBody>
      </p:sp>
      <p:sp>
        <p:nvSpPr>
          <p:cNvPr id="697" name="Google Shape;697;p5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1" name="Google Shape;741;p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lvl="0" indent="-171450" algn="l" rtl="0">
              <a:lnSpc>
                <a:spcPct val="100000"/>
              </a:lnSpc>
              <a:spcBef>
                <a:spcPts val="0"/>
              </a:spcBef>
              <a:spcAft>
                <a:spcPts val="0"/>
              </a:spcAft>
              <a:buClr>
                <a:schemeClr val="dk1"/>
              </a:buClr>
              <a:buSzPts val="1200"/>
              <a:buFont typeface="Arial"/>
              <a:buChar char="•"/>
            </a:pPr>
            <a:r>
              <a:rPr lang="en-US"/>
              <a:t>Click “A” or “B” to reveal a reward/penalty.</a:t>
            </a:r>
            <a:endParaRPr/>
          </a:p>
        </p:txBody>
      </p:sp>
      <p:sp>
        <p:nvSpPr>
          <p:cNvPr id="742" name="Google Shape;742;p5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1" name="Google Shape;751;p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a:t>Click the Hogwarts icon to go back the question-choosing slide.</a:t>
            </a:r>
            <a:endParaRPr b="1"/>
          </a:p>
          <a:p>
            <a:pPr marL="0" lvl="0" indent="0" algn="l" rtl="0">
              <a:lnSpc>
                <a:spcPct val="100000"/>
              </a:lnSpc>
              <a:spcBef>
                <a:spcPts val="0"/>
              </a:spcBef>
              <a:spcAft>
                <a:spcPts val="0"/>
              </a:spcAft>
              <a:buSzPts val="1400"/>
              <a:buNone/>
            </a:pPr>
            <a:endParaRPr/>
          </a:p>
        </p:txBody>
      </p:sp>
      <p:sp>
        <p:nvSpPr>
          <p:cNvPr id="752" name="Google Shape;752;p5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1" name="Google Shape;761;p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a:t>Click the Hogwarts icon to go back the question-choosing slide.</a:t>
            </a:r>
            <a:endParaRPr b="1"/>
          </a:p>
          <a:p>
            <a:pPr marL="0" lvl="0" indent="0" algn="l" rtl="0">
              <a:lnSpc>
                <a:spcPct val="100000"/>
              </a:lnSpc>
              <a:spcBef>
                <a:spcPts val="0"/>
              </a:spcBef>
              <a:spcAft>
                <a:spcPts val="0"/>
              </a:spcAft>
              <a:buSzPts val="1400"/>
              <a:buNone/>
            </a:pPr>
            <a:endParaRPr/>
          </a:p>
        </p:txBody>
      </p:sp>
      <p:sp>
        <p:nvSpPr>
          <p:cNvPr id="762" name="Google Shape;762;p5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1" name="Google Shape;771;p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marR="0" lvl="0" indent="-171450" algn="l" rtl="0">
              <a:lnSpc>
                <a:spcPct val="100000"/>
              </a:lnSpc>
              <a:spcBef>
                <a:spcPts val="0"/>
              </a:spcBef>
              <a:spcAft>
                <a:spcPts val="0"/>
              </a:spcAft>
              <a:buClr>
                <a:schemeClr val="dk1"/>
              </a:buClr>
              <a:buSzPts val="1200"/>
              <a:buFont typeface="Arial"/>
              <a:buChar char="•"/>
            </a:pPr>
            <a:r>
              <a:rPr lang="en-US"/>
              <a:t>Click the wheel to spin it.</a:t>
            </a:r>
            <a:endParaRPr/>
          </a:p>
          <a:p>
            <a:pPr marL="171450" marR="0" lvl="0" indent="-171450" algn="l" rtl="0">
              <a:lnSpc>
                <a:spcPct val="100000"/>
              </a:lnSpc>
              <a:spcBef>
                <a:spcPts val="0"/>
              </a:spcBef>
              <a:spcAft>
                <a:spcPts val="0"/>
              </a:spcAft>
              <a:buClr>
                <a:schemeClr val="dk1"/>
              </a:buClr>
              <a:buSzPts val="1200"/>
              <a:buFont typeface="Arial"/>
              <a:buChar char="•"/>
            </a:pPr>
            <a:r>
              <a:rPr lang="en-US"/>
              <a:t>The golden snitch is worth 10pts and the Death Eater icon is worth 0pts.</a:t>
            </a:r>
            <a:endParaRPr/>
          </a:p>
          <a:p>
            <a:pPr marL="0" marR="0" lvl="0" indent="0" algn="l" rtl="0">
              <a:lnSpc>
                <a:spcPct val="100000"/>
              </a:lnSpc>
              <a:spcBef>
                <a:spcPts val="0"/>
              </a:spcBef>
              <a:spcAft>
                <a:spcPts val="0"/>
              </a:spcAft>
              <a:buClr>
                <a:schemeClr val="dk1"/>
              </a:buClr>
              <a:buSzPts val="1200"/>
              <a:buFont typeface="Calibri"/>
              <a:buNone/>
            </a:pPr>
            <a:r>
              <a:rPr lang="en-US" b="1"/>
              <a:t>Click the Hogwarts icon to go back the question-choosing slide.</a:t>
            </a:r>
            <a:endParaRPr b="1"/>
          </a:p>
          <a:p>
            <a:pPr marL="0" lvl="0" indent="0" algn="l" rtl="0">
              <a:lnSpc>
                <a:spcPct val="100000"/>
              </a:lnSpc>
              <a:spcBef>
                <a:spcPts val="0"/>
              </a:spcBef>
              <a:spcAft>
                <a:spcPts val="0"/>
              </a:spcAft>
              <a:buSzPts val="1400"/>
              <a:buNone/>
            </a:pPr>
            <a:endParaRPr/>
          </a:p>
        </p:txBody>
      </p:sp>
      <p:sp>
        <p:nvSpPr>
          <p:cNvPr id="772" name="Google Shape;772;p5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4" name="Google Shape;794;p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lvl="0" indent="-171450" algn="l" rtl="0">
              <a:lnSpc>
                <a:spcPct val="100000"/>
              </a:lnSpc>
              <a:spcBef>
                <a:spcPts val="0"/>
              </a:spcBef>
              <a:spcAft>
                <a:spcPts val="0"/>
              </a:spcAft>
              <a:buClr>
                <a:schemeClr val="dk1"/>
              </a:buClr>
              <a:buSzPts val="1200"/>
              <a:buFont typeface="Arial"/>
              <a:buChar char="•"/>
            </a:pPr>
            <a:r>
              <a:rPr lang="en-US"/>
              <a:t>Click a sorting hat to reveal a reward/penalty.</a:t>
            </a:r>
            <a:endParaRPr/>
          </a:p>
          <a:p>
            <a:pPr marL="171450" lvl="0" indent="-171450" algn="l" rtl="0">
              <a:lnSpc>
                <a:spcPct val="100000"/>
              </a:lnSpc>
              <a:spcBef>
                <a:spcPts val="0"/>
              </a:spcBef>
              <a:spcAft>
                <a:spcPts val="0"/>
              </a:spcAft>
              <a:buClr>
                <a:schemeClr val="dk1"/>
              </a:buClr>
              <a:buSzPts val="1200"/>
              <a:buFont typeface="Arial"/>
              <a:buChar char="•"/>
            </a:pPr>
            <a:r>
              <a:rPr lang="en-US"/>
              <a:t>Students choose 4 sorting hats.</a:t>
            </a:r>
            <a:endParaRPr/>
          </a:p>
          <a:p>
            <a:pPr marL="171450" lvl="0" indent="-171450" algn="l" rtl="0">
              <a:lnSpc>
                <a:spcPct val="100000"/>
              </a:lnSpc>
              <a:spcBef>
                <a:spcPts val="0"/>
              </a:spcBef>
              <a:spcAft>
                <a:spcPts val="0"/>
              </a:spcAft>
              <a:buClr>
                <a:schemeClr val="dk1"/>
              </a:buClr>
              <a:buSzPts val="1200"/>
              <a:buFont typeface="Arial"/>
              <a:buChar char="•"/>
            </a:pPr>
            <a:r>
              <a:rPr lang="en-US"/>
              <a:t>If they find a bomb (the Death Eater icon), they lose the points they earned and cannot continue choosing hats.</a:t>
            </a:r>
            <a:endParaRPr/>
          </a:p>
          <a:p>
            <a:pPr marL="171450" lvl="0" indent="-171450" algn="l" rtl="0">
              <a:lnSpc>
                <a:spcPct val="100000"/>
              </a:lnSpc>
              <a:spcBef>
                <a:spcPts val="0"/>
              </a:spcBef>
              <a:spcAft>
                <a:spcPts val="0"/>
              </a:spcAft>
              <a:buClr>
                <a:schemeClr val="dk1"/>
              </a:buClr>
              <a:buSzPts val="1200"/>
              <a:buFont typeface="Arial"/>
              <a:buChar char="•"/>
            </a:pPr>
            <a:r>
              <a:rPr lang="en-US"/>
              <a:t>Point values are indicated on the right.</a:t>
            </a:r>
            <a:endParaRPr/>
          </a:p>
          <a:p>
            <a:pPr marL="0" marR="0" lvl="0" indent="0" algn="l" rtl="0">
              <a:lnSpc>
                <a:spcPct val="100000"/>
              </a:lnSpc>
              <a:spcBef>
                <a:spcPts val="0"/>
              </a:spcBef>
              <a:spcAft>
                <a:spcPts val="0"/>
              </a:spcAft>
              <a:buClr>
                <a:schemeClr val="dk1"/>
              </a:buClr>
              <a:buSzPts val="1200"/>
              <a:buFont typeface="Calibri"/>
              <a:buNone/>
            </a:pPr>
            <a:r>
              <a:rPr lang="en-US" b="1"/>
              <a:t>Click the Hogwarts icon to go back the question-choosing slide.</a:t>
            </a:r>
            <a:endParaRPr b="1"/>
          </a:p>
          <a:p>
            <a:pPr marL="0" lvl="0" indent="0" algn="l" rtl="0">
              <a:lnSpc>
                <a:spcPct val="100000"/>
              </a:lnSpc>
              <a:spcBef>
                <a:spcPts val="0"/>
              </a:spcBef>
              <a:spcAft>
                <a:spcPts val="0"/>
              </a:spcAft>
              <a:buSzPts val="1400"/>
              <a:buNone/>
            </a:pPr>
            <a:endParaRPr/>
          </a:p>
        </p:txBody>
      </p:sp>
      <p:sp>
        <p:nvSpPr>
          <p:cNvPr id="795" name="Google Shape;795;p5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7" name="Google Shape;917;p4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lvl="0" indent="-171450" algn="l" rtl="0">
              <a:lnSpc>
                <a:spcPct val="100000"/>
              </a:lnSpc>
              <a:spcBef>
                <a:spcPts val="0"/>
              </a:spcBef>
              <a:spcAft>
                <a:spcPts val="0"/>
              </a:spcAft>
              <a:buClr>
                <a:schemeClr val="dk1"/>
              </a:buClr>
              <a:buSzPts val="1200"/>
              <a:buFont typeface="Arial"/>
              <a:buChar char="•"/>
            </a:pPr>
            <a:r>
              <a:rPr lang="en-US"/>
              <a:t>Click a Patronus to reveal a reward/penalty.</a:t>
            </a:r>
            <a:endParaRPr/>
          </a:p>
          <a:p>
            <a:pPr marL="0" lvl="0" indent="0" algn="l" rtl="0">
              <a:lnSpc>
                <a:spcPct val="100000"/>
              </a:lnSpc>
              <a:spcBef>
                <a:spcPts val="0"/>
              </a:spcBef>
              <a:spcAft>
                <a:spcPts val="0"/>
              </a:spcAft>
              <a:buSzPts val="1400"/>
              <a:buNone/>
            </a:pPr>
            <a:r>
              <a:rPr lang="en-US" b="1"/>
              <a:t>Click the Hogwarts icon to go back the question-choosing slide.</a:t>
            </a:r>
            <a:endParaRPr b="1"/>
          </a:p>
          <a:p>
            <a:pPr marL="0" lvl="0" indent="0" algn="l" rtl="0">
              <a:lnSpc>
                <a:spcPct val="100000"/>
              </a:lnSpc>
              <a:spcBef>
                <a:spcPts val="0"/>
              </a:spcBef>
              <a:spcAft>
                <a:spcPts val="0"/>
              </a:spcAft>
              <a:buSzPts val="1400"/>
              <a:buNone/>
            </a:pPr>
            <a:endParaRPr/>
          </a:p>
        </p:txBody>
      </p:sp>
      <p:sp>
        <p:nvSpPr>
          <p:cNvPr id="918" name="Google Shape;918;p4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58"/>
          <p:cNvSpPr txBox="1">
            <a:spLocks noGrp="1"/>
          </p:cNvSpPr>
          <p:nvPr>
            <p:ph type="ctrTitle"/>
          </p:nvPr>
        </p:nvSpPr>
        <p:spPr>
          <a:xfrm>
            <a:off x="685800" y="1597819"/>
            <a:ext cx="7772400" cy="1102519"/>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58"/>
          <p:cNvSpPr txBox="1">
            <a:spLocks noGrp="1"/>
          </p:cNvSpPr>
          <p:nvPr>
            <p:ph type="subTitle" idx="1"/>
          </p:nvPr>
        </p:nvSpPr>
        <p:spPr>
          <a:xfrm>
            <a:off x="1371600" y="2914650"/>
            <a:ext cx="6400800" cy="131445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58"/>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58"/>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58"/>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59"/>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59"/>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59"/>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60"/>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60"/>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8" name="Google Shape;28;p60"/>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60"/>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60"/>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61"/>
          <p:cNvSpPr txBox="1">
            <a:spLocks noGrp="1"/>
          </p:cNvSpPr>
          <p:nvPr>
            <p:ph type="title"/>
          </p:nvPr>
        </p:nvSpPr>
        <p:spPr>
          <a:xfrm>
            <a:off x="722313" y="3305176"/>
            <a:ext cx="7772400" cy="1021556"/>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61"/>
          <p:cNvSpPr txBox="1">
            <a:spLocks noGrp="1"/>
          </p:cNvSpPr>
          <p:nvPr>
            <p:ph type="body" idx="1"/>
          </p:nvPr>
        </p:nvSpPr>
        <p:spPr>
          <a:xfrm>
            <a:off x="722313" y="2180035"/>
            <a:ext cx="7772400" cy="112514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4" name="Google Shape;34;p61"/>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1"/>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61"/>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2"/>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2"/>
          <p:cNvSpPr txBox="1">
            <a:spLocks noGrp="1"/>
          </p:cNvSpPr>
          <p:nvPr>
            <p:ph type="body" idx="1"/>
          </p:nvPr>
        </p:nvSpPr>
        <p:spPr>
          <a:xfrm>
            <a:off x="457200" y="900113"/>
            <a:ext cx="4038600" cy="2545556"/>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0" name="Google Shape;40;p62"/>
          <p:cNvSpPr txBox="1">
            <a:spLocks noGrp="1"/>
          </p:cNvSpPr>
          <p:nvPr>
            <p:ph type="body" idx="2"/>
          </p:nvPr>
        </p:nvSpPr>
        <p:spPr>
          <a:xfrm>
            <a:off x="4648200" y="900113"/>
            <a:ext cx="4038600" cy="2545556"/>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1" name="Google Shape;41;p62"/>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2"/>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62"/>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63"/>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63"/>
          <p:cNvSpPr txBox="1">
            <a:spLocks noGrp="1"/>
          </p:cNvSpPr>
          <p:nvPr>
            <p:ph type="body" idx="1"/>
          </p:nvPr>
        </p:nvSpPr>
        <p:spPr>
          <a:xfrm>
            <a:off x="457200" y="1151335"/>
            <a:ext cx="4040188" cy="47982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7" name="Google Shape;47;p63"/>
          <p:cNvSpPr txBox="1">
            <a:spLocks noGrp="1"/>
          </p:cNvSpPr>
          <p:nvPr>
            <p:ph type="body" idx="2"/>
          </p:nvPr>
        </p:nvSpPr>
        <p:spPr>
          <a:xfrm>
            <a:off x="457200" y="1631156"/>
            <a:ext cx="4040188" cy="2963466"/>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8" name="Google Shape;48;p63"/>
          <p:cNvSpPr txBox="1">
            <a:spLocks noGrp="1"/>
          </p:cNvSpPr>
          <p:nvPr>
            <p:ph type="body" idx="3"/>
          </p:nvPr>
        </p:nvSpPr>
        <p:spPr>
          <a:xfrm>
            <a:off x="4645026" y="1151335"/>
            <a:ext cx="4041775" cy="47982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9" name="Google Shape;49;p63"/>
          <p:cNvSpPr txBox="1">
            <a:spLocks noGrp="1"/>
          </p:cNvSpPr>
          <p:nvPr>
            <p:ph type="body" idx="4"/>
          </p:nvPr>
        </p:nvSpPr>
        <p:spPr>
          <a:xfrm>
            <a:off x="4645026" y="1631156"/>
            <a:ext cx="4041775" cy="2963466"/>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0" name="Google Shape;50;p63"/>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63"/>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6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64"/>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64"/>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64"/>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64"/>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65"/>
          <p:cNvSpPr txBox="1">
            <a:spLocks noGrp="1"/>
          </p:cNvSpPr>
          <p:nvPr>
            <p:ph type="title"/>
          </p:nvPr>
        </p:nvSpPr>
        <p:spPr>
          <a:xfrm>
            <a:off x="457201" y="204787"/>
            <a:ext cx="3008313" cy="8715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65"/>
          <p:cNvSpPr txBox="1">
            <a:spLocks noGrp="1"/>
          </p:cNvSpPr>
          <p:nvPr>
            <p:ph type="body" idx="1"/>
          </p:nvPr>
        </p:nvSpPr>
        <p:spPr>
          <a:xfrm>
            <a:off x="3575050" y="204788"/>
            <a:ext cx="5111750" cy="4389835"/>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65"/>
          <p:cNvSpPr txBox="1">
            <a:spLocks noGrp="1"/>
          </p:cNvSpPr>
          <p:nvPr>
            <p:ph type="body" idx="2"/>
          </p:nvPr>
        </p:nvSpPr>
        <p:spPr>
          <a:xfrm>
            <a:off x="457201" y="1076326"/>
            <a:ext cx="3008313" cy="351829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6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6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6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66"/>
          <p:cNvSpPr txBox="1">
            <a:spLocks noGrp="1"/>
          </p:cNvSpPr>
          <p:nvPr>
            <p:ph type="title"/>
          </p:nvPr>
        </p:nvSpPr>
        <p:spPr>
          <a:xfrm>
            <a:off x="1792288" y="3600450"/>
            <a:ext cx="5486400" cy="42505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66"/>
          <p:cNvSpPr>
            <a:spLocks noGrp="1"/>
          </p:cNvSpPr>
          <p:nvPr>
            <p:ph type="pic" idx="2"/>
          </p:nvPr>
        </p:nvSpPr>
        <p:spPr>
          <a:xfrm>
            <a:off x="1792288" y="459581"/>
            <a:ext cx="5486400" cy="3086100"/>
          </a:xfrm>
          <a:prstGeom prst="rect">
            <a:avLst/>
          </a:prstGeom>
          <a:noFill/>
          <a:ln>
            <a:noFill/>
          </a:ln>
        </p:spPr>
      </p:sp>
      <p:sp>
        <p:nvSpPr>
          <p:cNvPr id="68" name="Google Shape;68;p66"/>
          <p:cNvSpPr txBox="1">
            <a:spLocks noGrp="1"/>
          </p:cNvSpPr>
          <p:nvPr>
            <p:ph type="body" idx="1"/>
          </p:nvPr>
        </p:nvSpPr>
        <p:spPr>
          <a:xfrm>
            <a:off x="1792288" y="4025503"/>
            <a:ext cx="5486400" cy="60364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66"/>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66"/>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66"/>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67"/>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67"/>
          <p:cNvSpPr txBox="1">
            <a:spLocks noGrp="1"/>
          </p:cNvSpPr>
          <p:nvPr>
            <p:ph type="body" idx="1"/>
          </p:nvPr>
        </p:nvSpPr>
        <p:spPr>
          <a:xfrm rot="5400000">
            <a:off x="2874764" y="-1217413"/>
            <a:ext cx="3394472"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67"/>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67"/>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67"/>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68"/>
          <p:cNvSpPr txBox="1">
            <a:spLocks noGrp="1"/>
          </p:cNvSpPr>
          <p:nvPr>
            <p:ph type="title"/>
          </p:nvPr>
        </p:nvSpPr>
        <p:spPr>
          <a:xfrm rot="5400000">
            <a:off x="6012656" y="771525"/>
            <a:ext cx="3290888"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68"/>
          <p:cNvSpPr txBox="1">
            <a:spLocks noGrp="1"/>
          </p:cNvSpPr>
          <p:nvPr>
            <p:ph type="body" idx="1"/>
          </p:nvPr>
        </p:nvSpPr>
        <p:spPr>
          <a:xfrm rot="5400000">
            <a:off x="1821656" y="-1209675"/>
            <a:ext cx="3290888"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68"/>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68"/>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68"/>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7"/>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7"/>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57"/>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7"/>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7"/>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slide" Target="slide9.xml"/><Relationship Id="rId13" Type="http://schemas.openxmlformats.org/officeDocument/2006/relationships/slide" Target="slide16.xml"/><Relationship Id="rId18" Type="http://schemas.openxmlformats.org/officeDocument/2006/relationships/slide" Target="slide19.xml"/><Relationship Id="rId3" Type="http://schemas.openxmlformats.org/officeDocument/2006/relationships/image" Target="../media/image5.jpg"/><Relationship Id="rId7" Type="http://schemas.openxmlformats.org/officeDocument/2006/relationships/slide" Target="slide7.xml"/><Relationship Id="rId12" Type="http://schemas.openxmlformats.org/officeDocument/2006/relationships/slide" Target="slide15.xml"/><Relationship Id="rId17" Type="http://schemas.openxmlformats.org/officeDocument/2006/relationships/slide" Target="slide14.xml"/><Relationship Id="rId2" Type="http://schemas.openxmlformats.org/officeDocument/2006/relationships/notesSlide" Target="../notesSlides/notesSlide4.xml"/><Relationship Id="rId16" Type="http://schemas.openxmlformats.org/officeDocument/2006/relationships/slide" Target="slide13.xml"/><Relationship Id="rId1" Type="http://schemas.openxmlformats.org/officeDocument/2006/relationships/slideLayout" Target="../slideLayouts/slideLayout2.xml"/><Relationship Id="rId6" Type="http://schemas.openxmlformats.org/officeDocument/2006/relationships/slide" Target="slide8.xml"/><Relationship Id="rId11" Type="http://schemas.openxmlformats.org/officeDocument/2006/relationships/slide" Target="slide12.xml"/><Relationship Id="rId5" Type="http://schemas.openxmlformats.org/officeDocument/2006/relationships/slide" Target="slide6.xml"/><Relationship Id="rId15" Type="http://schemas.openxmlformats.org/officeDocument/2006/relationships/slide" Target="slide18.xml"/><Relationship Id="rId10" Type="http://schemas.openxmlformats.org/officeDocument/2006/relationships/slide" Target="slide11.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7.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jp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4.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jp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4.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jp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4.xml"/></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jpg"/><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4.xml"/></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jpg"/><Relationship Id="rId7"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4.xml"/></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jpg"/><Relationship Id="rId7"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4.xml"/></Relationships>
</file>

<file path=ppt/slides/_rels/slide1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jpg"/><Relationship Id="rId7"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4.xml"/></Relationships>
</file>

<file path=ppt/slides/_rels/slide1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hyperlink" Target="https://dictionary.cambridge.org/dictionary/english/natural" TargetMode="External"/><Relationship Id="rId3" Type="http://schemas.openxmlformats.org/officeDocument/2006/relationships/image" Target="../media/image6.jpg"/><Relationship Id="rId7" Type="http://schemas.openxmlformats.org/officeDocument/2006/relationships/slide" Target="slide27.xml"/><Relationship Id="rId12" Type="http://schemas.openxmlformats.org/officeDocument/2006/relationships/hyperlink" Target="https://dictionary.cambridge.org/dictionary/english/fibre"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hyperlink" Target="https://dictionary.cambridge.org/dictionary/english/thread" TargetMode="External"/><Relationship Id="rId5" Type="http://schemas.openxmlformats.org/officeDocument/2006/relationships/image" Target="../media/image7.png"/><Relationship Id="rId15" Type="http://schemas.openxmlformats.org/officeDocument/2006/relationships/hyperlink" Target="https://dictionary.cambridge.org/dictionary/english/material" TargetMode="External"/><Relationship Id="rId10" Type="http://schemas.openxmlformats.org/officeDocument/2006/relationships/hyperlink" Target="https://dictionary.cambridge.org/dictionary/english/thin" TargetMode="External"/><Relationship Id="rId4" Type="http://schemas.openxmlformats.org/officeDocument/2006/relationships/slide" Target="slide4.xml"/><Relationship Id="rId9" Type="http://schemas.openxmlformats.org/officeDocument/2006/relationships/image" Target="../media/image10.png"/><Relationship Id="rId14" Type="http://schemas.openxmlformats.org/officeDocument/2006/relationships/hyperlink" Target="https://dictionary.cambridge.org/dictionary/english/artificial"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jpg"/><Relationship Id="rId7" Type="http://schemas.openxmlformats.org/officeDocument/2006/relationships/slide" Target="slide40.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4.xml"/><Relationship Id="rId9" Type="http://schemas.openxmlformats.org/officeDocument/2006/relationships/image" Target="../media/image10.png"/></Relationships>
</file>

<file path=ppt/slides/_rels/slide1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jpg"/><Relationship Id="rId7"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4.xml"/></Relationships>
</file>

<file path=ppt/slides/_rels/slide1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jpg"/><Relationship Id="rId7" Type="http://schemas.openxmlformats.org/officeDocument/2006/relationships/slide" Target="slide30.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4.xml"/><Relationship Id="rId9" Type="http://schemas.openxmlformats.org/officeDocument/2006/relationships/image" Target="../media/image10.png"/></Relationships>
</file>

<file path=ppt/slides/_rels/slide1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jpg"/><Relationship Id="rId7" Type="http://schemas.openxmlformats.org/officeDocument/2006/relationships/slide" Target="slide33.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4.xml"/><Relationship Id="rId9" Type="http://schemas.openxmlformats.org/officeDocument/2006/relationships/image" Target="../media/image10.png"/></Relationships>
</file>

<file path=ppt/slides/_rels/slide1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jpg"/><Relationship Id="rId7"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4.xml"/></Relationships>
</file>

<file path=ppt/slides/_rels/slide1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jpg"/><Relationship Id="rId7" Type="http://schemas.openxmlformats.org/officeDocument/2006/relationships/slide" Target="slide34.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4.xml"/><Relationship Id="rId9" Type="http://schemas.openxmlformats.org/officeDocument/2006/relationships/image" Target="../media/image10.png"/></Relationships>
</file>

<file path=ppt/slides/_rels/slide1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jpg"/><Relationship Id="rId7" Type="http://schemas.openxmlformats.org/officeDocument/2006/relationships/slide" Target="slide40.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4.xml"/><Relationship Id="rId9" Type="http://schemas.openxmlformats.org/officeDocument/2006/relationships/image" Target="../media/image10.png"/></Relationships>
</file>

<file path=ppt/slides/_rels/slide20.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jp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20.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1.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slide" Target="slide4.xml"/><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21.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jpg"/><Relationship Id="rId7"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5.png"/><Relationship Id="rId11" Type="http://schemas.openxmlformats.org/officeDocument/2006/relationships/image" Target="../media/image31.png"/><Relationship Id="rId5" Type="http://schemas.openxmlformats.org/officeDocument/2006/relationships/image" Target="../media/image34.png"/><Relationship Id="rId10" Type="http://schemas.openxmlformats.org/officeDocument/2006/relationships/slide" Target="slide4.xml"/><Relationship Id="rId4" Type="http://schemas.openxmlformats.org/officeDocument/2006/relationships/image" Target="../media/image33.png"/><Relationship Id="rId9"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39.gif"/><Relationship Id="rId7" Type="http://schemas.openxmlformats.org/officeDocument/2006/relationships/image" Target="../media/image4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slide" Target="slide24.xml"/><Relationship Id="rId5" Type="http://schemas.openxmlformats.org/officeDocument/2006/relationships/image" Target="../media/image40.png"/><Relationship Id="rId4" Type="http://schemas.openxmlformats.org/officeDocument/2006/relationships/slide" Target="slide23.xml"/></Relationships>
</file>

<file path=ppt/slides/_rels/slide23.xml.rels><?xml version="1.0" encoding="UTF-8" standalone="yes"?>
<Relationships xmlns="http://schemas.openxmlformats.org/package/2006/relationships"><Relationship Id="rId3" Type="http://schemas.openxmlformats.org/officeDocument/2006/relationships/image" Target="../media/image42.gif"/><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slide" Target="slide4.xml"/><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3" Type="http://schemas.openxmlformats.org/officeDocument/2006/relationships/image" Target="../media/image44.gif"/><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slide" Target="slide4.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45.jpg"/><Relationship Id="rId7"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48.png"/><Relationship Id="rId11" Type="http://schemas.openxmlformats.org/officeDocument/2006/relationships/image" Target="../media/image31.png"/><Relationship Id="rId5" Type="http://schemas.openxmlformats.org/officeDocument/2006/relationships/image" Target="../media/image47.png"/><Relationship Id="rId10" Type="http://schemas.openxmlformats.org/officeDocument/2006/relationships/slide" Target="slide4.xml"/><Relationship Id="rId4" Type="http://schemas.openxmlformats.org/officeDocument/2006/relationships/image" Target="../media/image46.png"/><Relationship Id="rId9" Type="http://schemas.openxmlformats.org/officeDocument/2006/relationships/image" Target="../media/image49.png"/></Relationships>
</file>

<file path=ppt/slides/_rels/slide26.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9.png"/><Relationship Id="rId3" Type="http://schemas.openxmlformats.org/officeDocument/2006/relationships/image" Target="../media/image11.jpg"/><Relationship Id="rId7" Type="http://schemas.openxmlformats.org/officeDocument/2006/relationships/image" Target="../media/image53.png"/><Relationship Id="rId12" Type="http://schemas.openxmlformats.org/officeDocument/2006/relationships/image" Target="../media/image58.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1.png"/><Relationship Id="rId15" Type="http://schemas.openxmlformats.org/officeDocument/2006/relationships/image" Target="../media/image31.png"/><Relationship Id="rId10" Type="http://schemas.openxmlformats.org/officeDocument/2006/relationships/image" Target="../media/image56.png"/><Relationship Id="rId4" Type="http://schemas.openxmlformats.org/officeDocument/2006/relationships/image" Target="../media/image50.jpg"/><Relationship Id="rId9" Type="http://schemas.openxmlformats.org/officeDocument/2006/relationships/image" Target="../media/image55.png"/><Relationship Id="rId14" Type="http://schemas.openxmlformats.org/officeDocument/2006/relationships/slide" Target="slide4.xml"/></Relationships>
</file>

<file path=ppt/slides/_rels/slide27.xml.rels><?xml version="1.0" encoding="UTF-8" standalone="yes"?>
<Relationships xmlns="http://schemas.openxmlformats.org/package/2006/relationships"><Relationship Id="rId3" Type="http://schemas.openxmlformats.org/officeDocument/2006/relationships/image" Target="../media/image60.gif"/><Relationship Id="rId7"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slide" Target="slide28.xml"/><Relationship Id="rId5" Type="http://schemas.openxmlformats.org/officeDocument/2006/relationships/image" Target="../media/image40.png"/><Relationship Id="rId4" Type="http://schemas.openxmlformats.org/officeDocument/2006/relationships/slide" Target="slide29.xml"/></Relationships>
</file>

<file path=ppt/slides/_rels/slide28.xml.rels><?xml version="1.0" encoding="UTF-8" standalone="yes"?>
<Relationships xmlns="http://schemas.openxmlformats.org/package/2006/relationships"><Relationship Id="rId3" Type="http://schemas.openxmlformats.org/officeDocument/2006/relationships/image" Target="../media/image61.gif"/><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slide" Target="slide4.xml"/><Relationship Id="rId4" Type="http://schemas.openxmlformats.org/officeDocument/2006/relationships/image" Target="../media/image62.png"/></Relationships>
</file>

<file path=ppt/slides/_rels/slide29.xml.rels><?xml version="1.0" encoding="UTF-8" standalone="yes"?>
<Relationships xmlns="http://schemas.openxmlformats.org/package/2006/relationships"><Relationship Id="rId3" Type="http://schemas.openxmlformats.org/officeDocument/2006/relationships/image" Target="../media/image63.gif"/><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slide" Target="slide4.xml"/><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3" Type="http://schemas.openxmlformats.org/officeDocument/2006/relationships/image" Target="../media/image64.gif"/><Relationship Id="rId7" Type="http://schemas.openxmlformats.org/officeDocument/2006/relationships/image" Target="../media/image41.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slide" Target="slide31.xml"/><Relationship Id="rId5" Type="http://schemas.openxmlformats.org/officeDocument/2006/relationships/image" Target="../media/image40.png"/><Relationship Id="rId4" Type="http://schemas.openxmlformats.org/officeDocument/2006/relationships/slide" Target="slide32.xml"/></Relationships>
</file>

<file path=ppt/slides/_rels/slide31.xml.rels><?xml version="1.0" encoding="UTF-8" standalone="yes"?>
<Relationships xmlns="http://schemas.openxmlformats.org/package/2006/relationships"><Relationship Id="rId3" Type="http://schemas.openxmlformats.org/officeDocument/2006/relationships/image" Target="../media/image65.gif"/><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slide" Target="slide4.xml"/><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3" Type="http://schemas.openxmlformats.org/officeDocument/2006/relationships/image" Target="../media/image66.gif"/><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slide" Target="slide4.xml"/><Relationship Id="rId4" Type="http://schemas.openxmlformats.org/officeDocument/2006/relationships/image" Target="../media/image67.png"/></Relationships>
</file>

<file path=ppt/slides/_rels/slide33.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73.png"/><Relationship Id="rId3" Type="http://schemas.openxmlformats.org/officeDocument/2006/relationships/image" Target="../media/image68.jpg"/><Relationship Id="rId7" Type="http://schemas.openxmlformats.org/officeDocument/2006/relationships/image" Target="../media/image29.png"/><Relationship Id="rId12" Type="http://schemas.openxmlformats.org/officeDocument/2006/relationships/image" Target="../media/image72.png"/><Relationship Id="rId2" Type="http://schemas.openxmlformats.org/officeDocument/2006/relationships/notesSlide" Target="../notesSlides/notesSlide33.xml"/><Relationship Id="rId16"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71.png"/><Relationship Id="rId5" Type="http://schemas.openxmlformats.org/officeDocument/2006/relationships/image" Target="../media/image27.png"/><Relationship Id="rId15" Type="http://schemas.openxmlformats.org/officeDocument/2006/relationships/slide" Target="slide4.xml"/><Relationship Id="rId10" Type="http://schemas.openxmlformats.org/officeDocument/2006/relationships/image" Target="../media/image70.png"/><Relationship Id="rId4" Type="http://schemas.openxmlformats.org/officeDocument/2006/relationships/image" Target="../media/image69.png"/><Relationship Id="rId9" Type="http://schemas.openxmlformats.org/officeDocument/2006/relationships/image" Target="../media/image12.png"/><Relationship Id="rId14" Type="http://schemas.openxmlformats.org/officeDocument/2006/relationships/image" Target="../media/image74.png"/></Relationships>
</file>

<file path=ppt/slides/_rels/slide3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75.jpg"/><Relationship Id="rId7" Type="http://schemas.openxmlformats.org/officeDocument/2006/relationships/image" Target="../media/image79.png"/><Relationship Id="rId12"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78.png"/><Relationship Id="rId11" Type="http://schemas.openxmlformats.org/officeDocument/2006/relationships/slide" Target="slide4.xml"/><Relationship Id="rId5" Type="http://schemas.openxmlformats.org/officeDocument/2006/relationships/image" Target="../media/image77.png"/><Relationship Id="rId10" Type="http://schemas.openxmlformats.org/officeDocument/2006/relationships/image" Target="../media/image80.png"/><Relationship Id="rId4" Type="http://schemas.openxmlformats.org/officeDocument/2006/relationships/image" Target="../media/image76.png"/><Relationship Id="rId9" Type="http://schemas.openxmlformats.org/officeDocument/2006/relationships/image" Target="../media/image30.png"/></Relationships>
</file>

<file path=ppt/slides/_rels/slide35.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59.png"/><Relationship Id="rId3" Type="http://schemas.openxmlformats.org/officeDocument/2006/relationships/image" Target="../media/image11.jpg"/><Relationship Id="rId7" Type="http://schemas.openxmlformats.org/officeDocument/2006/relationships/image" Target="../media/image53.png"/><Relationship Id="rId12" Type="http://schemas.openxmlformats.org/officeDocument/2006/relationships/image" Target="../media/image85.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81.png"/><Relationship Id="rId11" Type="http://schemas.openxmlformats.org/officeDocument/2006/relationships/image" Target="../media/image84.png"/><Relationship Id="rId5" Type="http://schemas.openxmlformats.org/officeDocument/2006/relationships/image" Target="../media/image51.png"/><Relationship Id="rId15" Type="http://schemas.openxmlformats.org/officeDocument/2006/relationships/image" Target="../media/image31.png"/><Relationship Id="rId10" Type="http://schemas.openxmlformats.org/officeDocument/2006/relationships/image" Target="../media/image83.png"/><Relationship Id="rId4" Type="http://schemas.openxmlformats.org/officeDocument/2006/relationships/image" Target="../media/image50.jpg"/><Relationship Id="rId9" Type="http://schemas.openxmlformats.org/officeDocument/2006/relationships/image" Target="../media/image55.png"/><Relationship Id="rId14" Type="http://schemas.openxmlformats.org/officeDocument/2006/relationships/slide" Target="slide4.xml"/></Relationships>
</file>

<file path=ppt/slides/_rels/slide36.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91.png"/><Relationship Id="rId3" Type="http://schemas.openxmlformats.org/officeDocument/2006/relationships/image" Target="../media/image86.jpg"/><Relationship Id="rId7" Type="http://schemas.openxmlformats.org/officeDocument/2006/relationships/image" Target="../media/image29.png"/><Relationship Id="rId12" Type="http://schemas.openxmlformats.org/officeDocument/2006/relationships/image" Target="../media/image90.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15.png"/><Relationship Id="rId5" Type="http://schemas.openxmlformats.org/officeDocument/2006/relationships/image" Target="../media/image88.png"/><Relationship Id="rId15" Type="http://schemas.openxmlformats.org/officeDocument/2006/relationships/image" Target="../media/image31.png"/><Relationship Id="rId10" Type="http://schemas.openxmlformats.org/officeDocument/2006/relationships/image" Target="../media/image89.png"/><Relationship Id="rId4" Type="http://schemas.openxmlformats.org/officeDocument/2006/relationships/image" Target="../media/image87.png"/><Relationship Id="rId9" Type="http://schemas.openxmlformats.org/officeDocument/2006/relationships/image" Target="../media/image12.png"/><Relationship Id="rId14" Type="http://schemas.openxmlformats.org/officeDocument/2006/relationships/slide" Target="slide4.xml"/></Relationships>
</file>

<file path=ppt/slides/_rels/slide37.xml.rels><?xml version="1.0" encoding="UTF-8" standalone="yes"?>
<Relationships xmlns="http://schemas.openxmlformats.org/package/2006/relationships"><Relationship Id="rId3" Type="http://schemas.openxmlformats.org/officeDocument/2006/relationships/image" Target="../media/image92.gif"/><Relationship Id="rId7" Type="http://schemas.openxmlformats.org/officeDocument/2006/relationships/image" Target="../media/image41.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slide" Target="slide39.xml"/><Relationship Id="rId5" Type="http://schemas.openxmlformats.org/officeDocument/2006/relationships/image" Target="../media/image40.png"/><Relationship Id="rId4" Type="http://schemas.openxmlformats.org/officeDocument/2006/relationships/slide" Target="slide38.xml"/></Relationships>
</file>

<file path=ppt/slides/_rels/slide38.xml.rels><?xml version="1.0" encoding="UTF-8" standalone="yes"?>
<Relationships xmlns="http://schemas.openxmlformats.org/package/2006/relationships"><Relationship Id="rId3" Type="http://schemas.openxmlformats.org/officeDocument/2006/relationships/image" Target="../media/image93.gif"/><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slide" Target="slide4.xml"/><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3" Type="http://schemas.openxmlformats.org/officeDocument/2006/relationships/image" Target="../media/image94.gif"/><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slide" Target="slide4.xml"/><Relationship Id="rId4" Type="http://schemas.openxmlformats.org/officeDocument/2006/relationships/image" Target="../media/image49.png"/></Relationships>
</file>

<file path=ppt/slides/_rels/slide40.xml.rels><?xml version="1.0" encoding="UTF-8" standalone="yes"?>
<Relationships xmlns="http://schemas.openxmlformats.org/package/2006/relationships"><Relationship Id="rId3" Type="http://schemas.openxmlformats.org/officeDocument/2006/relationships/image" Target="../media/image95.jpg"/><Relationship Id="rId7" Type="http://schemas.openxmlformats.org/officeDocument/2006/relationships/image" Target="../media/image31.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image" Target="../media/image97.png"/><Relationship Id="rId4" Type="http://schemas.openxmlformats.org/officeDocument/2006/relationships/image" Target="../media/image96.png"/></Relationships>
</file>

<file path=ppt/slides/_rels/slide41.xml.rels><?xml version="1.0" encoding="UTF-8" standalone="yes"?>
<Relationships xmlns="http://schemas.openxmlformats.org/package/2006/relationships"><Relationship Id="rId8" Type="http://schemas.openxmlformats.org/officeDocument/2006/relationships/image" Target="../media/image103.png"/><Relationship Id="rId13" Type="http://schemas.openxmlformats.org/officeDocument/2006/relationships/image" Target="../media/image106.png"/><Relationship Id="rId3" Type="http://schemas.openxmlformats.org/officeDocument/2006/relationships/image" Target="../media/image98.jpg"/><Relationship Id="rId7" Type="http://schemas.openxmlformats.org/officeDocument/2006/relationships/image" Target="../media/image102.png"/><Relationship Id="rId12" Type="http://schemas.openxmlformats.org/officeDocument/2006/relationships/image" Target="../media/image31.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101.png"/><Relationship Id="rId11" Type="http://schemas.openxmlformats.org/officeDocument/2006/relationships/slide" Target="slide4.xml"/><Relationship Id="rId5" Type="http://schemas.openxmlformats.org/officeDocument/2006/relationships/image" Target="../media/image100.png"/><Relationship Id="rId15" Type="http://schemas.openxmlformats.org/officeDocument/2006/relationships/image" Target="../media/image108.png"/><Relationship Id="rId10" Type="http://schemas.openxmlformats.org/officeDocument/2006/relationships/image" Target="../media/image105.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7.png"/></Relationships>
</file>

<file path=ppt/slides/_rels/slide4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09.jpg"/><Relationship Id="rId7" Type="http://schemas.openxmlformats.org/officeDocument/2006/relationships/image" Target="../media/image27.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112.png"/><Relationship Id="rId11" Type="http://schemas.openxmlformats.org/officeDocument/2006/relationships/image" Target="../media/image31.png"/><Relationship Id="rId5" Type="http://schemas.openxmlformats.org/officeDocument/2006/relationships/image" Target="../media/image111.png"/><Relationship Id="rId10" Type="http://schemas.openxmlformats.org/officeDocument/2006/relationships/slide" Target="slide4.xml"/><Relationship Id="rId4" Type="http://schemas.openxmlformats.org/officeDocument/2006/relationships/image" Target="../media/image110.png"/><Relationship Id="rId9" Type="http://schemas.openxmlformats.org/officeDocument/2006/relationships/image" Target="../media/image11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p:cNvGrpSpPr/>
        <p:nvPr/>
      </p:nvGrpSpPr>
      <p:grpSpPr>
        <a:xfrm>
          <a:off x="0" y="0"/>
          <a:ext cx="0" cy="0"/>
          <a:chOff x="0" y="0"/>
          <a:chExt cx="0" cy="0"/>
        </a:xfrm>
      </p:grpSpPr>
      <p:pic>
        <p:nvPicPr>
          <p:cNvPr id="89" name="Google Shape;89;p1" descr="Image result for harry potter logo"/>
          <p:cNvPicPr preferRelativeResize="0"/>
          <p:nvPr/>
        </p:nvPicPr>
        <p:blipFill rotWithShape="1">
          <a:blip r:embed="rId4">
            <a:alphaModFix/>
          </a:blip>
          <a:srcRect/>
          <a:stretch/>
        </p:blipFill>
        <p:spPr>
          <a:xfrm>
            <a:off x="853440" y="583351"/>
            <a:ext cx="7132320" cy="2971800"/>
          </a:xfrm>
          <a:prstGeom prst="rect">
            <a:avLst/>
          </a:prstGeom>
          <a:noFill/>
          <a:ln>
            <a:noFill/>
          </a:ln>
        </p:spPr>
      </p:pic>
      <p:grpSp>
        <p:nvGrpSpPr>
          <p:cNvPr id="90" name="Google Shape;90;p1"/>
          <p:cNvGrpSpPr/>
          <p:nvPr/>
        </p:nvGrpSpPr>
        <p:grpSpPr>
          <a:xfrm>
            <a:off x="4277694" y="2495550"/>
            <a:ext cx="3708066" cy="1615087"/>
            <a:chOff x="4277694" y="2655149"/>
            <a:chExt cx="3708066" cy="1615087"/>
          </a:xfrm>
        </p:grpSpPr>
        <p:sp>
          <p:nvSpPr>
            <p:cNvPr id="91" name="Google Shape;91;p1"/>
            <p:cNvSpPr txBox="1"/>
            <p:nvPr/>
          </p:nvSpPr>
          <p:spPr>
            <a:xfrm>
              <a:off x="6324243" y="3301397"/>
              <a:ext cx="52450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Arial"/>
                  <a:ea typeface="Arial"/>
                  <a:cs typeface="Arial"/>
                  <a:sym typeface="Arial"/>
                </a:rPr>
                <a:t>of</a:t>
              </a:r>
              <a:endParaRPr sz="1400" b="0" i="0" u="none" strike="noStrike" cap="none">
                <a:solidFill>
                  <a:srgbClr val="000000"/>
                </a:solidFill>
                <a:latin typeface="Arial"/>
                <a:ea typeface="Arial"/>
                <a:cs typeface="Arial"/>
                <a:sym typeface="Arial"/>
              </a:endParaRPr>
            </a:p>
          </p:txBody>
        </p:sp>
        <p:sp>
          <p:nvSpPr>
            <p:cNvPr id="92" name="Google Shape;92;p1"/>
            <p:cNvSpPr txBox="1"/>
            <p:nvPr/>
          </p:nvSpPr>
          <p:spPr>
            <a:xfrm>
              <a:off x="4277694" y="3562350"/>
              <a:ext cx="3708066"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chemeClr val="lt1"/>
                  </a:solidFill>
                  <a:latin typeface="Arial"/>
                  <a:ea typeface="Arial"/>
                  <a:cs typeface="Arial"/>
                  <a:sym typeface="Arial"/>
                </a:rPr>
                <a:t>KNOVLEDGE</a:t>
              </a:r>
              <a:endParaRPr sz="1400" b="0" i="0" u="none" strike="noStrike" cap="none">
                <a:solidFill>
                  <a:srgbClr val="000000"/>
                </a:solidFill>
                <a:latin typeface="Arial"/>
                <a:ea typeface="Arial"/>
                <a:cs typeface="Arial"/>
                <a:sym typeface="Arial"/>
              </a:endParaRPr>
            </a:p>
          </p:txBody>
        </p:sp>
        <p:sp>
          <p:nvSpPr>
            <p:cNvPr id="93" name="Google Shape;93;p1"/>
            <p:cNvSpPr txBox="1"/>
            <p:nvPr/>
          </p:nvSpPr>
          <p:spPr>
            <a:xfrm>
              <a:off x="4687665" y="3095803"/>
              <a:ext cx="1758815"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chemeClr val="lt1"/>
                  </a:solidFill>
                  <a:latin typeface="Arial"/>
                  <a:ea typeface="Arial"/>
                  <a:cs typeface="Arial"/>
                  <a:sym typeface="Arial"/>
                </a:rPr>
                <a:t>GAME</a:t>
              </a:r>
              <a:endParaRPr sz="1400" b="0" i="0" u="none" strike="noStrike" cap="none">
                <a:solidFill>
                  <a:srgbClr val="000000"/>
                </a:solidFill>
                <a:latin typeface="Arial"/>
                <a:ea typeface="Arial"/>
                <a:cs typeface="Arial"/>
                <a:sym typeface="Arial"/>
              </a:endParaRPr>
            </a:p>
          </p:txBody>
        </p:sp>
        <p:sp>
          <p:nvSpPr>
            <p:cNvPr id="94" name="Google Shape;94;p1"/>
            <p:cNvSpPr txBox="1"/>
            <p:nvPr/>
          </p:nvSpPr>
          <p:spPr>
            <a:xfrm>
              <a:off x="4824562" y="2655149"/>
              <a:ext cx="742511"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Arial"/>
                  <a:ea typeface="Arial"/>
                  <a:cs typeface="Arial"/>
                  <a:sym typeface="Arial"/>
                </a:rPr>
                <a:t>and</a:t>
              </a:r>
              <a:endParaRPr sz="1400" b="0" i="0" u="none" strike="noStrike" cap="none">
                <a:solidFill>
                  <a:srgbClr val="000000"/>
                </a:solidFill>
                <a:latin typeface="Arial"/>
                <a:ea typeface="Arial"/>
                <a:cs typeface="Arial"/>
                <a:sym typeface="Arial"/>
              </a:endParaRPr>
            </a:p>
          </p:txBody>
        </p:sp>
        <p:sp>
          <p:nvSpPr>
            <p:cNvPr id="95" name="Google Shape;95;p1"/>
            <p:cNvSpPr txBox="1"/>
            <p:nvPr/>
          </p:nvSpPr>
          <p:spPr>
            <a:xfrm>
              <a:off x="5249865" y="2875476"/>
              <a:ext cx="657552"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Arial"/>
                  <a:ea typeface="Arial"/>
                  <a:cs typeface="Arial"/>
                  <a:sym typeface="Arial"/>
                </a:rPr>
                <a:t>the</a:t>
              </a:r>
              <a:endParaRPr sz="1400" b="0" i="0" u="none" strike="noStrike" cap="none">
                <a:solidFill>
                  <a:srgbClr val="000000"/>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89"/>
                                        </p:tgtEl>
                                        <p:attrNameLst>
                                          <p:attrName>style.visibility</p:attrName>
                                        </p:attrNameLst>
                                      </p:cBhvr>
                                      <p:to>
                                        <p:strVal val="visible"/>
                                      </p:to>
                                    </p:set>
                                    <p:animEffect transition="in" filter="fade">
                                      <p:cBhvr>
                                        <p:cTn id="7" dur="5000"/>
                                        <p:tgtEl>
                                          <p:spTgt spid="89"/>
                                        </p:tgtEl>
                                      </p:cBhvr>
                                    </p:animEffect>
                                  </p:childTnLst>
                                </p:cTn>
                              </p:par>
                              <p:par>
                                <p:cTn id="8" presetID="10" presetClass="entr" presetSubtype="0" fill="hold" nodeType="withEffect">
                                  <p:stCondLst>
                                    <p:cond delay="5000"/>
                                  </p:stCondLst>
                                  <p:childTnLst>
                                    <p:set>
                                      <p:cBhvr>
                                        <p:cTn id="9" dur="1" fill="hold">
                                          <p:stCondLst>
                                            <p:cond delay="0"/>
                                          </p:stCondLst>
                                        </p:cTn>
                                        <p:tgtEl>
                                          <p:spTgt spid="90"/>
                                        </p:tgtEl>
                                        <p:attrNameLst>
                                          <p:attrName>style.visibility</p:attrName>
                                        </p:attrNameLst>
                                      </p:cBhvr>
                                      <p:to>
                                        <p:strVal val="visible"/>
                                      </p:to>
                                    </p:set>
                                    <p:animEffect transition="in" filter="fade">
                                      <p:cBhvr>
                                        <p:cTn id="10" dur="30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0"/>
        <p:cNvGrpSpPr/>
        <p:nvPr/>
      </p:nvGrpSpPr>
      <p:grpSpPr>
        <a:xfrm>
          <a:off x="0" y="0"/>
          <a:ext cx="0" cy="0"/>
          <a:chOff x="0" y="0"/>
          <a:chExt cx="0" cy="0"/>
        </a:xfrm>
      </p:grpSpPr>
      <p:sp>
        <p:nvSpPr>
          <p:cNvPr id="101" name="Google Shape;101;p2"/>
          <p:cNvSpPr txBox="1"/>
          <p:nvPr/>
        </p:nvSpPr>
        <p:spPr>
          <a:xfrm>
            <a:off x="354012" y="1845291"/>
            <a:ext cx="8244000" cy="446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300" b="1" i="0" u="none" strike="noStrike" cap="none">
                <a:solidFill>
                  <a:srgbClr val="262626"/>
                </a:solidFill>
                <a:latin typeface="Arial"/>
                <a:ea typeface="Arial"/>
                <a:cs typeface="Arial"/>
                <a:sym typeface="Arial"/>
              </a:rPr>
              <a:t>Dear Students of  </a:t>
            </a:r>
            <a:r>
              <a:rPr lang="en-US" sz="2300" b="1">
                <a:solidFill>
                  <a:srgbClr val="262626"/>
                </a:solidFill>
              </a:rPr>
              <a:t>SILK ROAD</a:t>
            </a:r>
            <a:r>
              <a:rPr lang="en-US" sz="2300" b="1" i="0" u="none" strike="noStrike" cap="none">
                <a:solidFill>
                  <a:srgbClr val="262626"/>
                </a:solidFill>
                <a:latin typeface="Arial"/>
                <a:ea typeface="Arial"/>
                <a:cs typeface="Arial"/>
                <a:sym typeface="Arial"/>
              </a:rPr>
              <a:t>,</a:t>
            </a:r>
            <a:endParaRPr sz="1300" b="0" i="0" u="none" strike="noStrike" cap="none">
              <a:solidFill>
                <a:srgbClr val="000000"/>
              </a:solidFill>
              <a:latin typeface="Arial"/>
              <a:ea typeface="Arial"/>
              <a:cs typeface="Arial"/>
              <a:sym typeface="Arial"/>
            </a:endParaRPr>
          </a:p>
        </p:txBody>
      </p:sp>
      <p:sp>
        <p:nvSpPr>
          <p:cNvPr id="102" name="Google Shape;102;p2"/>
          <p:cNvSpPr txBox="1"/>
          <p:nvPr/>
        </p:nvSpPr>
        <p:spPr>
          <a:xfrm>
            <a:off x="354000" y="2361875"/>
            <a:ext cx="8436000" cy="1862400"/>
          </a:xfrm>
          <a:prstGeom prst="rect">
            <a:avLst/>
          </a:prstGeom>
          <a:noFill/>
          <a:ln>
            <a:noFill/>
          </a:ln>
        </p:spPr>
        <p:txBody>
          <a:bodyPr spcFirstLastPara="1" wrap="square" lIns="91425" tIns="45700" rIns="91425" bIns="45700" anchor="t" anchorCtr="0">
            <a:spAutoFit/>
          </a:bodyPr>
          <a:lstStyle/>
          <a:p>
            <a:pPr marL="0" marR="0" lvl="0" indent="0" algn="l" rtl="0">
              <a:lnSpc>
                <a:spcPct val="133333"/>
              </a:lnSpc>
              <a:spcBef>
                <a:spcPts val="0"/>
              </a:spcBef>
              <a:spcAft>
                <a:spcPts val="0"/>
              </a:spcAft>
              <a:buClr>
                <a:srgbClr val="000000"/>
              </a:buClr>
              <a:buSzPts val="2400"/>
              <a:buFont typeface="Arial"/>
              <a:buNone/>
            </a:pPr>
            <a:r>
              <a:rPr lang="en-US" sz="2300" b="0" i="0" u="none" strike="noStrike" cap="none">
                <a:solidFill>
                  <a:srgbClr val="262626"/>
                </a:solidFill>
                <a:latin typeface="Arial"/>
                <a:ea typeface="Arial"/>
                <a:cs typeface="Arial"/>
                <a:sym typeface="Arial"/>
              </a:rPr>
              <a:t>We are pleased to inform you that you have been accepted at Hogwarts School of Witchcraft and Wizardry. Your knowledge journey begins now. We await to see which of you will become the top of your class by the end of this game.</a:t>
            </a:r>
            <a:endParaRPr sz="1300" b="0" i="0" u="none" strike="noStrike" cap="none">
              <a:solidFill>
                <a:srgbClr val="000000"/>
              </a:solidFill>
              <a:latin typeface="Arial"/>
              <a:ea typeface="Arial"/>
              <a:cs typeface="Arial"/>
              <a:sym typeface="Arial"/>
            </a:endParaRPr>
          </a:p>
        </p:txBody>
      </p:sp>
      <p:sp>
        <p:nvSpPr>
          <p:cNvPr id="103" name="Google Shape;103;p2"/>
          <p:cNvSpPr txBox="1"/>
          <p:nvPr/>
        </p:nvSpPr>
        <p:spPr>
          <a:xfrm>
            <a:off x="6477000" y="3962141"/>
            <a:ext cx="1395412"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262626"/>
                </a:solidFill>
                <a:latin typeface="Arial"/>
                <a:ea typeface="Arial"/>
                <a:cs typeface="Arial"/>
                <a:sym typeface="Arial"/>
              </a:rPr>
              <a:t>Sincerely,</a:t>
            </a:r>
            <a:endParaRPr sz="1400" b="0" i="0" u="none" strike="noStrike" cap="none">
              <a:solidFill>
                <a:srgbClr val="000000"/>
              </a:solidFill>
              <a:latin typeface="Arial"/>
              <a:ea typeface="Arial"/>
              <a:cs typeface="Arial"/>
              <a:sym typeface="Arial"/>
            </a:endParaRPr>
          </a:p>
        </p:txBody>
      </p:sp>
      <p:pic>
        <p:nvPicPr>
          <p:cNvPr id="104" name="Google Shape;104;p2" descr="Image result for minerva mcgonagall signature"/>
          <p:cNvPicPr preferRelativeResize="0"/>
          <p:nvPr/>
        </p:nvPicPr>
        <p:blipFill rotWithShape="1">
          <a:blip r:embed="rId4">
            <a:alphaModFix/>
          </a:blip>
          <a:srcRect/>
          <a:stretch/>
        </p:blipFill>
        <p:spPr>
          <a:xfrm>
            <a:off x="6677025" y="4265067"/>
            <a:ext cx="2390775" cy="74508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34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3000"/>
                                        <p:tgtEl>
                                          <p:spTgt spid="101"/>
                                        </p:tgtEl>
                                      </p:cBhvr>
                                    </p:animEffect>
                                  </p:childTnLst>
                                </p:cTn>
                              </p:par>
                            </p:childTnLst>
                          </p:cTn>
                        </p:par>
                        <p:par>
                          <p:cTn id="8" fill="hold">
                            <p:stCondLst>
                              <p:cond delay="3000"/>
                            </p:stCondLst>
                            <p:childTnLst>
                              <p:par>
                                <p:cTn id="9" presetID="10" presetClass="entr" presetSubtype="0" fill="hold" nodeType="afterEffect">
                                  <p:stCondLst>
                                    <p:cond delay="0"/>
                                  </p:stCondLst>
                                  <p:childTnLst>
                                    <p:set>
                                      <p:cBhvr>
                                        <p:cTn id="10" dur="1" fill="hold">
                                          <p:stCondLst>
                                            <p:cond delay="0"/>
                                          </p:stCondLst>
                                        </p:cTn>
                                        <p:tgtEl>
                                          <p:spTgt spid="102">
                                            <p:txEl>
                                              <p:pRg st="0" end="0"/>
                                            </p:txEl>
                                          </p:spTgt>
                                        </p:tgtEl>
                                        <p:attrNameLst>
                                          <p:attrName>style.visibility</p:attrName>
                                        </p:attrNameLst>
                                      </p:cBhvr>
                                      <p:to>
                                        <p:strVal val="visible"/>
                                      </p:to>
                                    </p:set>
                                    <p:animEffect transition="in" filter="fade">
                                      <p:cBhvr>
                                        <p:cTn id="11" dur="3000"/>
                                        <p:tgtEl>
                                          <p:spTgt spid="102">
                                            <p:txEl>
                                              <p:pRg st="0" end="0"/>
                                            </p:txEl>
                                          </p:spTgt>
                                        </p:tgtEl>
                                      </p:cBhvr>
                                    </p:animEffect>
                                  </p:childTnLst>
                                </p:cTn>
                              </p:par>
                            </p:childTnLst>
                          </p:cTn>
                        </p:par>
                        <p:par>
                          <p:cTn id="12" fill="hold">
                            <p:stCondLst>
                              <p:cond delay="6000"/>
                            </p:stCondLst>
                            <p:childTnLst>
                              <p:par>
                                <p:cTn id="13" presetID="10" presetClass="entr" presetSubtype="0" fill="hold" nodeType="afterEffect">
                                  <p:stCondLst>
                                    <p:cond delay="0"/>
                                  </p:stCondLst>
                                  <p:childTnLst>
                                    <p:set>
                                      <p:cBhvr>
                                        <p:cTn id="14" dur="1" fill="hold">
                                          <p:stCondLst>
                                            <p:cond delay="0"/>
                                          </p:stCondLst>
                                        </p:cTn>
                                        <p:tgtEl>
                                          <p:spTgt spid="103"/>
                                        </p:tgtEl>
                                        <p:attrNameLst>
                                          <p:attrName>style.visibility</p:attrName>
                                        </p:attrNameLst>
                                      </p:cBhvr>
                                      <p:to>
                                        <p:strVal val="visible"/>
                                      </p:to>
                                    </p:set>
                                    <p:animEffect transition="in" filter="fade">
                                      <p:cBhvr>
                                        <p:cTn id="15" dur="1000"/>
                                        <p:tgtEl>
                                          <p:spTgt spid="103"/>
                                        </p:tgtEl>
                                      </p:cBhvr>
                                    </p:animEffect>
                                  </p:childTnLst>
                                </p:cTn>
                              </p:par>
                            </p:childTnLst>
                          </p:cTn>
                        </p:par>
                        <p:par>
                          <p:cTn id="16" fill="hold">
                            <p:stCondLst>
                              <p:cond delay="7000"/>
                            </p:stCondLst>
                            <p:childTnLst>
                              <p:par>
                                <p:cTn id="17" presetID="10" presetClass="entr" presetSubtype="0" fill="hold" nodeType="afterEffect">
                                  <p:stCondLst>
                                    <p:cond delay="0"/>
                                  </p:stCondLst>
                                  <p:childTnLst>
                                    <p:set>
                                      <p:cBhvr>
                                        <p:cTn id="18" dur="1" fill="hold">
                                          <p:stCondLst>
                                            <p:cond delay="0"/>
                                          </p:stCondLst>
                                        </p:cTn>
                                        <p:tgtEl>
                                          <p:spTgt spid="104"/>
                                        </p:tgtEl>
                                        <p:attrNameLst>
                                          <p:attrName>style.visibility</p:attrName>
                                        </p:attrNameLst>
                                      </p:cBhvr>
                                      <p:to>
                                        <p:strVal val="visible"/>
                                      </p:to>
                                    </p:set>
                                    <p:animEffect transition="in" filter="fade">
                                      <p:cBhvr>
                                        <p:cTn id="19" dur="10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9"/>
        <p:cNvGrpSpPr/>
        <p:nvPr/>
      </p:nvGrpSpPr>
      <p:grpSpPr>
        <a:xfrm>
          <a:off x="0" y="0"/>
          <a:ext cx="0" cy="0"/>
          <a:chOff x="0" y="0"/>
          <a:chExt cx="0" cy="0"/>
        </a:xfrm>
      </p:grpSpPr>
      <p:sp>
        <p:nvSpPr>
          <p:cNvPr id="110" name="Google Shape;110;h608ceccf3dc70604_0_1"/>
          <p:cNvSpPr txBox="1"/>
          <p:nvPr/>
        </p:nvSpPr>
        <p:spPr>
          <a:xfrm>
            <a:off x="354000" y="1091965"/>
            <a:ext cx="8244000" cy="446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300" b="1">
                <a:solidFill>
                  <a:srgbClr val="262626"/>
                </a:solidFill>
              </a:rPr>
              <a:t>Rule</a:t>
            </a:r>
            <a:endParaRPr sz="1300" b="0" i="0" u="none" strike="noStrike" cap="none">
              <a:solidFill>
                <a:srgbClr val="000000"/>
              </a:solidFill>
              <a:latin typeface="Arial"/>
              <a:ea typeface="Arial"/>
              <a:cs typeface="Arial"/>
              <a:sym typeface="Arial"/>
            </a:endParaRPr>
          </a:p>
        </p:txBody>
      </p:sp>
      <p:sp>
        <p:nvSpPr>
          <p:cNvPr id="111" name="Google Shape;111;h608ceccf3dc70604_0_1"/>
          <p:cNvSpPr txBox="1"/>
          <p:nvPr/>
        </p:nvSpPr>
        <p:spPr>
          <a:xfrm>
            <a:off x="354000" y="1725450"/>
            <a:ext cx="8436000" cy="2753700"/>
          </a:xfrm>
          <a:prstGeom prst="rect">
            <a:avLst/>
          </a:prstGeom>
          <a:noFill/>
          <a:ln>
            <a:noFill/>
          </a:ln>
        </p:spPr>
        <p:txBody>
          <a:bodyPr spcFirstLastPara="1" wrap="square" lIns="91425" tIns="45700" rIns="91425" bIns="45700" anchor="t" anchorCtr="0">
            <a:spAutoFit/>
          </a:bodyPr>
          <a:lstStyle/>
          <a:p>
            <a:pPr marL="457200" lvl="0" indent="-342900" algn="l" rtl="0">
              <a:lnSpc>
                <a:spcPct val="115000"/>
              </a:lnSpc>
              <a:spcBef>
                <a:spcPts val="1200"/>
              </a:spcBef>
              <a:spcAft>
                <a:spcPts val="0"/>
              </a:spcAft>
              <a:buClr>
                <a:schemeClr val="dk1"/>
              </a:buClr>
              <a:buSzPts val="1800"/>
              <a:buFont typeface="EB Garamond"/>
              <a:buChar char="-"/>
            </a:pPr>
            <a:r>
              <a:rPr lang="en-US" sz="1800">
                <a:solidFill>
                  <a:schemeClr val="dk1"/>
                </a:solidFill>
                <a:latin typeface="EB Garamond"/>
                <a:ea typeface="EB Garamond"/>
                <a:cs typeface="EB Garamond"/>
                <a:sym typeface="EB Garamond"/>
              </a:rPr>
              <a:t>Team Division: The class will be divided into 2 teams (Team A and Team B).</a:t>
            </a:r>
            <a:endParaRPr sz="1800">
              <a:solidFill>
                <a:schemeClr val="dk1"/>
              </a:solidFill>
              <a:latin typeface="EB Garamond"/>
              <a:ea typeface="EB Garamond"/>
              <a:cs typeface="EB Garamond"/>
              <a:sym typeface="EB Garamond"/>
            </a:endParaRPr>
          </a:p>
          <a:p>
            <a:pPr marL="457200" lvl="0" indent="-342900" algn="l" rtl="0">
              <a:lnSpc>
                <a:spcPct val="115000"/>
              </a:lnSpc>
              <a:spcBef>
                <a:spcPts val="0"/>
              </a:spcBef>
              <a:spcAft>
                <a:spcPts val="0"/>
              </a:spcAft>
              <a:buClr>
                <a:schemeClr val="dk1"/>
              </a:buClr>
              <a:buSzPts val="1800"/>
              <a:buFont typeface="EB Garamond"/>
              <a:buChar char="-"/>
            </a:pPr>
            <a:r>
              <a:rPr lang="en-US" sz="1800">
                <a:solidFill>
                  <a:schemeClr val="dk1"/>
                </a:solidFill>
                <a:latin typeface="EB Garamond"/>
                <a:ea typeface="EB Garamond"/>
                <a:cs typeface="EB Garamond"/>
                <a:sym typeface="EB Garamond"/>
              </a:rPr>
              <a:t>Turn-taking: The two teams will take turns choosing a letter displayed on the screen.</a:t>
            </a:r>
            <a:endParaRPr sz="1800">
              <a:solidFill>
                <a:schemeClr val="dk1"/>
              </a:solidFill>
              <a:latin typeface="EB Garamond"/>
              <a:ea typeface="EB Garamond"/>
              <a:cs typeface="EB Garamond"/>
              <a:sym typeface="EB Garamond"/>
            </a:endParaRPr>
          </a:p>
          <a:p>
            <a:pPr marL="457200" lvl="0" indent="-342900" algn="l" rtl="0">
              <a:lnSpc>
                <a:spcPct val="115000"/>
              </a:lnSpc>
              <a:spcBef>
                <a:spcPts val="0"/>
              </a:spcBef>
              <a:spcAft>
                <a:spcPts val="0"/>
              </a:spcAft>
              <a:buClr>
                <a:schemeClr val="dk1"/>
              </a:buClr>
              <a:buSzPts val="1800"/>
              <a:buFont typeface="EB Garamond"/>
              <a:buChar char="-"/>
            </a:pPr>
            <a:r>
              <a:rPr lang="en-US" sz="1800">
                <a:solidFill>
                  <a:schemeClr val="dk1"/>
                </a:solidFill>
                <a:latin typeface="EB Garamond"/>
                <a:ea typeface="EB Garamond"/>
                <a:cs typeface="EB Garamond"/>
                <a:sym typeface="EB Garamond"/>
              </a:rPr>
              <a:t>Answering: Each chosen letter corresponds to a vocabulary question. The active team must discuss and provide the correct answer.</a:t>
            </a:r>
            <a:endParaRPr sz="1800">
              <a:solidFill>
                <a:schemeClr val="dk1"/>
              </a:solidFill>
              <a:latin typeface="EB Garamond"/>
              <a:ea typeface="EB Garamond"/>
              <a:cs typeface="EB Garamond"/>
              <a:sym typeface="EB Garamond"/>
            </a:endParaRPr>
          </a:p>
          <a:p>
            <a:pPr marL="457200" lvl="0" indent="-342900" algn="l" rtl="0">
              <a:lnSpc>
                <a:spcPct val="115000"/>
              </a:lnSpc>
              <a:spcBef>
                <a:spcPts val="0"/>
              </a:spcBef>
              <a:spcAft>
                <a:spcPts val="0"/>
              </a:spcAft>
              <a:buClr>
                <a:schemeClr val="dk1"/>
              </a:buClr>
              <a:buSzPts val="1800"/>
              <a:buFont typeface="EB Garamond"/>
              <a:buChar char="-"/>
            </a:pPr>
            <a:r>
              <a:rPr lang="en-US" sz="1800">
                <a:solidFill>
                  <a:schemeClr val="dk1"/>
                </a:solidFill>
                <a:latin typeface="EB Garamond"/>
                <a:ea typeface="EB Garamond"/>
                <a:cs typeface="EB Garamond"/>
                <a:sym typeface="EB Garamond"/>
              </a:rPr>
              <a:t>Scoring &amp; Mystery Rewards:</a:t>
            </a:r>
            <a:endParaRPr sz="1800">
              <a:solidFill>
                <a:schemeClr val="dk1"/>
              </a:solidFill>
              <a:latin typeface="EB Garamond"/>
              <a:ea typeface="EB Garamond"/>
              <a:cs typeface="EB Garamond"/>
              <a:sym typeface="EB Garamond"/>
            </a:endParaRPr>
          </a:p>
          <a:p>
            <a:pPr marL="914400" lvl="0" indent="-342900" algn="l" rtl="0">
              <a:lnSpc>
                <a:spcPct val="115000"/>
              </a:lnSpc>
              <a:spcBef>
                <a:spcPts val="0"/>
              </a:spcBef>
              <a:spcAft>
                <a:spcPts val="0"/>
              </a:spcAft>
              <a:buClr>
                <a:schemeClr val="dk1"/>
              </a:buClr>
              <a:buSzPts val="1800"/>
              <a:buFont typeface="EB Garamond"/>
              <a:buChar char="+"/>
            </a:pPr>
            <a:r>
              <a:rPr lang="en-US" sz="1800">
                <a:solidFill>
                  <a:schemeClr val="dk1"/>
                </a:solidFill>
                <a:latin typeface="EB Garamond"/>
                <a:ea typeface="EB Garamond"/>
                <a:cs typeface="EB Garamond"/>
                <a:sym typeface="EB Garamond"/>
              </a:rPr>
              <a:t>If the team answers correctly, they will unlock a mystery reward.</a:t>
            </a:r>
            <a:endParaRPr sz="1800">
              <a:solidFill>
                <a:schemeClr val="dk1"/>
              </a:solidFill>
              <a:latin typeface="EB Garamond"/>
              <a:ea typeface="EB Garamond"/>
              <a:cs typeface="EB Garamond"/>
              <a:sym typeface="EB Garamond"/>
            </a:endParaRPr>
          </a:p>
          <a:p>
            <a:pPr marL="914400" lvl="0" indent="-342900" algn="l" rtl="0">
              <a:lnSpc>
                <a:spcPct val="115000"/>
              </a:lnSpc>
              <a:spcBef>
                <a:spcPts val="0"/>
              </a:spcBef>
              <a:spcAft>
                <a:spcPts val="0"/>
              </a:spcAft>
              <a:buClr>
                <a:schemeClr val="dk1"/>
              </a:buClr>
              <a:buSzPts val="1800"/>
              <a:buFont typeface="EB Garamond"/>
              <a:buChar char="+"/>
            </a:pPr>
            <a:r>
              <a:rPr lang="en-US" sz="1800">
                <a:solidFill>
                  <a:schemeClr val="dk1"/>
                </a:solidFill>
                <a:latin typeface="EB Garamond"/>
                <a:ea typeface="EB Garamond"/>
                <a:cs typeface="EB Garamond"/>
                <a:sym typeface="EB Garamond"/>
              </a:rPr>
              <a:t>The reward points are completely random, so be careful with your choice.</a:t>
            </a:r>
            <a:endParaRPr sz="1800" i="1">
              <a:solidFill>
                <a:schemeClr val="dk1"/>
              </a:solidFill>
              <a:latin typeface="EB Garamond"/>
              <a:ea typeface="EB Garamond"/>
              <a:cs typeface="EB Garamond"/>
              <a:sym typeface="EB Garamond"/>
            </a:endParaRPr>
          </a:p>
          <a:p>
            <a:pPr marL="457200" lvl="0" indent="0" algn="l" rtl="0">
              <a:lnSpc>
                <a:spcPct val="115000"/>
              </a:lnSpc>
              <a:spcBef>
                <a:spcPts val="1200"/>
              </a:spcBef>
              <a:spcAft>
                <a:spcPts val="1200"/>
              </a:spcAft>
              <a:buClr>
                <a:schemeClr val="dk1"/>
              </a:buClr>
              <a:buSzPts val="1100"/>
              <a:buFont typeface="Arial"/>
              <a:buNone/>
            </a:pPr>
            <a:r>
              <a:rPr lang="en-US" sz="1800">
                <a:solidFill>
                  <a:schemeClr val="dk1"/>
                </a:solidFill>
                <a:latin typeface="EB Garamond"/>
                <a:ea typeface="EB Garamond"/>
                <a:cs typeface="EB Garamond"/>
                <a:sym typeface="EB Garamond"/>
              </a:rPr>
              <a:t>Winning Condition: The team with the highest score at the end of the game wins!</a:t>
            </a:r>
            <a:endParaRPr sz="1800" i="0" u="none" strike="noStrike" cap="none">
              <a:solidFill>
                <a:srgbClr val="000000"/>
              </a:solidFill>
              <a:latin typeface="EB Garamond"/>
              <a:ea typeface="EB Garamond"/>
              <a:cs typeface="EB Garamond"/>
              <a:sym typeface="EB Garamond"/>
            </a:endParaRPr>
          </a:p>
        </p:txBody>
      </p:sp>
      <p:sp>
        <p:nvSpPr>
          <p:cNvPr id="112" name="Google Shape;112;h608ceccf3dc70604_0_1"/>
          <p:cNvSpPr txBox="1"/>
          <p:nvPr/>
        </p:nvSpPr>
        <p:spPr>
          <a:xfrm>
            <a:off x="5664825" y="4513800"/>
            <a:ext cx="23907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i="0" u="none" strike="noStrike" cap="none">
                <a:solidFill>
                  <a:srgbClr val="262626"/>
                </a:solidFill>
                <a:latin typeface="EB Garamond"/>
                <a:ea typeface="EB Garamond"/>
                <a:cs typeface="EB Garamond"/>
                <a:sym typeface="EB Garamond"/>
              </a:rPr>
              <a:t>Sincerely</a:t>
            </a:r>
            <a:r>
              <a:rPr lang="en-US" sz="2400" b="0" i="0" u="none" strike="noStrike" cap="none">
                <a:solidFill>
                  <a:srgbClr val="262626"/>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pic>
        <p:nvPicPr>
          <p:cNvPr id="113" name="Google Shape;113;h608ceccf3dc70604_0_1" descr="Image result for minerva mcgonagall signature"/>
          <p:cNvPicPr preferRelativeResize="0"/>
          <p:nvPr/>
        </p:nvPicPr>
        <p:blipFill rotWithShape="1">
          <a:blip r:embed="rId4">
            <a:alphaModFix/>
          </a:blip>
          <a:srcRect/>
          <a:stretch/>
        </p:blipFill>
        <p:spPr>
          <a:xfrm>
            <a:off x="6893425" y="4479150"/>
            <a:ext cx="2250574" cy="531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34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fade">
                                      <p:cBhvr>
                                        <p:cTn id="7" dur="3000"/>
                                        <p:tgtEl>
                                          <p:spTgt spid="110"/>
                                        </p:tgtEl>
                                      </p:cBhvr>
                                    </p:animEffect>
                                  </p:childTnLst>
                                </p:cTn>
                              </p:par>
                            </p:childTnLst>
                          </p:cTn>
                        </p:par>
                        <p:par>
                          <p:cTn id="8" fill="hold">
                            <p:stCondLst>
                              <p:cond delay="3000"/>
                            </p:stCondLst>
                            <p:childTnLst>
                              <p:par>
                                <p:cTn id="9" presetID="10" presetClass="entr" presetSubtype="0" fill="hold" nodeType="afterEffect">
                                  <p:stCondLst>
                                    <p:cond delay="0"/>
                                  </p:stCondLst>
                                  <p:childTnLst>
                                    <p:set>
                                      <p:cBhvr>
                                        <p:cTn id="10" dur="1" fill="hold">
                                          <p:stCondLst>
                                            <p:cond delay="0"/>
                                          </p:stCondLst>
                                        </p:cTn>
                                        <p:tgtEl>
                                          <p:spTgt spid="111">
                                            <p:txEl>
                                              <p:pRg st="0" end="0"/>
                                            </p:txEl>
                                          </p:spTgt>
                                        </p:tgtEl>
                                        <p:attrNameLst>
                                          <p:attrName>style.visibility</p:attrName>
                                        </p:attrNameLst>
                                      </p:cBhvr>
                                      <p:to>
                                        <p:strVal val="visible"/>
                                      </p:to>
                                    </p:set>
                                    <p:animEffect transition="in" filter="fade">
                                      <p:cBhvr>
                                        <p:cTn id="11" dur="3000"/>
                                        <p:tgtEl>
                                          <p:spTgt spid="111">
                                            <p:txEl>
                                              <p:pRg st="0" end="0"/>
                                            </p:txEl>
                                          </p:spTgt>
                                        </p:tgtEl>
                                      </p:cBhvr>
                                    </p:animEffect>
                                  </p:childTnLst>
                                </p:cTn>
                              </p:par>
                            </p:childTnLst>
                          </p:cTn>
                        </p:par>
                        <p:par>
                          <p:cTn id="12" fill="hold">
                            <p:stCondLst>
                              <p:cond delay="6000"/>
                            </p:stCondLst>
                            <p:childTnLst>
                              <p:par>
                                <p:cTn id="13" presetID="10" presetClass="entr" presetSubtype="0" fill="hold" nodeType="afterEffect">
                                  <p:stCondLst>
                                    <p:cond delay="0"/>
                                  </p:stCondLst>
                                  <p:childTnLst>
                                    <p:set>
                                      <p:cBhvr>
                                        <p:cTn id="14" dur="1" fill="hold">
                                          <p:stCondLst>
                                            <p:cond delay="0"/>
                                          </p:stCondLst>
                                        </p:cTn>
                                        <p:tgtEl>
                                          <p:spTgt spid="111">
                                            <p:txEl>
                                              <p:pRg st="1" end="1"/>
                                            </p:txEl>
                                          </p:spTgt>
                                        </p:tgtEl>
                                        <p:attrNameLst>
                                          <p:attrName>style.visibility</p:attrName>
                                        </p:attrNameLst>
                                      </p:cBhvr>
                                      <p:to>
                                        <p:strVal val="visible"/>
                                      </p:to>
                                    </p:set>
                                    <p:animEffect transition="in" filter="fade">
                                      <p:cBhvr>
                                        <p:cTn id="15" dur="3000"/>
                                        <p:tgtEl>
                                          <p:spTgt spid="111">
                                            <p:txEl>
                                              <p:pRg st="1" end="1"/>
                                            </p:txEl>
                                          </p:spTgt>
                                        </p:tgtEl>
                                      </p:cBhvr>
                                    </p:animEffect>
                                  </p:childTnLst>
                                </p:cTn>
                              </p:par>
                            </p:childTnLst>
                          </p:cTn>
                        </p:par>
                        <p:par>
                          <p:cTn id="16" fill="hold">
                            <p:stCondLst>
                              <p:cond delay="9000"/>
                            </p:stCondLst>
                            <p:childTnLst>
                              <p:par>
                                <p:cTn id="17" presetID="10" presetClass="entr" presetSubtype="0" fill="hold" nodeType="afterEffect">
                                  <p:stCondLst>
                                    <p:cond delay="0"/>
                                  </p:stCondLst>
                                  <p:childTnLst>
                                    <p:set>
                                      <p:cBhvr>
                                        <p:cTn id="18" dur="1" fill="hold">
                                          <p:stCondLst>
                                            <p:cond delay="0"/>
                                          </p:stCondLst>
                                        </p:cTn>
                                        <p:tgtEl>
                                          <p:spTgt spid="111">
                                            <p:txEl>
                                              <p:pRg st="2" end="2"/>
                                            </p:txEl>
                                          </p:spTgt>
                                        </p:tgtEl>
                                        <p:attrNameLst>
                                          <p:attrName>style.visibility</p:attrName>
                                        </p:attrNameLst>
                                      </p:cBhvr>
                                      <p:to>
                                        <p:strVal val="visible"/>
                                      </p:to>
                                    </p:set>
                                    <p:animEffect transition="in" filter="fade">
                                      <p:cBhvr>
                                        <p:cTn id="19" dur="3000"/>
                                        <p:tgtEl>
                                          <p:spTgt spid="111">
                                            <p:txEl>
                                              <p:pRg st="2" end="2"/>
                                            </p:txEl>
                                          </p:spTgt>
                                        </p:tgtEl>
                                      </p:cBhvr>
                                    </p:animEffect>
                                  </p:childTnLst>
                                </p:cTn>
                              </p:par>
                            </p:childTnLst>
                          </p:cTn>
                        </p:par>
                        <p:par>
                          <p:cTn id="20" fill="hold">
                            <p:stCondLst>
                              <p:cond delay="12000"/>
                            </p:stCondLst>
                            <p:childTnLst>
                              <p:par>
                                <p:cTn id="21" presetID="10" presetClass="entr" presetSubtype="0" fill="hold" nodeType="afterEffect">
                                  <p:stCondLst>
                                    <p:cond delay="0"/>
                                  </p:stCondLst>
                                  <p:childTnLst>
                                    <p:set>
                                      <p:cBhvr>
                                        <p:cTn id="22" dur="1" fill="hold">
                                          <p:stCondLst>
                                            <p:cond delay="0"/>
                                          </p:stCondLst>
                                        </p:cTn>
                                        <p:tgtEl>
                                          <p:spTgt spid="111">
                                            <p:txEl>
                                              <p:pRg st="3" end="3"/>
                                            </p:txEl>
                                          </p:spTgt>
                                        </p:tgtEl>
                                        <p:attrNameLst>
                                          <p:attrName>style.visibility</p:attrName>
                                        </p:attrNameLst>
                                      </p:cBhvr>
                                      <p:to>
                                        <p:strVal val="visible"/>
                                      </p:to>
                                    </p:set>
                                    <p:animEffect transition="in" filter="fade">
                                      <p:cBhvr>
                                        <p:cTn id="23" dur="3000"/>
                                        <p:tgtEl>
                                          <p:spTgt spid="111">
                                            <p:txEl>
                                              <p:pRg st="3" end="3"/>
                                            </p:txEl>
                                          </p:spTgt>
                                        </p:tgtEl>
                                      </p:cBhvr>
                                    </p:animEffect>
                                  </p:childTnLst>
                                </p:cTn>
                              </p:par>
                            </p:childTnLst>
                          </p:cTn>
                        </p:par>
                        <p:par>
                          <p:cTn id="24" fill="hold">
                            <p:stCondLst>
                              <p:cond delay="15000"/>
                            </p:stCondLst>
                            <p:childTnLst>
                              <p:par>
                                <p:cTn id="25" presetID="10" presetClass="entr" presetSubtype="0" fill="hold" nodeType="afterEffect">
                                  <p:stCondLst>
                                    <p:cond delay="0"/>
                                  </p:stCondLst>
                                  <p:childTnLst>
                                    <p:set>
                                      <p:cBhvr>
                                        <p:cTn id="26" dur="1" fill="hold">
                                          <p:stCondLst>
                                            <p:cond delay="0"/>
                                          </p:stCondLst>
                                        </p:cTn>
                                        <p:tgtEl>
                                          <p:spTgt spid="111">
                                            <p:txEl>
                                              <p:pRg st="4" end="4"/>
                                            </p:txEl>
                                          </p:spTgt>
                                        </p:tgtEl>
                                        <p:attrNameLst>
                                          <p:attrName>style.visibility</p:attrName>
                                        </p:attrNameLst>
                                      </p:cBhvr>
                                      <p:to>
                                        <p:strVal val="visible"/>
                                      </p:to>
                                    </p:set>
                                    <p:animEffect transition="in" filter="fade">
                                      <p:cBhvr>
                                        <p:cTn id="27" dur="3000"/>
                                        <p:tgtEl>
                                          <p:spTgt spid="111">
                                            <p:txEl>
                                              <p:pRg st="4" end="4"/>
                                            </p:txEl>
                                          </p:spTgt>
                                        </p:tgtEl>
                                      </p:cBhvr>
                                    </p:animEffect>
                                  </p:childTnLst>
                                </p:cTn>
                              </p:par>
                            </p:childTnLst>
                          </p:cTn>
                        </p:par>
                        <p:par>
                          <p:cTn id="28" fill="hold">
                            <p:stCondLst>
                              <p:cond delay="18000"/>
                            </p:stCondLst>
                            <p:childTnLst>
                              <p:par>
                                <p:cTn id="29" presetID="10" presetClass="entr" presetSubtype="0" fill="hold" nodeType="afterEffect">
                                  <p:stCondLst>
                                    <p:cond delay="0"/>
                                  </p:stCondLst>
                                  <p:childTnLst>
                                    <p:set>
                                      <p:cBhvr>
                                        <p:cTn id="30" dur="1" fill="hold">
                                          <p:stCondLst>
                                            <p:cond delay="0"/>
                                          </p:stCondLst>
                                        </p:cTn>
                                        <p:tgtEl>
                                          <p:spTgt spid="111">
                                            <p:txEl>
                                              <p:pRg st="5" end="5"/>
                                            </p:txEl>
                                          </p:spTgt>
                                        </p:tgtEl>
                                        <p:attrNameLst>
                                          <p:attrName>style.visibility</p:attrName>
                                        </p:attrNameLst>
                                      </p:cBhvr>
                                      <p:to>
                                        <p:strVal val="visible"/>
                                      </p:to>
                                    </p:set>
                                    <p:animEffect transition="in" filter="fade">
                                      <p:cBhvr>
                                        <p:cTn id="31" dur="3000"/>
                                        <p:tgtEl>
                                          <p:spTgt spid="111">
                                            <p:txEl>
                                              <p:pRg st="5" end="5"/>
                                            </p:txEl>
                                          </p:spTgt>
                                        </p:tgtEl>
                                      </p:cBhvr>
                                    </p:animEffect>
                                  </p:childTnLst>
                                </p:cTn>
                              </p:par>
                            </p:childTnLst>
                          </p:cTn>
                        </p:par>
                        <p:par>
                          <p:cTn id="32" fill="hold">
                            <p:stCondLst>
                              <p:cond delay="21000"/>
                            </p:stCondLst>
                            <p:childTnLst>
                              <p:par>
                                <p:cTn id="33" presetID="10" presetClass="entr" presetSubtype="0" fill="hold" nodeType="afterEffect">
                                  <p:stCondLst>
                                    <p:cond delay="0"/>
                                  </p:stCondLst>
                                  <p:childTnLst>
                                    <p:set>
                                      <p:cBhvr>
                                        <p:cTn id="34" dur="1" fill="hold">
                                          <p:stCondLst>
                                            <p:cond delay="0"/>
                                          </p:stCondLst>
                                        </p:cTn>
                                        <p:tgtEl>
                                          <p:spTgt spid="111">
                                            <p:txEl>
                                              <p:pRg st="6" end="6"/>
                                            </p:txEl>
                                          </p:spTgt>
                                        </p:tgtEl>
                                        <p:attrNameLst>
                                          <p:attrName>style.visibility</p:attrName>
                                        </p:attrNameLst>
                                      </p:cBhvr>
                                      <p:to>
                                        <p:strVal val="visible"/>
                                      </p:to>
                                    </p:set>
                                    <p:animEffect transition="in" filter="fade">
                                      <p:cBhvr>
                                        <p:cTn id="35" dur="3000"/>
                                        <p:tgtEl>
                                          <p:spTgt spid="111">
                                            <p:txEl>
                                              <p:pRg st="6" end="6"/>
                                            </p:txEl>
                                          </p:spTgt>
                                        </p:tgtEl>
                                      </p:cBhvr>
                                    </p:animEffect>
                                  </p:childTnLst>
                                </p:cTn>
                              </p:par>
                            </p:childTnLst>
                          </p:cTn>
                        </p:par>
                        <p:par>
                          <p:cTn id="36" fill="hold">
                            <p:stCondLst>
                              <p:cond delay="24000"/>
                            </p:stCondLst>
                            <p:childTnLst>
                              <p:par>
                                <p:cTn id="37" presetID="10" presetClass="entr" presetSubtype="0" fill="hold" nodeType="afterEffect">
                                  <p:stCondLst>
                                    <p:cond delay="0"/>
                                  </p:stCondLst>
                                  <p:childTnLst>
                                    <p:set>
                                      <p:cBhvr>
                                        <p:cTn id="38" dur="1" fill="hold">
                                          <p:stCondLst>
                                            <p:cond delay="0"/>
                                          </p:stCondLst>
                                        </p:cTn>
                                        <p:tgtEl>
                                          <p:spTgt spid="112"/>
                                        </p:tgtEl>
                                        <p:attrNameLst>
                                          <p:attrName>style.visibility</p:attrName>
                                        </p:attrNameLst>
                                      </p:cBhvr>
                                      <p:to>
                                        <p:strVal val="visible"/>
                                      </p:to>
                                    </p:set>
                                    <p:animEffect transition="in" filter="fade">
                                      <p:cBhvr>
                                        <p:cTn id="39" dur="1000"/>
                                        <p:tgtEl>
                                          <p:spTgt spid="112"/>
                                        </p:tgtEl>
                                      </p:cBhvr>
                                    </p:animEffect>
                                  </p:childTnLst>
                                </p:cTn>
                              </p:par>
                            </p:childTnLst>
                          </p:cTn>
                        </p:par>
                        <p:par>
                          <p:cTn id="40" fill="hold">
                            <p:stCondLst>
                              <p:cond delay="25000"/>
                            </p:stCondLst>
                            <p:childTnLst>
                              <p:par>
                                <p:cTn id="41" presetID="10" presetClass="entr" presetSubtype="0" fill="hold" nodeType="afterEffect">
                                  <p:stCondLst>
                                    <p:cond delay="0"/>
                                  </p:stCondLst>
                                  <p:childTnLst>
                                    <p:set>
                                      <p:cBhvr>
                                        <p:cTn id="42" dur="1" fill="hold">
                                          <p:stCondLst>
                                            <p:cond delay="0"/>
                                          </p:stCondLst>
                                        </p:cTn>
                                        <p:tgtEl>
                                          <p:spTgt spid="113"/>
                                        </p:tgtEl>
                                        <p:attrNameLst>
                                          <p:attrName>style.visibility</p:attrName>
                                        </p:attrNameLst>
                                      </p:cBhvr>
                                      <p:to>
                                        <p:strVal val="visible"/>
                                      </p:to>
                                    </p:set>
                                    <p:animEffect transition="in" filter="fade">
                                      <p:cBhvr>
                                        <p:cTn id="43" dur="10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8"/>
        <p:cNvGrpSpPr/>
        <p:nvPr/>
      </p:nvGrpSpPr>
      <p:grpSpPr>
        <a:xfrm>
          <a:off x="0" y="0"/>
          <a:ext cx="0" cy="0"/>
          <a:chOff x="0" y="0"/>
          <a:chExt cx="0" cy="0"/>
        </a:xfrm>
      </p:grpSpPr>
      <p:sp>
        <p:nvSpPr>
          <p:cNvPr id="119" name="Google Shape;119;p3">
            <a:hlinkClick r:id="rId4" action="ppaction://hlinksldjump"/>
          </p:cNvPr>
          <p:cNvSpPr txBox="1"/>
          <p:nvPr/>
        </p:nvSpPr>
        <p:spPr>
          <a:xfrm>
            <a:off x="381000" y="578882"/>
            <a:ext cx="6096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1</a:t>
            </a:r>
            <a:endParaRPr sz="1400" b="0" i="0" u="none" strike="noStrike" cap="none">
              <a:solidFill>
                <a:srgbClr val="000000"/>
              </a:solidFill>
              <a:latin typeface="Arial"/>
              <a:ea typeface="Arial"/>
              <a:cs typeface="Arial"/>
              <a:sym typeface="Arial"/>
            </a:endParaRPr>
          </a:p>
        </p:txBody>
      </p:sp>
      <p:sp>
        <p:nvSpPr>
          <p:cNvPr id="120" name="Google Shape;120;p3">
            <a:hlinkClick r:id="rId5" action="ppaction://hlinksldjump"/>
          </p:cNvPr>
          <p:cNvSpPr txBox="1"/>
          <p:nvPr/>
        </p:nvSpPr>
        <p:spPr>
          <a:xfrm>
            <a:off x="1333500" y="578882"/>
            <a:ext cx="6096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2</a:t>
            </a:r>
            <a:endParaRPr sz="1400" b="0" i="0" u="none" strike="noStrike" cap="none">
              <a:solidFill>
                <a:srgbClr val="000000"/>
              </a:solidFill>
              <a:latin typeface="Arial"/>
              <a:ea typeface="Arial"/>
              <a:cs typeface="Arial"/>
              <a:sym typeface="Arial"/>
            </a:endParaRPr>
          </a:p>
        </p:txBody>
      </p:sp>
      <p:sp>
        <p:nvSpPr>
          <p:cNvPr id="121" name="Google Shape;121;p3">
            <a:hlinkClick r:id="rId6" action="ppaction://hlinksldjump"/>
          </p:cNvPr>
          <p:cNvSpPr txBox="1"/>
          <p:nvPr/>
        </p:nvSpPr>
        <p:spPr>
          <a:xfrm>
            <a:off x="1333500" y="1645682"/>
            <a:ext cx="6096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4</a:t>
            </a:r>
            <a:endParaRPr sz="1400" b="0" i="0" u="none" strike="noStrike" cap="none">
              <a:solidFill>
                <a:srgbClr val="000000"/>
              </a:solidFill>
              <a:latin typeface="Arial"/>
              <a:ea typeface="Arial"/>
              <a:cs typeface="Arial"/>
              <a:sym typeface="Arial"/>
            </a:endParaRPr>
          </a:p>
        </p:txBody>
      </p:sp>
      <p:sp>
        <p:nvSpPr>
          <p:cNvPr id="122" name="Google Shape;122;p3">
            <a:hlinkClick r:id="rId7" action="ppaction://hlinksldjump"/>
          </p:cNvPr>
          <p:cNvSpPr txBox="1"/>
          <p:nvPr/>
        </p:nvSpPr>
        <p:spPr>
          <a:xfrm>
            <a:off x="381000" y="1645682"/>
            <a:ext cx="6096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3</a:t>
            </a:r>
            <a:endParaRPr sz="1400" b="0" i="0" u="none" strike="noStrike" cap="none">
              <a:solidFill>
                <a:srgbClr val="000000"/>
              </a:solidFill>
              <a:latin typeface="Arial"/>
              <a:ea typeface="Arial"/>
              <a:cs typeface="Arial"/>
              <a:sym typeface="Arial"/>
            </a:endParaRPr>
          </a:p>
        </p:txBody>
      </p:sp>
      <p:sp>
        <p:nvSpPr>
          <p:cNvPr id="123" name="Google Shape;123;p3">
            <a:hlinkClick r:id="rId8" action="ppaction://hlinksldjump"/>
          </p:cNvPr>
          <p:cNvSpPr txBox="1"/>
          <p:nvPr/>
        </p:nvSpPr>
        <p:spPr>
          <a:xfrm>
            <a:off x="6858000" y="578882"/>
            <a:ext cx="6096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5</a:t>
            </a:r>
            <a:endParaRPr sz="1400" b="0" i="0" u="none" strike="noStrike" cap="none">
              <a:solidFill>
                <a:srgbClr val="000000"/>
              </a:solidFill>
              <a:latin typeface="Arial"/>
              <a:ea typeface="Arial"/>
              <a:cs typeface="Arial"/>
              <a:sym typeface="Arial"/>
            </a:endParaRPr>
          </a:p>
        </p:txBody>
      </p:sp>
      <p:sp>
        <p:nvSpPr>
          <p:cNvPr id="124" name="Google Shape;124;p3">
            <a:hlinkClick r:id="rId9" action="ppaction://hlinksldjump"/>
          </p:cNvPr>
          <p:cNvSpPr txBox="1"/>
          <p:nvPr/>
        </p:nvSpPr>
        <p:spPr>
          <a:xfrm>
            <a:off x="7886700" y="578882"/>
            <a:ext cx="6096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6</a:t>
            </a:r>
            <a:endParaRPr sz="1400" b="0" i="0" u="none" strike="noStrike" cap="none">
              <a:solidFill>
                <a:srgbClr val="000000"/>
              </a:solidFill>
              <a:latin typeface="Arial"/>
              <a:ea typeface="Arial"/>
              <a:cs typeface="Arial"/>
              <a:sym typeface="Arial"/>
            </a:endParaRPr>
          </a:p>
        </p:txBody>
      </p:sp>
      <p:sp>
        <p:nvSpPr>
          <p:cNvPr id="125" name="Google Shape;125;p3">
            <a:hlinkClick r:id="rId10" action="ppaction://hlinksldjump"/>
          </p:cNvPr>
          <p:cNvSpPr txBox="1"/>
          <p:nvPr/>
        </p:nvSpPr>
        <p:spPr>
          <a:xfrm>
            <a:off x="6858000" y="1645682"/>
            <a:ext cx="6096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7</a:t>
            </a:r>
            <a:endParaRPr sz="1400" b="0" i="0" u="none" strike="noStrike" cap="none">
              <a:solidFill>
                <a:srgbClr val="000000"/>
              </a:solidFill>
              <a:latin typeface="Arial"/>
              <a:ea typeface="Arial"/>
              <a:cs typeface="Arial"/>
              <a:sym typeface="Arial"/>
            </a:endParaRPr>
          </a:p>
        </p:txBody>
      </p:sp>
      <p:sp>
        <p:nvSpPr>
          <p:cNvPr id="126" name="Google Shape;126;p3">
            <a:hlinkClick r:id="rId11" action="ppaction://hlinksldjump"/>
          </p:cNvPr>
          <p:cNvSpPr txBox="1"/>
          <p:nvPr/>
        </p:nvSpPr>
        <p:spPr>
          <a:xfrm>
            <a:off x="7886700" y="1645682"/>
            <a:ext cx="6096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8</a:t>
            </a:r>
            <a:endParaRPr sz="1400" b="0" i="0" u="none" strike="noStrike" cap="none">
              <a:solidFill>
                <a:srgbClr val="000000"/>
              </a:solidFill>
              <a:latin typeface="Arial"/>
              <a:ea typeface="Arial"/>
              <a:cs typeface="Arial"/>
              <a:sym typeface="Arial"/>
            </a:endParaRPr>
          </a:p>
        </p:txBody>
      </p:sp>
      <p:sp>
        <p:nvSpPr>
          <p:cNvPr id="127" name="Google Shape;127;p3">
            <a:hlinkClick r:id="rId12" action="ppaction://hlinksldjump"/>
          </p:cNvPr>
          <p:cNvSpPr txBox="1"/>
          <p:nvPr/>
        </p:nvSpPr>
        <p:spPr>
          <a:xfrm>
            <a:off x="311725" y="4179150"/>
            <a:ext cx="8886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11</a:t>
            </a:r>
            <a:endParaRPr sz="1400" b="0" i="0" u="none" strike="noStrike" cap="none">
              <a:solidFill>
                <a:srgbClr val="000000"/>
              </a:solidFill>
              <a:latin typeface="Arial"/>
              <a:ea typeface="Arial"/>
              <a:cs typeface="Arial"/>
              <a:sym typeface="Arial"/>
            </a:endParaRPr>
          </a:p>
        </p:txBody>
      </p:sp>
      <p:sp>
        <p:nvSpPr>
          <p:cNvPr id="128" name="Google Shape;128;p3">
            <a:hlinkClick r:id="rId13" action="ppaction://hlinksldjump"/>
          </p:cNvPr>
          <p:cNvSpPr txBox="1"/>
          <p:nvPr/>
        </p:nvSpPr>
        <p:spPr>
          <a:xfrm>
            <a:off x="1333500" y="4179150"/>
            <a:ext cx="9525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12</a:t>
            </a:r>
            <a:endParaRPr sz="1400" b="0" i="0" u="none" strike="noStrike" cap="none">
              <a:solidFill>
                <a:srgbClr val="000000"/>
              </a:solidFill>
              <a:latin typeface="Arial"/>
              <a:ea typeface="Arial"/>
              <a:cs typeface="Arial"/>
              <a:sym typeface="Arial"/>
            </a:endParaRPr>
          </a:p>
        </p:txBody>
      </p:sp>
      <p:sp>
        <p:nvSpPr>
          <p:cNvPr id="129" name="Google Shape;129;p3">
            <a:hlinkClick r:id="rId14" action="ppaction://hlinksldjump"/>
          </p:cNvPr>
          <p:cNvSpPr txBox="1"/>
          <p:nvPr/>
        </p:nvSpPr>
        <p:spPr>
          <a:xfrm>
            <a:off x="6686550" y="3105425"/>
            <a:ext cx="9525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13</a:t>
            </a:r>
            <a:endParaRPr sz="1400" b="0" i="0" u="none" strike="noStrike" cap="none">
              <a:solidFill>
                <a:srgbClr val="000000"/>
              </a:solidFill>
              <a:latin typeface="Arial"/>
              <a:ea typeface="Arial"/>
              <a:cs typeface="Arial"/>
              <a:sym typeface="Arial"/>
            </a:endParaRPr>
          </a:p>
        </p:txBody>
      </p:sp>
      <p:sp>
        <p:nvSpPr>
          <p:cNvPr id="130" name="Google Shape;130;p3">
            <a:hlinkClick r:id="rId15" action="ppaction://hlinksldjump"/>
          </p:cNvPr>
          <p:cNvSpPr txBox="1"/>
          <p:nvPr/>
        </p:nvSpPr>
        <p:spPr>
          <a:xfrm>
            <a:off x="7735775" y="3105425"/>
            <a:ext cx="10500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14</a:t>
            </a:r>
            <a:endParaRPr sz="1400" b="0" i="0" u="none" strike="noStrike" cap="none">
              <a:solidFill>
                <a:srgbClr val="000000"/>
              </a:solidFill>
              <a:latin typeface="Arial"/>
              <a:ea typeface="Arial"/>
              <a:cs typeface="Arial"/>
              <a:sym typeface="Arial"/>
            </a:endParaRPr>
          </a:p>
        </p:txBody>
      </p:sp>
      <p:sp>
        <p:nvSpPr>
          <p:cNvPr id="131" name="Google Shape;131;p3">
            <a:hlinkClick r:id="rId16" action="ppaction://hlinksldjump"/>
          </p:cNvPr>
          <p:cNvSpPr txBox="1"/>
          <p:nvPr/>
        </p:nvSpPr>
        <p:spPr>
          <a:xfrm>
            <a:off x="476850" y="3186725"/>
            <a:ext cx="8886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9</a:t>
            </a:r>
            <a:endParaRPr sz="1400" b="0" i="0" u="none" strike="noStrike" cap="none">
              <a:solidFill>
                <a:srgbClr val="000000"/>
              </a:solidFill>
              <a:latin typeface="Arial"/>
              <a:ea typeface="Arial"/>
              <a:cs typeface="Arial"/>
              <a:sym typeface="Arial"/>
            </a:endParaRPr>
          </a:p>
        </p:txBody>
      </p:sp>
      <p:sp>
        <p:nvSpPr>
          <p:cNvPr id="132" name="Google Shape;132;p3">
            <a:hlinkClick r:id="rId17" action="ppaction://hlinksldjump"/>
          </p:cNvPr>
          <p:cNvSpPr txBox="1"/>
          <p:nvPr/>
        </p:nvSpPr>
        <p:spPr>
          <a:xfrm>
            <a:off x="1365450" y="3186725"/>
            <a:ext cx="8886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10</a:t>
            </a:r>
            <a:endParaRPr sz="1400" b="0" i="0" u="none" strike="noStrike" cap="none">
              <a:solidFill>
                <a:srgbClr val="000000"/>
              </a:solidFill>
              <a:latin typeface="Arial"/>
              <a:ea typeface="Arial"/>
              <a:cs typeface="Arial"/>
              <a:sym typeface="Arial"/>
            </a:endParaRPr>
          </a:p>
        </p:txBody>
      </p:sp>
      <p:sp>
        <p:nvSpPr>
          <p:cNvPr id="133" name="Google Shape;133;p3"/>
          <p:cNvSpPr txBox="1"/>
          <p:nvPr/>
        </p:nvSpPr>
        <p:spPr>
          <a:xfrm>
            <a:off x="6718500" y="4179150"/>
            <a:ext cx="8886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15</a:t>
            </a:r>
            <a:endParaRPr sz="1400" b="0" i="0" u="none" strike="noStrike" cap="none">
              <a:solidFill>
                <a:srgbClr val="000000"/>
              </a:solidFill>
              <a:latin typeface="Arial"/>
              <a:ea typeface="Arial"/>
              <a:cs typeface="Arial"/>
              <a:sym typeface="Arial"/>
            </a:endParaRPr>
          </a:p>
        </p:txBody>
      </p:sp>
      <p:sp>
        <p:nvSpPr>
          <p:cNvPr id="134" name="Google Shape;134;p3">
            <a:hlinkClick r:id="rId18" action="ppaction://hlinksldjump"/>
          </p:cNvPr>
          <p:cNvSpPr txBox="1"/>
          <p:nvPr/>
        </p:nvSpPr>
        <p:spPr>
          <a:xfrm>
            <a:off x="7816475" y="4179150"/>
            <a:ext cx="8886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16</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19"/>
                                        </p:tgtEl>
                                      </p:cBhvr>
                                    </p:animEffect>
                                    <p:set>
                                      <p:cBhvr>
                                        <p:cTn id="7" dur="1" fill="hold">
                                          <p:stCondLst>
                                            <p:cond delay="500"/>
                                          </p:stCondLst>
                                        </p:cTn>
                                        <p:tgtEl>
                                          <p:spTgt spid="11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120"/>
                                        </p:tgtEl>
                                      </p:cBhvr>
                                    </p:animEffect>
                                    <p:set>
                                      <p:cBhvr>
                                        <p:cTn id="12" dur="1" fill="hold">
                                          <p:stCondLst>
                                            <p:cond delay="500"/>
                                          </p:stCondLst>
                                        </p:cTn>
                                        <p:tgtEl>
                                          <p:spTgt spid="12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121"/>
                                        </p:tgtEl>
                                      </p:cBhvr>
                                    </p:animEffect>
                                    <p:set>
                                      <p:cBhvr>
                                        <p:cTn id="17" dur="1" fill="hold">
                                          <p:stCondLst>
                                            <p:cond delay="500"/>
                                          </p:stCondLst>
                                        </p:cTn>
                                        <p:tgtEl>
                                          <p:spTgt spid="121"/>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500"/>
                                        <p:tgtEl>
                                          <p:spTgt spid="122"/>
                                        </p:tgtEl>
                                      </p:cBhvr>
                                    </p:animEffect>
                                    <p:set>
                                      <p:cBhvr>
                                        <p:cTn id="22" dur="1" fill="hold">
                                          <p:stCondLst>
                                            <p:cond delay="500"/>
                                          </p:stCondLst>
                                        </p:cTn>
                                        <p:tgtEl>
                                          <p:spTgt spid="12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500"/>
                                        <p:tgtEl>
                                          <p:spTgt spid="123"/>
                                        </p:tgtEl>
                                      </p:cBhvr>
                                    </p:animEffect>
                                    <p:set>
                                      <p:cBhvr>
                                        <p:cTn id="27" dur="1" fill="hold">
                                          <p:stCondLst>
                                            <p:cond delay="500"/>
                                          </p:stCondLst>
                                        </p:cTn>
                                        <p:tgtEl>
                                          <p:spTgt spid="123"/>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500"/>
                                        <p:tgtEl>
                                          <p:spTgt spid="124"/>
                                        </p:tgtEl>
                                      </p:cBhvr>
                                    </p:animEffect>
                                    <p:set>
                                      <p:cBhvr>
                                        <p:cTn id="32" dur="1" fill="hold">
                                          <p:stCondLst>
                                            <p:cond delay="500"/>
                                          </p:stCondLst>
                                        </p:cTn>
                                        <p:tgtEl>
                                          <p:spTgt spid="124"/>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nodeType="clickEffect">
                                  <p:stCondLst>
                                    <p:cond delay="0"/>
                                  </p:stCondLst>
                                  <p:childTnLst>
                                    <p:animEffect transition="out" filter="fade">
                                      <p:cBhvr>
                                        <p:cTn id="36" dur="500"/>
                                        <p:tgtEl>
                                          <p:spTgt spid="125"/>
                                        </p:tgtEl>
                                      </p:cBhvr>
                                    </p:animEffect>
                                    <p:set>
                                      <p:cBhvr>
                                        <p:cTn id="37" dur="1" fill="hold">
                                          <p:stCondLst>
                                            <p:cond delay="500"/>
                                          </p:stCondLst>
                                        </p:cTn>
                                        <p:tgtEl>
                                          <p:spTgt spid="125"/>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nodeType="clickEffect">
                                  <p:stCondLst>
                                    <p:cond delay="0"/>
                                  </p:stCondLst>
                                  <p:childTnLst>
                                    <p:animEffect transition="out" filter="fade">
                                      <p:cBhvr>
                                        <p:cTn id="41" dur="500"/>
                                        <p:tgtEl>
                                          <p:spTgt spid="126"/>
                                        </p:tgtEl>
                                      </p:cBhvr>
                                    </p:animEffect>
                                    <p:set>
                                      <p:cBhvr>
                                        <p:cTn id="42" dur="1" fill="hold">
                                          <p:stCondLst>
                                            <p:cond delay="500"/>
                                          </p:stCondLst>
                                        </p:cTn>
                                        <p:tgtEl>
                                          <p:spTgt spid="126"/>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nodeType="clickEffect">
                                  <p:stCondLst>
                                    <p:cond delay="0"/>
                                  </p:stCondLst>
                                  <p:childTnLst>
                                    <p:animEffect transition="out" filter="fade">
                                      <p:cBhvr>
                                        <p:cTn id="46" dur="500"/>
                                        <p:tgtEl>
                                          <p:spTgt spid="127"/>
                                        </p:tgtEl>
                                      </p:cBhvr>
                                    </p:animEffect>
                                    <p:set>
                                      <p:cBhvr>
                                        <p:cTn id="47" dur="1" fill="hold">
                                          <p:stCondLst>
                                            <p:cond delay="500"/>
                                          </p:stCondLst>
                                        </p:cTn>
                                        <p:tgtEl>
                                          <p:spTgt spid="127"/>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nodeType="clickEffect">
                                  <p:stCondLst>
                                    <p:cond delay="0"/>
                                  </p:stCondLst>
                                  <p:childTnLst>
                                    <p:animEffect transition="out" filter="fade">
                                      <p:cBhvr>
                                        <p:cTn id="51" dur="500"/>
                                        <p:tgtEl>
                                          <p:spTgt spid="128"/>
                                        </p:tgtEl>
                                      </p:cBhvr>
                                    </p:animEffect>
                                    <p:set>
                                      <p:cBhvr>
                                        <p:cTn id="52" dur="1" fill="hold">
                                          <p:stCondLst>
                                            <p:cond delay="500"/>
                                          </p:stCondLst>
                                        </p:cTn>
                                        <p:tgtEl>
                                          <p:spTgt spid="128"/>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nodeType="clickEffect">
                                  <p:stCondLst>
                                    <p:cond delay="0"/>
                                  </p:stCondLst>
                                  <p:childTnLst>
                                    <p:animEffect transition="out" filter="fade">
                                      <p:cBhvr>
                                        <p:cTn id="56" dur="500"/>
                                        <p:tgtEl>
                                          <p:spTgt spid="129"/>
                                        </p:tgtEl>
                                      </p:cBhvr>
                                    </p:animEffect>
                                    <p:set>
                                      <p:cBhvr>
                                        <p:cTn id="57" dur="1" fill="hold">
                                          <p:stCondLst>
                                            <p:cond delay="500"/>
                                          </p:stCondLst>
                                        </p:cTn>
                                        <p:tgtEl>
                                          <p:spTgt spid="129"/>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0" presetClass="exit" presetSubtype="0" fill="hold" nodeType="clickEffect">
                                  <p:stCondLst>
                                    <p:cond delay="0"/>
                                  </p:stCondLst>
                                  <p:childTnLst>
                                    <p:animEffect transition="out" filter="fade">
                                      <p:cBhvr>
                                        <p:cTn id="61" dur="500"/>
                                        <p:tgtEl>
                                          <p:spTgt spid="130"/>
                                        </p:tgtEl>
                                      </p:cBhvr>
                                    </p:animEffect>
                                    <p:set>
                                      <p:cBhvr>
                                        <p:cTn id="62" dur="1" fill="hold">
                                          <p:stCondLst>
                                            <p:cond delay="500"/>
                                          </p:stCondLst>
                                        </p:cTn>
                                        <p:tgtEl>
                                          <p:spTgt spid="130"/>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0" presetClass="exit" presetSubtype="0" fill="hold" nodeType="clickEffect">
                                  <p:stCondLst>
                                    <p:cond delay="0"/>
                                  </p:stCondLst>
                                  <p:childTnLst>
                                    <p:animEffect transition="out" filter="fade">
                                      <p:cBhvr>
                                        <p:cTn id="66" dur="500"/>
                                        <p:tgtEl>
                                          <p:spTgt spid="131"/>
                                        </p:tgtEl>
                                      </p:cBhvr>
                                    </p:animEffect>
                                    <p:set>
                                      <p:cBhvr>
                                        <p:cTn id="67" dur="1" fill="hold">
                                          <p:stCondLst>
                                            <p:cond delay="500"/>
                                          </p:stCondLst>
                                        </p:cTn>
                                        <p:tgtEl>
                                          <p:spTgt spid="131"/>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0" presetClass="exit" presetSubtype="0" fill="hold" nodeType="clickEffect">
                                  <p:stCondLst>
                                    <p:cond delay="0"/>
                                  </p:stCondLst>
                                  <p:childTnLst>
                                    <p:animEffect transition="out" filter="fade">
                                      <p:cBhvr>
                                        <p:cTn id="71" dur="500"/>
                                        <p:tgtEl>
                                          <p:spTgt spid="132"/>
                                        </p:tgtEl>
                                      </p:cBhvr>
                                    </p:animEffect>
                                    <p:set>
                                      <p:cBhvr>
                                        <p:cTn id="72" dur="1" fill="hold">
                                          <p:stCondLst>
                                            <p:cond delay="500"/>
                                          </p:stCondLst>
                                        </p:cTn>
                                        <p:tgtEl>
                                          <p:spTgt spid="132"/>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10" presetClass="exit" presetSubtype="0" fill="hold" nodeType="clickEffect">
                                  <p:stCondLst>
                                    <p:cond delay="0"/>
                                  </p:stCondLst>
                                  <p:childTnLst>
                                    <p:animEffect transition="out" filter="fade">
                                      <p:cBhvr>
                                        <p:cTn id="76" dur="500"/>
                                        <p:tgtEl>
                                          <p:spTgt spid="133"/>
                                        </p:tgtEl>
                                      </p:cBhvr>
                                    </p:animEffect>
                                    <p:set>
                                      <p:cBhvr>
                                        <p:cTn id="77" dur="1" fill="hold">
                                          <p:stCondLst>
                                            <p:cond delay="500"/>
                                          </p:stCondLst>
                                        </p:cTn>
                                        <p:tgtEl>
                                          <p:spTgt spid="133"/>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10" presetClass="exit" presetSubtype="0" fill="hold" nodeType="clickEffect">
                                  <p:stCondLst>
                                    <p:cond delay="0"/>
                                  </p:stCondLst>
                                  <p:childTnLst>
                                    <p:animEffect transition="out" filter="fade">
                                      <p:cBhvr>
                                        <p:cTn id="81" dur="500"/>
                                        <p:tgtEl>
                                          <p:spTgt spid="134"/>
                                        </p:tgtEl>
                                      </p:cBhvr>
                                    </p:animEffect>
                                    <p:set>
                                      <p:cBhvr>
                                        <p:cTn id="82" dur="1" fill="hold">
                                          <p:stCondLst>
                                            <p:cond delay="500"/>
                                          </p:stCondLst>
                                        </p:cTn>
                                        <p:tgtEl>
                                          <p:spTgt spid="1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9"/>
        <p:cNvGrpSpPr/>
        <p:nvPr/>
      </p:nvGrpSpPr>
      <p:grpSpPr>
        <a:xfrm>
          <a:off x="0" y="0"/>
          <a:ext cx="0" cy="0"/>
          <a:chOff x="0" y="0"/>
          <a:chExt cx="0" cy="0"/>
        </a:xfrm>
      </p:grpSpPr>
      <p:grpSp>
        <p:nvGrpSpPr>
          <p:cNvPr id="140" name="Google Shape;140;p4"/>
          <p:cNvGrpSpPr/>
          <p:nvPr/>
        </p:nvGrpSpPr>
        <p:grpSpPr>
          <a:xfrm>
            <a:off x="152400" y="3488932"/>
            <a:ext cx="1155243" cy="1559318"/>
            <a:chOff x="3641271" y="933450"/>
            <a:chExt cx="1213758" cy="1638300"/>
          </a:xfrm>
        </p:grpSpPr>
        <p:pic>
          <p:nvPicPr>
            <p:cNvPr id="141" name="Google Shape;141;p4" descr="Image result for wax seal">
              <a:hlinkClick r:id="rId4" action="ppaction://hlinksldjump"/>
            </p:cNvPr>
            <p:cNvPicPr preferRelativeResize="0"/>
            <p:nvPr/>
          </p:nvPicPr>
          <p:blipFill rotWithShape="1">
            <a:blip r:embed="rId5">
              <a:alphaModFix/>
            </a:blip>
            <a:srcRect l="21039" t="10909" r="21038" b="10908"/>
            <a:stretch/>
          </p:blipFill>
          <p:spPr>
            <a:xfrm>
              <a:off x="3641271" y="933450"/>
              <a:ext cx="1213758" cy="1638300"/>
            </a:xfrm>
            <a:prstGeom prst="rect">
              <a:avLst/>
            </a:prstGeom>
            <a:noFill/>
            <a:ln>
              <a:noFill/>
            </a:ln>
          </p:spPr>
        </p:pic>
        <p:pic>
          <p:nvPicPr>
            <p:cNvPr id="142" name="Google Shape;142;p4" descr="Image result for hogwarts crest">
              <a:hlinkClick r:id="rId4" action="ppaction://hlinksldjump"/>
            </p:cNvPr>
            <p:cNvPicPr preferRelativeResize="0"/>
            <p:nvPr/>
          </p:nvPicPr>
          <p:blipFill rotWithShape="1">
            <a:blip r:embed="rId6">
              <a:alphaModFix/>
            </a:blip>
            <a:srcRect l="16621" t="10619" r="13221" b="17354"/>
            <a:stretch/>
          </p:blipFill>
          <p:spPr>
            <a:xfrm>
              <a:off x="3905250" y="1073704"/>
              <a:ext cx="685800" cy="751286"/>
            </a:xfrm>
            <a:prstGeom prst="ellipse">
              <a:avLst/>
            </a:prstGeom>
            <a:noFill/>
            <a:ln>
              <a:noFill/>
            </a:ln>
          </p:spPr>
        </p:pic>
      </p:grpSp>
      <p:grpSp>
        <p:nvGrpSpPr>
          <p:cNvPr id="143" name="Google Shape;143;p4"/>
          <p:cNvGrpSpPr/>
          <p:nvPr/>
        </p:nvGrpSpPr>
        <p:grpSpPr>
          <a:xfrm>
            <a:off x="7772400" y="3452668"/>
            <a:ext cx="1219200" cy="1595582"/>
            <a:chOff x="950617" y="914400"/>
            <a:chExt cx="1280954" cy="1676400"/>
          </a:xfrm>
        </p:grpSpPr>
        <p:pic>
          <p:nvPicPr>
            <p:cNvPr id="144" name="Google Shape;144;p4" descr="Image result for wax seal"/>
            <p:cNvPicPr preferRelativeResize="0"/>
            <p:nvPr/>
          </p:nvPicPr>
          <p:blipFill rotWithShape="1">
            <a:blip r:embed="rId7">
              <a:alphaModFix/>
            </a:blip>
            <a:srcRect l="19436" t="10000" r="19435" b="10000"/>
            <a:stretch/>
          </p:blipFill>
          <p:spPr>
            <a:xfrm>
              <a:off x="950617" y="914400"/>
              <a:ext cx="1280954" cy="1676400"/>
            </a:xfrm>
            <a:prstGeom prst="rect">
              <a:avLst/>
            </a:prstGeom>
            <a:noFill/>
            <a:ln>
              <a:noFill/>
            </a:ln>
          </p:spPr>
        </p:pic>
        <p:pic>
          <p:nvPicPr>
            <p:cNvPr id="145" name="Google Shape;145;p4" descr="Image result for hogwarts crest"/>
            <p:cNvPicPr preferRelativeResize="0"/>
            <p:nvPr/>
          </p:nvPicPr>
          <p:blipFill rotWithShape="1">
            <a:blip r:embed="rId8">
              <a:alphaModFix/>
            </a:blip>
            <a:srcRect l="16621" t="10619" r="13221" b="17354"/>
            <a:stretch/>
          </p:blipFill>
          <p:spPr>
            <a:xfrm>
              <a:off x="1248194" y="1073704"/>
              <a:ext cx="685800" cy="751286"/>
            </a:xfrm>
            <a:prstGeom prst="ellipse">
              <a:avLst/>
            </a:prstGeom>
            <a:noFill/>
            <a:ln>
              <a:noFill/>
            </a:ln>
          </p:spPr>
        </p:pic>
      </p:grpSp>
      <p:sp>
        <p:nvSpPr>
          <p:cNvPr id="146" name="Google Shape;146;p4"/>
          <p:cNvSpPr txBox="1"/>
          <p:nvPr/>
        </p:nvSpPr>
        <p:spPr>
          <a:xfrm>
            <a:off x="1407435" y="3748444"/>
            <a:ext cx="6265200" cy="6309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3500" b="1">
                <a:solidFill>
                  <a:srgbClr val="073763"/>
                </a:solidFill>
                <a:latin typeface="Times New Roman"/>
                <a:ea typeface="Times New Roman"/>
                <a:cs typeface="Times New Roman"/>
                <a:sym typeface="Times New Roman"/>
              </a:rPr>
              <a:t>B. Antiquity </a:t>
            </a:r>
            <a:endParaRPr sz="3500" b="1" i="0" u="none" strike="noStrike" cap="none">
              <a:solidFill>
                <a:srgbClr val="073763"/>
              </a:solidFill>
            </a:endParaRPr>
          </a:p>
        </p:txBody>
      </p:sp>
      <p:sp>
        <p:nvSpPr>
          <p:cNvPr id="147" name="Google Shape;147;p4"/>
          <p:cNvSpPr txBox="1"/>
          <p:nvPr/>
        </p:nvSpPr>
        <p:spPr>
          <a:xfrm>
            <a:off x="620675" y="516625"/>
            <a:ext cx="7838700" cy="1785600"/>
          </a:xfrm>
          <a:prstGeom prst="rect">
            <a:avLst/>
          </a:prstGeom>
          <a:noFill/>
          <a:ln>
            <a:noFill/>
          </a:ln>
        </p:spPr>
        <p:txBody>
          <a:bodyPr spcFirstLastPara="1" wrap="square" lIns="91425" tIns="45700" rIns="91425" bIns="45700" anchor="t" anchorCtr="0">
            <a:spAutoFit/>
          </a:bodyPr>
          <a:lstStyle/>
          <a:p>
            <a:pPr marL="457200" lvl="0" indent="0" algn="ctr" rtl="0">
              <a:lnSpc>
                <a:spcPct val="115000"/>
              </a:lnSpc>
              <a:spcBef>
                <a:spcPts val="1200"/>
              </a:spcBef>
              <a:spcAft>
                <a:spcPts val="0"/>
              </a:spcAft>
              <a:buNone/>
            </a:pPr>
            <a:r>
              <a:rPr lang="en-US" sz="2000" b="1">
                <a:solidFill>
                  <a:srgbClr val="980000"/>
                </a:solidFill>
                <a:latin typeface="Times New Roman"/>
                <a:ea typeface="Times New Roman"/>
                <a:cs typeface="Times New Roman"/>
                <a:sym typeface="Times New Roman"/>
              </a:rPr>
              <a:t>Question 1:</a:t>
            </a:r>
            <a:r>
              <a:rPr lang="en-US" sz="1300" b="1">
                <a:solidFill>
                  <a:schemeClr val="dk1"/>
                </a:solidFill>
                <a:latin typeface="Times New Roman"/>
                <a:ea typeface="Times New Roman"/>
                <a:cs typeface="Times New Roman"/>
                <a:sym typeface="Times New Roman"/>
              </a:rPr>
              <a:t> </a:t>
            </a:r>
            <a:r>
              <a:rPr lang="en-US" sz="2000" b="1">
                <a:solidFill>
                  <a:srgbClr val="980000"/>
                </a:solidFill>
                <a:latin typeface="Times New Roman"/>
                <a:ea typeface="Times New Roman"/>
                <a:cs typeface="Times New Roman"/>
                <a:sym typeface="Times New Roman"/>
              </a:rPr>
              <a:t>Which word matches the definition "referring to the ancient past, especially the period before the Middle Ages"?</a:t>
            </a:r>
            <a:endParaRPr sz="2000" b="1">
              <a:solidFill>
                <a:srgbClr val="980000"/>
              </a:solidFill>
              <a:latin typeface="Times New Roman"/>
              <a:ea typeface="Times New Roman"/>
              <a:cs typeface="Times New Roman"/>
              <a:sym typeface="Times New Roman"/>
            </a:endParaRPr>
          </a:p>
          <a:p>
            <a:pPr marL="457200" lvl="0" indent="0" algn="l" rtl="0">
              <a:spcBef>
                <a:spcPts val="1200"/>
              </a:spcBef>
              <a:spcAft>
                <a:spcPts val="0"/>
              </a:spcAft>
              <a:buNone/>
            </a:pPr>
            <a:endParaRPr sz="22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2200">
              <a:solidFill>
                <a:schemeClr val="dk1"/>
              </a:solidFill>
              <a:latin typeface="Times New Roman"/>
              <a:ea typeface="Times New Roman"/>
              <a:cs typeface="Times New Roman"/>
              <a:sym typeface="Times New Roman"/>
            </a:endParaRPr>
          </a:p>
        </p:txBody>
      </p:sp>
      <p:sp>
        <p:nvSpPr>
          <p:cNvPr id="148" name="Google Shape;148;p4"/>
          <p:cNvSpPr txBox="1">
            <a:spLocks noGrp="1"/>
          </p:cNvSpPr>
          <p:nvPr>
            <p:ph type="title" idx="4294967295"/>
          </p:nvPr>
        </p:nvSpPr>
        <p:spPr>
          <a:xfrm>
            <a:off x="457200" y="-10858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Question 1</a:t>
            </a:r>
            <a:endParaRPr/>
          </a:p>
        </p:txBody>
      </p:sp>
      <p:sp>
        <p:nvSpPr>
          <p:cNvPr id="149" name="Google Shape;149;p4"/>
          <p:cNvSpPr/>
          <p:nvPr/>
        </p:nvSpPr>
        <p:spPr>
          <a:xfrm>
            <a:off x="111557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1200"/>
              </a:spcBef>
              <a:spcAft>
                <a:spcPts val="1200"/>
              </a:spcAft>
              <a:buNone/>
            </a:pPr>
            <a:r>
              <a:rPr lang="en-US" sz="1800">
                <a:solidFill>
                  <a:schemeClr val="dk1"/>
                </a:solidFill>
                <a:latin typeface="Times New Roman"/>
                <a:ea typeface="Times New Roman"/>
                <a:cs typeface="Times New Roman"/>
                <a:sym typeface="Times New Roman"/>
              </a:rPr>
              <a:t>A. </a:t>
            </a:r>
            <a:r>
              <a:rPr lang="en-US" sz="2000">
                <a:solidFill>
                  <a:schemeClr val="dk1"/>
                </a:solidFill>
                <a:latin typeface="Times New Roman"/>
                <a:ea typeface="Times New Roman"/>
                <a:cs typeface="Times New Roman"/>
                <a:sym typeface="Times New Roman"/>
              </a:rPr>
              <a:t>Medieval</a:t>
            </a:r>
            <a:endParaRPr sz="2000">
              <a:latin typeface="Calibri"/>
              <a:ea typeface="Calibri"/>
              <a:cs typeface="Calibri"/>
              <a:sym typeface="Calibri"/>
            </a:endParaRPr>
          </a:p>
        </p:txBody>
      </p:sp>
      <p:sp>
        <p:nvSpPr>
          <p:cNvPr id="150" name="Google Shape;150;p4"/>
          <p:cNvSpPr/>
          <p:nvPr/>
        </p:nvSpPr>
        <p:spPr>
          <a:xfrm>
            <a:off x="1115575" y="28157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1200"/>
              </a:spcAft>
              <a:buNone/>
            </a:pPr>
            <a:r>
              <a:rPr lang="en-US" sz="1800">
                <a:solidFill>
                  <a:schemeClr val="dk1"/>
                </a:solidFill>
                <a:latin typeface="Times New Roman"/>
                <a:ea typeface="Times New Roman"/>
                <a:cs typeface="Times New Roman"/>
                <a:sym typeface="Times New Roman"/>
              </a:rPr>
              <a:t>            C. </a:t>
            </a:r>
            <a:r>
              <a:rPr lang="en-US" sz="2000">
                <a:solidFill>
                  <a:schemeClr val="dk1"/>
                </a:solidFill>
                <a:latin typeface="Times New Roman"/>
                <a:ea typeface="Times New Roman"/>
                <a:cs typeface="Times New Roman"/>
                <a:sym typeface="Times New Roman"/>
              </a:rPr>
              <a:t>Quasi</a:t>
            </a:r>
            <a:r>
              <a:rPr lang="en-US" sz="1800">
                <a:solidFill>
                  <a:schemeClr val="dk1"/>
                </a:solidFill>
                <a:latin typeface="Times New Roman"/>
                <a:ea typeface="Times New Roman"/>
                <a:cs typeface="Times New Roman"/>
                <a:sym typeface="Times New Roman"/>
              </a:rPr>
              <a:t>-</a:t>
            </a:r>
            <a:endParaRPr sz="1800">
              <a:latin typeface="Calibri"/>
              <a:ea typeface="Calibri"/>
              <a:cs typeface="Calibri"/>
              <a:sym typeface="Calibri"/>
            </a:endParaRPr>
          </a:p>
        </p:txBody>
      </p:sp>
      <p:sp>
        <p:nvSpPr>
          <p:cNvPr id="151" name="Google Shape;151;p4"/>
          <p:cNvSpPr/>
          <p:nvPr/>
        </p:nvSpPr>
        <p:spPr>
          <a:xfrm>
            <a:off x="4962025" y="28157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1200"/>
              </a:spcBef>
              <a:spcAft>
                <a:spcPts val="1200"/>
              </a:spcAft>
              <a:buNone/>
            </a:pPr>
            <a:r>
              <a:rPr lang="en-US" sz="1800">
                <a:solidFill>
                  <a:schemeClr val="dk1"/>
                </a:solidFill>
                <a:latin typeface="Times New Roman"/>
                <a:ea typeface="Times New Roman"/>
                <a:cs typeface="Times New Roman"/>
                <a:sym typeface="Times New Roman"/>
              </a:rPr>
              <a:t>D. </a:t>
            </a:r>
            <a:r>
              <a:rPr lang="en-US" sz="2000">
                <a:solidFill>
                  <a:schemeClr val="dk1"/>
                </a:solidFill>
                <a:latin typeface="Times New Roman"/>
                <a:ea typeface="Times New Roman"/>
                <a:cs typeface="Times New Roman"/>
                <a:sym typeface="Times New Roman"/>
              </a:rPr>
              <a:t>Underbelly</a:t>
            </a:r>
            <a:endParaRPr sz="2000">
              <a:latin typeface="Calibri"/>
              <a:ea typeface="Calibri"/>
              <a:cs typeface="Calibri"/>
              <a:sym typeface="Calibri"/>
            </a:endParaRPr>
          </a:p>
        </p:txBody>
      </p:sp>
      <p:sp>
        <p:nvSpPr>
          <p:cNvPr id="152" name="Google Shape;152;p4"/>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1200"/>
              </a:spcBef>
              <a:spcAft>
                <a:spcPts val="1200"/>
              </a:spcAft>
              <a:buNone/>
            </a:pPr>
            <a:r>
              <a:rPr lang="en-US" sz="1800">
                <a:solidFill>
                  <a:schemeClr val="dk1"/>
                </a:solidFill>
                <a:latin typeface="Times New Roman"/>
                <a:ea typeface="Times New Roman"/>
                <a:cs typeface="Times New Roman"/>
                <a:sym typeface="Times New Roman"/>
              </a:rPr>
              <a:t>B. Antiquity</a:t>
            </a:r>
            <a:endParaRPr sz="2000">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7"/>
                                        </p:tgtEl>
                                        <p:attrNameLst>
                                          <p:attrName>style.visibility</p:attrName>
                                        </p:attrNameLst>
                                      </p:cBhvr>
                                      <p:to>
                                        <p:strVal val="visible"/>
                                      </p:to>
                                    </p:set>
                                    <p:animEffect transition="in" filter="fade">
                                      <p:cBhvr>
                                        <p:cTn id="7" dur="2000"/>
                                        <p:tgtEl>
                                          <p:spTgt spid="14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6"/>
                                        </p:tgtEl>
                                        <p:attrNameLst>
                                          <p:attrName>style.visibility</p:attrName>
                                        </p:attrNameLst>
                                      </p:cBhvr>
                                      <p:to>
                                        <p:strVal val="visible"/>
                                      </p:to>
                                    </p:set>
                                    <p:animEffect transition="in" filter="fade">
                                      <p:cBhvr>
                                        <p:cTn id="12" dur="2000"/>
                                        <p:tgtEl>
                                          <p:spTgt spid="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7"/>
        <p:cNvGrpSpPr/>
        <p:nvPr/>
      </p:nvGrpSpPr>
      <p:grpSpPr>
        <a:xfrm>
          <a:off x="0" y="0"/>
          <a:ext cx="0" cy="0"/>
          <a:chOff x="0" y="0"/>
          <a:chExt cx="0" cy="0"/>
        </a:xfrm>
      </p:grpSpPr>
      <p:grpSp>
        <p:nvGrpSpPr>
          <p:cNvPr id="158" name="Google Shape;158;h61dc23adf5ca8e5d_1_2"/>
          <p:cNvGrpSpPr/>
          <p:nvPr/>
        </p:nvGrpSpPr>
        <p:grpSpPr>
          <a:xfrm>
            <a:off x="152436" y="3488941"/>
            <a:ext cx="1155255" cy="1559334"/>
            <a:chOff x="3641271" y="933450"/>
            <a:chExt cx="1213758" cy="1638300"/>
          </a:xfrm>
        </p:grpSpPr>
        <p:pic>
          <p:nvPicPr>
            <p:cNvPr id="159" name="Google Shape;159;h61dc23adf5ca8e5d_1_2" descr="Image result for wax seal">
              <a:hlinkClick r:id="rId4" action="ppaction://hlinksldjump"/>
            </p:cNvPr>
            <p:cNvPicPr preferRelativeResize="0"/>
            <p:nvPr/>
          </p:nvPicPr>
          <p:blipFill rotWithShape="1">
            <a:blip r:embed="rId5">
              <a:alphaModFix/>
            </a:blip>
            <a:srcRect l="21038" t="10906" r="21038" b="10914"/>
            <a:stretch/>
          </p:blipFill>
          <p:spPr>
            <a:xfrm>
              <a:off x="3641271" y="933450"/>
              <a:ext cx="1213758" cy="1638300"/>
            </a:xfrm>
            <a:prstGeom prst="rect">
              <a:avLst/>
            </a:prstGeom>
            <a:noFill/>
            <a:ln>
              <a:noFill/>
            </a:ln>
          </p:spPr>
        </p:pic>
        <p:pic>
          <p:nvPicPr>
            <p:cNvPr id="160" name="Google Shape;160;h61dc23adf5ca8e5d_1_2" descr="Image result for hogwarts crest">
              <a:hlinkClick r:id="rId4" action="ppaction://hlinksldjump"/>
            </p:cNvPr>
            <p:cNvPicPr preferRelativeResize="0"/>
            <p:nvPr/>
          </p:nvPicPr>
          <p:blipFill rotWithShape="1">
            <a:blip r:embed="rId6">
              <a:alphaModFix/>
            </a:blip>
            <a:srcRect l="16620" t="10617" r="13224" b="17358"/>
            <a:stretch/>
          </p:blipFill>
          <p:spPr>
            <a:xfrm>
              <a:off x="3905250" y="1073704"/>
              <a:ext cx="685800" cy="751200"/>
            </a:xfrm>
            <a:prstGeom prst="ellipse">
              <a:avLst/>
            </a:prstGeom>
            <a:noFill/>
            <a:ln>
              <a:noFill/>
            </a:ln>
          </p:spPr>
        </p:pic>
      </p:grpSp>
      <p:grpSp>
        <p:nvGrpSpPr>
          <p:cNvPr id="161" name="Google Shape;161;h61dc23adf5ca8e5d_1_2"/>
          <p:cNvGrpSpPr/>
          <p:nvPr/>
        </p:nvGrpSpPr>
        <p:grpSpPr>
          <a:xfrm>
            <a:off x="7772409" y="3452676"/>
            <a:ext cx="1219212" cy="1595597"/>
            <a:chOff x="950617" y="914400"/>
            <a:chExt cx="1280954" cy="1676400"/>
          </a:xfrm>
        </p:grpSpPr>
        <p:pic>
          <p:nvPicPr>
            <p:cNvPr id="162" name="Google Shape;162;h61dc23adf5ca8e5d_1_2" descr="Image result for wax seal"/>
            <p:cNvPicPr preferRelativeResize="0"/>
            <p:nvPr/>
          </p:nvPicPr>
          <p:blipFill rotWithShape="1">
            <a:blip r:embed="rId7">
              <a:alphaModFix/>
            </a:blip>
            <a:srcRect l="19439" t="10000" r="19433" b="10000"/>
            <a:stretch/>
          </p:blipFill>
          <p:spPr>
            <a:xfrm>
              <a:off x="950617" y="914400"/>
              <a:ext cx="1280954" cy="1676400"/>
            </a:xfrm>
            <a:prstGeom prst="rect">
              <a:avLst/>
            </a:prstGeom>
            <a:noFill/>
            <a:ln>
              <a:noFill/>
            </a:ln>
          </p:spPr>
        </p:pic>
        <p:pic>
          <p:nvPicPr>
            <p:cNvPr id="163" name="Google Shape;163;h61dc23adf5ca8e5d_1_2" descr="Image result for hogwarts crest"/>
            <p:cNvPicPr preferRelativeResize="0"/>
            <p:nvPr/>
          </p:nvPicPr>
          <p:blipFill rotWithShape="1">
            <a:blip r:embed="rId8">
              <a:alphaModFix/>
            </a:blip>
            <a:srcRect l="16620" t="10617" r="13224" b="17358"/>
            <a:stretch/>
          </p:blipFill>
          <p:spPr>
            <a:xfrm>
              <a:off x="1248194" y="1073704"/>
              <a:ext cx="685800" cy="751200"/>
            </a:xfrm>
            <a:prstGeom prst="ellipse">
              <a:avLst/>
            </a:prstGeom>
            <a:noFill/>
            <a:ln>
              <a:noFill/>
            </a:ln>
          </p:spPr>
        </p:pic>
      </p:grpSp>
      <p:sp>
        <p:nvSpPr>
          <p:cNvPr id="164" name="Google Shape;164;h61dc23adf5ca8e5d_1_2"/>
          <p:cNvSpPr txBox="1"/>
          <p:nvPr/>
        </p:nvSpPr>
        <p:spPr>
          <a:xfrm>
            <a:off x="1632085" y="3748444"/>
            <a:ext cx="6265200" cy="7872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2100" b="1">
                <a:solidFill>
                  <a:srgbClr val="1C4587"/>
                </a:solidFill>
                <a:latin typeface="Times New Roman"/>
                <a:ea typeface="Times New Roman"/>
                <a:cs typeface="Times New Roman"/>
                <a:sym typeface="Times New Roman"/>
              </a:rPr>
              <a:t>B. Used to show that something is almost, but not completely, the thing described</a:t>
            </a:r>
            <a:endParaRPr sz="2000" b="1">
              <a:solidFill>
                <a:srgbClr val="1C4587"/>
              </a:solidFill>
              <a:latin typeface="Times New Roman"/>
              <a:ea typeface="Times New Roman"/>
              <a:cs typeface="Times New Roman"/>
              <a:sym typeface="Times New Roman"/>
            </a:endParaRPr>
          </a:p>
        </p:txBody>
      </p:sp>
      <p:sp>
        <p:nvSpPr>
          <p:cNvPr id="165" name="Google Shape;165;h61dc23adf5ca8e5d_1_2"/>
          <p:cNvSpPr txBox="1"/>
          <p:nvPr/>
        </p:nvSpPr>
        <p:spPr>
          <a:xfrm>
            <a:off x="385900" y="577850"/>
            <a:ext cx="8605800" cy="143160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1200"/>
              </a:spcBef>
              <a:spcAft>
                <a:spcPts val="0"/>
              </a:spcAft>
              <a:buClr>
                <a:schemeClr val="dk1"/>
              </a:buClr>
              <a:buSzPts val="1100"/>
              <a:buFont typeface="Arial"/>
              <a:buNone/>
            </a:pPr>
            <a:r>
              <a:rPr lang="en-US" sz="2000" b="1">
                <a:solidFill>
                  <a:srgbClr val="980000"/>
                </a:solidFill>
                <a:latin typeface="Times New Roman"/>
                <a:ea typeface="Times New Roman"/>
                <a:cs typeface="Times New Roman"/>
                <a:sym typeface="Times New Roman"/>
              </a:rPr>
              <a:t>Question 2: “Many quasi-legendary katana were created by the hand of many famous Japanese swordsmith”. What does the prefix/word "Quasi-" mean?</a:t>
            </a:r>
            <a:endParaRPr sz="2000" b="1">
              <a:solidFill>
                <a:srgbClr val="980000"/>
              </a:solidFill>
              <a:latin typeface="Times New Roman"/>
              <a:ea typeface="Times New Roman"/>
              <a:cs typeface="Times New Roman"/>
              <a:sym typeface="Times New Roman"/>
            </a:endParaRPr>
          </a:p>
          <a:p>
            <a:pPr marL="457200" lvl="0" indent="0" algn="l" rtl="0">
              <a:spcBef>
                <a:spcPts val="1200"/>
              </a:spcBef>
              <a:spcAft>
                <a:spcPts val="0"/>
              </a:spcAft>
              <a:buNone/>
            </a:pP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2000">
              <a:solidFill>
                <a:schemeClr val="dk1"/>
              </a:solidFill>
              <a:latin typeface="Times New Roman"/>
              <a:ea typeface="Times New Roman"/>
              <a:cs typeface="Times New Roman"/>
              <a:sym typeface="Times New Roman"/>
            </a:endParaRPr>
          </a:p>
        </p:txBody>
      </p:sp>
      <p:sp>
        <p:nvSpPr>
          <p:cNvPr id="166" name="Google Shape;166;h61dc23adf5ca8e5d_1_2"/>
          <p:cNvSpPr txBox="1">
            <a:spLocks noGrp="1"/>
          </p:cNvSpPr>
          <p:nvPr>
            <p:ph type="title" idx="4294967295"/>
          </p:nvPr>
        </p:nvSpPr>
        <p:spPr>
          <a:xfrm>
            <a:off x="457200" y="-1085850"/>
            <a:ext cx="8229600" cy="857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Question 2</a:t>
            </a:r>
            <a:endParaRPr/>
          </a:p>
        </p:txBody>
      </p:sp>
      <p:sp>
        <p:nvSpPr>
          <p:cNvPr id="167" name="Google Shape;167;h61dc23adf5ca8e5d_1_2"/>
          <p:cNvSpPr/>
          <p:nvPr/>
        </p:nvSpPr>
        <p:spPr>
          <a:xfrm>
            <a:off x="1115575" y="1571825"/>
            <a:ext cx="3058668" cy="99991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A. Related to the </a:t>
            </a:r>
            <a:endParaRPr sz="1800">
              <a:solidFill>
                <a:schemeClr val="dk1"/>
              </a:solidFill>
              <a:latin typeface="Times New Roman"/>
              <a:ea typeface="Times New Roman"/>
              <a:cs typeface="Times New Roman"/>
              <a:sym typeface="Times New Roman"/>
            </a:endParaRPr>
          </a:p>
          <a:p>
            <a:pPr marL="0" lvl="0" indent="0" algn="ctr" rtl="0">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Middle Ages</a:t>
            </a:r>
            <a:endParaRPr sz="1800">
              <a:latin typeface="Calibri"/>
              <a:ea typeface="Calibri"/>
              <a:cs typeface="Calibri"/>
              <a:sym typeface="Calibri"/>
            </a:endParaRPr>
          </a:p>
        </p:txBody>
      </p:sp>
      <p:sp>
        <p:nvSpPr>
          <p:cNvPr id="168" name="Google Shape;168;h61dc23adf5ca8e5d_1_2"/>
          <p:cNvSpPr/>
          <p:nvPr/>
        </p:nvSpPr>
        <p:spPr>
          <a:xfrm>
            <a:off x="1115575" y="28157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C. A wise saying</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2000">
              <a:solidFill>
                <a:schemeClr val="dk1"/>
              </a:solidFill>
              <a:latin typeface="Times New Roman"/>
              <a:ea typeface="Times New Roman"/>
              <a:cs typeface="Times New Roman"/>
              <a:sym typeface="Times New Roman"/>
            </a:endParaRPr>
          </a:p>
        </p:txBody>
      </p:sp>
      <p:sp>
        <p:nvSpPr>
          <p:cNvPr id="169" name="Google Shape;169;h61dc23adf5ca8e5d_1_2"/>
          <p:cNvSpPr/>
          <p:nvPr/>
        </p:nvSpPr>
        <p:spPr>
          <a:xfrm>
            <a:off x="4709151" y="2815750"/>
            <a:ext cx="3311550"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Clr>
                <a:schemeClr val="dk1"/>
              </a:buClr>
              <a:buSzPts val="1100"/>
              <a:buFont typeface="Arial"/>
              <a:buNone/>
            </a:pPr>
            <a:endParaRPr sz="17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D. The weakest or most unpleasant part of something</a:t>
            </a:r>
            <a:endParaRPr sz="17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700">
              <a:solidFill>
                <a:schemeClr val="dk1"/>
              </a:solidFill>
              <a:latin typeface="Times New Roman"/>
              <a:ea typeface="Times New Roman"/>
              <a:cs typeface="Times New Roman"/>
              <a:sym typeface="Times New Roman"/>
            </a:endParaRPr>
          </a:p>
        </p:txBody>
      </p:sp>
      <p:sp>
        <p:nvSpPr>
          <p:cNvPr id="170" name="Google Shape;170;h61dc23adf5ca8e5d_1_2"/>
          <p:cNvSpPr/>
          <p:nvPr/>
        </p:nvSpPr>
        <p:spPr>
          <a:xfrm>
            <a:off x="4709150" y="1571825"/>
            <a:ext cx="3476574" cy="99991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7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B. Used to show that something is almost, but not completely, the thing described</a:t>
            </a:r>
            <a:endParaRPr sz="1700">
              <a:latin typeface="Calibri"/>
              <a:ea typeface="Calibri"/>
              <a:cs typeface="Calibri"/>
              <a:sym typeface="Calibri"/>
            </a:endParaRPr>
          </a:p>
          <a:p>
            <a:pPr marL="0" lvl="0" indent="0" algn="ctr" rtl="0">
              <a:lnSpc>
                <a:spcPct val="115000"/>
              </a:lnSpc>
              <a:spcBef>
                <a:spcPts val="1200"/>
              </a:spcBef>
              <a:spcAft>
                <a:spcPts val="1200"/>
              </a:spcAft>
              <a:buNone/>
            </a:pPr>
            <a:endParaRPr sz="170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5"/>
                                        </p:tgtEl>
                                        <p:attrNameLst>
                                          <p:attrName>style.visibility</p:attrName>
                                        </p:attrNameLst>
                                      </p:cBhvr>
                                      <p:to>
                                        <p:strVal val="visible"/>
                                      </p:to>
                                    </p:set>
                                    <p:animEffect transition="in" filter="fade">
                                      <p:cBhvr>
                                        <p:cTn id="7" dur="2000"/>
                                        <p:tgtEl>
                                          <p:spTgt spid="16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4"/>
                                        </p:tgtEl>
                                        <p:attrNameLst>
                                          <p:attrName>style.visibility</p:attrName>
                                        </p:attrNameLst>
                                      </p:cBhvr>
                                      <p:to>
                                        <p:strVal val="visible"/>
                                      </p:to>
                                    </p:set>
                                    <p:animEffect transition="in" filter="fade">
                                      <p:cBhvr>
                                        <p:cTn id="12" dur="2000"/>
                                        <p:tgtEl>
                                          <p:spTgt spid="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5"/>
        <p:cNvGrpSpPr/>
        <p:nvPr/>
      </p:nvGrpSpPr>
      <p:grpSpPr>
        <a:xfrm>
          <a:off x="0" y="0"/>
          <a:ext cx="0" cy="0"/>
          <a:chOff x="0" y="0"/>
          <a:chExt cx="0" cy="0"/>
        </a:xfrm>
      </p:grpSpPr>
      <p:grpSp>
        <p:nvGrpSpPr>
          <p:cNvPr id="176" name="Google Shape;176;h61dc23adf5ca8e5d_1_38"/>
          <p:cNvGrpSpPr/>
          <p:nvPr/>
        </p:nvGrpSpPr>
        <p:grpSpPr>
          <a:xfrm>
            <a:off x="152436" y="3488941"/>
            <a:ext cx="1155255" cy="1559334"/>
            <a:chOff x="3641271" y="933450"/>
            <a:chExt cx="1213758" cy="1638300"/>
          </a:xfrm>
        </p:grpSpPr>
        <p:pic>
          <p:nvPicPr>
            <p:cNvPr id="177" name="Google Shape;177;h61dc23adf5ca8e5d_1_38" descr="Image result for wax seal">
              <a:hlinkClick r:id="rId4" action="ppaction://hlinksldjump"/>
            </p:cNvPr>
            <p:cNvPicPr preferRelativeResize="0"/>
            <p:nvPr/>
          </p:nvPicPr>
          <p:blipFill rotWithShape="1">
            <a:blip r:embed="rId5">
              <a:alphaModFix/>
            </a:blip>
            <a:srcRect l="21038" t="10906" r="21038" b="10914"/>
            <a:stretch/>
          </p:blipFill>
          <p:spPr>
            <a:xfrm>
              <a:off x="3641271" y="933450"/>
              <a:ext cx="1213758" cy="1638300"/>
            </a:xfrm>
            <a:prstGeom prst="rect">
              <a:avLst/>
            </a:prstGeom>
            <a:noFill/>
            <a:ln>
              <a:noFill/>
            </a:ln>
          </p:spPr>
        </p:pic>
        <p:pic>
          <p:nvPicPr>
            <p:cNvPr id="178" name="Google Shape;178;h61dc23adf5ca8e5d_1_38" descr="Image result for hogwarts crest">
              <a:hlinkClick r:id="rId4" action="ppaction://hlinksldjump"/>
            </p:cNvPr>
            <p:cNvPicPr preferRelativeResize="0"/>
            <p:nvPr/>
          </p:nvPicPr>
          <p:blipFill rotWithShape="1">
            <a:blip r:embed="rId6">
              <a:alphaModFix/>
            </a:blip>
            <a:srcRect l="16620" t="10617" r="13224" b="17358"/>
            <a:stretch/>
          </p:blipFill>
          <p:spPr>
            <a:xfrm>
              <a:off x="3905250" y="1073704"/>
              <a:ext cx="685800" cy="751200"/>
            </a:xfrm>
            <a:prstGeom prst="ellipse">
              <a:avLst/>
            </a:prstGeom>
            <a:noFill/>
            <a:ln>
              <a:noFill/>
            </a:ln>
          </p:spPr>
        </p:pic>
      </p:grpSp>
      <p:grpSp>
        <p:nvGrpSpPr>
          <p:cNvPr id="179" name="Google Shape;179;h61dc23adf5ca8e5d_1_38"/>
          <p:cNvGrpSpPr/>
          <p:nvPr/>
        </p:nvGrpSpPr>
        <p:grpSpPr>
          <a:xfrm>
            <a:off x="7772409" y="3452676"/>
            <a:ext cx="1219212" cy="1595597"/>
            <a:chOff x="950617" y="914400"/>
            <a:chExt cx="1280954" cy="1676400"/>
          </a:xfrm>
        </p:grpSpPr>
        <p:pic>
          <p:nvPicPr>
            <p:cNvPr id="180" name="Google Shape;180;h61dc23adf5ca8e5d_1_38" descr="Image result for wax seal"/>
            <p:cNvPicPr preferRelativeResize="0"/>
            <p:nvPr/>
          </p:nvPicPr>
          <p:blipFill rotWithShape="1">
            <a:blip r:embed="rId7">
              <a:alphaModFix/>
            </a:blip>
            <a:srcRect l="19439" t="10000" r="19433" b="10000"/>
            <a:stretch/>
          </p:blipFill>
          <p:spPr>
            <a:xfrm>
              <a:off x="950617" y="914400"/>
              <a:ext cx="1280954" cy="1676400"/>
            </a:xfrm>
            <a:prstGeom prst="rect">
              <a:avLst/>
            </a:prstGeom>
            <a:noFill/>
            <a:ln>
              <a:noFill/>
            </a:ln>
          </p:spPr>
        </p:pic>
        <p:pic>
          <p:nvPicPr>
            <p:cNvPr id="181" name="Google Shape;181;h61dc23adf5ca8e5d_1_38" descr="Image result for hogwarts crest"/>
            <p:cNvPicPr preferRelativeResize="0"/>
            <p:nvPr/>
          </p:nvPicPr>
          <p:blipFill rotWithShape="1">
            <a:blip r:embed="rId8">
              <a:alphaModFix/>
            </a:blip>
            <a:srcRect l="16620" t="10617" r="13224" b="17358"/>
            <a:stretch/>
          </p:blipFill>
          <p:spPr>
            <a:xfrm>
              <a:off x="1248194" y="1073704"/>
              <a:ext cx="685800" cy="751200"/>
            </a:xfrm>
            <a:prstGeom prst="ellipse">
              <a:avLst/>
            </a:prstGeom>
            <a:noFill/>
            <a:ln>
              <a:noFill/>
            </a:ln>
          </p:spPr>
        </p:pic>
      </p:grpSp>
      <p:sp>
        <p:nvSpPr>
          <p:cNvPr id="182" name="Google Shape;182;h61dc23adf5ca8e5d_1_38"/>
          <p:cNvSpPr txBox="1"/>
          <p:nvPr/>
        </p:nvSpPr>
        <p:spPr>
          <a:xfrm>
            <a:off x="1688851" y="3809048"/>
            <a:ext cx="5702400" cy="6309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3500" b="1">
                <a:solidFill>
                  <a:srgbClr val="1C4587"/>
                </a:solidFill>
                <a:latin typeface="Times New Roman"/>
                <a:ea typeface="Times New Roman"/>
                <a:cs typeface="Times New Roman"/>
                <a:sym typeface="Times New Roman"/>
              </a:rPr>
              <a:t>A. Underbelly</a:t>
            </a:r>
            <a:endParaRPr sz="3500" b="1" i="0" strike="noStrike" cap="none">
              <a:solidFill>
                <a:srgbClr val="1C4587"/>
              </a:solidFill>
            </a:endParaRPr>
          </a:p>
        </p:txBody>
      </p:sp>
      <p:sp>
        <p:nvSpPr>
          <p:cNvPr id="183" name="Google Shape;183;h61dc23adf5ca8e5d_1_38"/>
          <p:cNvSpPr txBox="1"/>
          <p:nvPr/>
        </p:nvSpPr>
        <p:spPr>
          <a:xfrm>
            <a:off x="1026675" y="483200"/>
            <a:ext cx="7338000" cy="2553600"/>
          </a:xfrm>
          <a:prstGeom prst="rect">
            <a:avLst/>
          </a:prstGeom>
          <a:noFill/>
          <a:ln>
            <a:noFill/>
          </a:ln>
        </p:spPr>
        <p:txBody>
          <a:bodyPr spcFirstLastPara="1" wrap="square" lIns="91425" tIns="45700" rIns="91425" bIns="45700" anchor="t" anchorCtr="0">
            <a:spAutoFit/>
          </a:bodyPr>
          <a:lstStyle/>
          <a:p>
            <a:pPr marL="0" lvl="0" indent="0" algn="ctr" rtl="0">
              <a:lnSpc>
                <a:spcPct val="115000"/>
              </a:lnSpc>
              <a:spcBef>
                <a:spcPts val="1200"/>
              </a:spcBef>
              <a:spcAft>
                <a:spcPts val="0"/>
              </a:spcAft>
              <a:buClr>
                <a:schemeClr val="dk1"/>
              </a:buClr>
              <a:buSzPts val="1100"/>
              <a:buFont typeface="Arial"/>
              <a:buNone/>
            </a:pPr>
            <a:r>
              <a:rPr lang="en-US" sz="2000" b="1">
                <a:solidFill>
                  <a:srgbClr val="980000"/>
                </a:solidFill>
                <a:latin typeface="Times New Roman"/>
                <a:ea typeface="Times New Roman"/>
                <a:cs typeface="Times New Roman"/>
                <a:sym typeface="Times New Roman"/>
              </a:rPr>
              <a:t>Question 3: Which term defines "the weakest or most unpleasant part of something"?</a:t>
            </a:r>
            <a:endParaRPr sz="13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457200" lvl="0" indent="0" algn="l" rtl="0">
              <a:spcBef>
                <a:spcPts val="1200"/>
              </a:spcBef>
              <a:spcAft>
                <a:spcPts val="0"/>
              </a:spcAft>
              <a:buNone/>
            </a:pPr>
            <a:endParaRPr sz="22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2200">
              <a:solidFill>
                <a:schemeClr val="dk1"/>
              </a:solidFill>
              <a:latin typeface="Times New Roman"/>
              <a:ea typeface="Times New Roman"/>
              <a:cs typeface="Times New Roman"/>
              <a:sym typeface="Times New Roman"/>
            </a:endParaRPr>
          </a:p>
        </p:txBody>
      </p:sp>
      <p:sp>
        <p:nvSpPr>
          <p:cNvPr id="184" name="Google Shape;184;h61dc23adf5ca8e5d_1_38"/>
          <p:cNvSpPr txBox="1">
            <a:spLocks noGrp="1"/>
          </p:cNvSpPr>
          <p:nvPr>
            <p:ph type="title" idx="4294967295"/>
          </p:nvPr>
        </p:nvSpPr>
        <p:spPr>
          <a:xfrm>
            <a:off x="457200" y="-1085850"/>
            <a:ext cx="8229600" cy="857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Question 3</a:t>
            </a:r>
            <a:endParaRPr/>
          </a:p>
        </p:txBody>
      </p:sp>
      <p:sp>
        <p:nvSpPr>
          <p:cNvPr id="185" name="Google Shape;185;h61dc23adf5ca8e5d_1_38"/>
          <p:cNvSpPr/>
          <p:nvPr/>
        </p:nvSpPr>
        <p:spPr>
          <a:xfrm>
            <a:off x="111557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A. Underbelly</a:t>
            </a:r>
            <a:endParaRPr sz="20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186" name="Google Shape;186;h61dc23adf5ca8e5d_1_38"/>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187" name="Google Shape;187;h61dc23adf5ca8e5d_1_38"/>
          <p:cNvSpPr/>
          <p:nvPr/>
        </p:nvSpPr>
        <p:spPr>
          <a:xfrm>
            <a:off x="1026675" y="28157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C. Almanac</a:t>
            </a: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188" name="Google Shape;188;h61dc23adf5ca8e5d_1_38"/>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B. Filament</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189" name="Google Shape;189;h61dc23adf5ca8e5d_1_38"/>
          <p:cNvSpPr/>
          <p:nvPr/>
        </p:nvSpPr>
        <p:spPr>
          <a:xfrm>
            <a:off x="4962025" y="28763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D. Caravanserai</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3"/>
                                        </p:tgtEl>
                                        <p:attrNameLst>
                                          <p:attrName>style.visibility</p:attrName>
                                        </p:attrNameLst>
                                      </p:cBhvr>
                                      <p:to>
                                        <p:strVal val="visible"/>
                                      </p:to>
                                    </p:set>
                                    <p:animEffect transition="in" filter="fade">
                                      <p:cBhvr>
                                        <p:cTn id="7" dur="2000"/>
                                        <p:tgtEl>
                                          <p:spTgt spid="18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2"/>
                                        </p:tgtEl>
                                        <p:attrNameLst>
                                          <p:attrName>style.visibility</p:attrName>
                                        </p:attrNameLst>
                                      </p:cBhvr>
                                      <p:to>
                                        <p:strVal val="visible"/>
                                      </p:to>
                                    </p:set>
                                    <p:animEffect transition="in" filter="fade">
                                      <p:cBhvr>
                                        <p:cTn id="12" dur="2000"/>
                                        <p:tgtEl>
                                          <p:spTgt spid="18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4"/>
        <p:cNvGrpSpPr/>
        <p:nvPr/>
      </p:nvGrpSpPr>
      <p:grpSpPr>
        <a:xfrm>
          <a:off x="0" y="0"/>
          <a:ext cx="0" cy="0"/>
          <a:chOff x="0" y="0"/>
          <a:chExt cx="0" cy="0"/>
        </a:xfrm>
      </p:grpSpPr>
      <p:grpSp>
        <p:nvGrpSpPr>
          <p:cNvPr id="195" name="Google Shape;195;h61dc23adf5ca8e5d_1_74"/>
          <p:cNvGrpSpPr/>
          <p:nvPr/>
        </p:nvGrpSpPr>
        <p:grpSpPr>
          <a:xfrm>
            <a:off x="152436" y="3488941"/>
            <a:ext cx="1155255" cy="1559334"/>
            <a:chOff x="3641271" y="933450"/>
            <a:chExt cx="1213758" cy="1638300"/>
          </a:xfrm>
        </p:grpSpPr>
        <p:pic>
          <p:nvPicPr>
            <p:cNvPr id="196" name="Google Shape;196;h61dc23adf5ca8e5d_1_74" descr="Image result for wax seal">
              <a:hlinkClick r:id="rId4" action="ppaction://hlinksldjump"/>
            </p:cNvPr>
            <p:cNvPicPr preferRelativeResize="0"/>
            <p:nvPr/>
          </p:nvPicPr>
          <p:blipFill rotWithShape="1">
            <a:blip r:embed="rId5">
              <a:alphaModFix/>
            </a:blip>
            <a:srcRect l="21038" t="10906" r="21038" b="10914"/>
            <a:stretch/>
          </p:blipFill>
          <p:spPr>
            <a:xfrm>
              <a:off x="3641271" y="933450"/>
              <a:ext cx="1213758" cy="1638300"/>
            </a:xfrm>
            <a:prstGeom prst="rect">
              <a:avLst/>
            </a:prstGeom>
            <a:noFill/>
            <a:ln>
              <a:noFill/>
            </a:ln>
          </p:spPr>
        </p:pic>
        <p:pic>
          <p:nvPicPr>
            <p:cNvPr id="197" name="Google Shape;197;h61dc23adf5ca8e5d_1_74" descr="Image result for hogwarts crest">
              <a:hlinkClick r:id="rId4" action="ppaction://hlinksldjump"/>
            </p:cNvPr>
            <p:cNvPicPr preferRelativeResize="0"/>
            <p:nvPr/>
          </p:nvPicPr>
          <p:blipFill rotWithShape="1">
            <a:blip r:embed="rId6">
              <a:alphaModFix/>
            </a:blip>
            <a:srcRect l="16620" t="10617" r="13224" b="17358"/>
            <a:stretch/>
          </p:blipFill>
          <p:spPr>
            <a:xfrm>
              <a:off x="3905250" y="1073704"/>
              <a:ext cx="685800" cy="751200"/>
            </a:xfrm>
            <a:prstGeom prst="ellipse">
              <a:avLst/>
            </a:prstGeom>
            <a:noFill/>
            <a:ln>
              <a:noFill/>
            </a:ln>
          </p:spPr>
        </p:pic>
      </p:grpSp>
      <p:grpSp>
        <p:nvGrpSpPr>
          <p:cNvPr id="198" name="Google Shape;198;h61dc23adf5ca8e5d_1_74"/>
          <p:cNvGrpSpPr/>
          <p:nvPr/>
        </p:nvGrpSpPr>
        <p:grpSpPr>
          <a:xfrm>
            <a:off x="7772409" y="3452676"/>
            <a:ext cx="1219212" cy="1595597"/>
            <a:chOff x="950617" y="914400"/>
            <a:chExt cx="1280954" cy="1676400"/>
          </a:xfrm>
        </p:grpSpPr>
        <p:pic>
          <p:nvPicPr>
            <p:cNvPr id="199" name="Google Shape;199;h61dc23adf5ca8e5d_1_74" descr="Image result for wax seal"/>
            <p:cNvPicPr preferRelativeResize="0"/>
            <p:nvPr/>
          </p:nvPicPr>
          <p:blipFill rotWithShape="1">
            <a:blip r:embed="rId7">
              <a:alphaModFix/>
            </a:blip>
            <a:srcRect l="19439" t="10000" r="19433" b="10000"/>
            <a:stretch/>
          </p:blipFill>
          <p:spPr>
            <a:xfrm>
              <a:off x="950617" y="914400"/>
              <a:ext cx="1280954" cy="1676400"/>
            </a:xfrm>
            <a:prstGeom prst="rect">
              <a:avLst/>
            </a:prstGeom>
            <a:noFill/>
            <a:ln>
              <a:noFill/>
            </a:ln>
          </p:spPr>
        </p:pic>
        <p:pic>
          <p:nvPicPr>
            <p:cNvPr id="200" name="Google Shape;200;h61dc23adf5ca8e5d_1_74" descr="Image result for hogwarts crest"/>
            <p:cNvPicPr preferRelativeResize="0"/>
            <p:nvPr/>
          </p:nvPicPr>
          <p:blipFill rotWithShape="1">
            <a:blip r:embed="rId8">
              <a:alphaModFix/>
            </a:blip>
            <a:srcRect l="16620" t="10617" r="13224" b="17358"/>
            <a:stretch/>
          </p:blipFill>
          <p:spPr>
            <a:xfrm>
              <a:off x="1248194" y="1073704"/>
              <a:ext cx="685800" cy="751200"/>
            </a:xfrm>
            <a:prstGeom prst="ellipse">
              <a:avLst/>
            </a:prstGeom>
            <a:noFill/>
            <a:ln>
              <a:noFill/>
            </a:ln>
          </p:spPr>
        </p:pic>
      </p:grpSp>
      <p:sp>
        <p:nvSpPr>
          <p:cNvPr id="201" name="Google Shape;201;h61dc23adf5ca8e5d_1_74"/>
          <p:cNvSpPr txBox="1"/>
          <p:nvPr/>
        </p:nvSpPr>
        <p:spPr>
          <a:xfrm>
            <a:off x="1407460" y="3809044"/>
            <a:ext cx="6265200" cy="6309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3500" b="1">
                <a:solidFill>
                  <a:srgbClr val="1C4587"/>
                </a:solidFill>
                <a:latin typeface="Times New Roman"/>
                <a:ea typeface="Times New Roman"/>
                <a:cs typeface="Times New Roman"/>
                <a:sym typeface="Times New Roman"/>
              </a:rPr>
              <a:t>C. Medieval</a:t>
            </a:r>
            <a:endParaRPr sz="3500" b="1" i="0" u="none" strike="noStrike" cap="none">
              <a:solidFill>
                <a:srgbClr val="1C4587"/>
              </a:solidFill>
            </a:endParaRPr>
          </a:p>
        </p:txBody>
      </p:sp>
      <p:sp>
        <p:nvSpPr>
          <p:cNvPr id="202" name="Google Shape;202;h61dc23adf5ca8e5d_1_74"/>
          <p:cNvSpPr txBox="1"/>
          <p:nvPr/>
        </p:nvSpPr>
        <p:spPr>
          <a:xfrm>
            <a:off x="1021900" y="506825"/>
            <a:ext cx="7665000" cy="3321600"/>
          </a:xfrm>
          <a:prstGeom prst="rect">
            <a:avLst/>
          </a:prstGeom>
          <a:noFill/>
          <a:ln>
            <a:noFill/>
          </a:ln>
        </p:spPr>
        <p:txBody>
          <a:bodyPr spcFirstLastPara="1" wrap="square" lIns="91425" tIns="45700" rIns="91425" bIns="45700" anchor="t" anchorCtr="0">
            <a:spAutoFit/>
          </a:bodyPr>
          <a:lstStyle/>
          <a:p>
            <a:pPr marL="0" lvl="0" indent="0" algn="ctr" rtl="0">
              <a:lnSpc>
                <a:spcPct val="115000"/>
              </a:lnSpc>
              <a:spcBef>
                <a:spcPts val="1200"/>
              </a:spcBef>
              <a:spcAft>
                <a:spcPts val="0"/>
              </a:spcAft>
              <a:buClr>
                <a:schemeClr val="dk1"/>
              </a:buClr>
              <a:buSzPts val="1100"/>
              <a:buFont typeface="Arial"/>
              <a:buNone/>
            </a:pPr>
            <a:r>
              <a:rPr lang="en-US" sz="2000" b="1">
                <a:solidFill>
                  <a:srgbClr val="980000"/>
                </a:solidFill>
                <a:latin typeface="Times New Roman"/>
                <a:ea typeface="Times New Roman"/>
                <a:cs typeface="Times New Roman"/>
                <a:sym typeface="Times New Roman"/>
              </a:rPr>
              <a:t>Question 4: Which word corresponds to "related to the Middle Ages (= the period in European history from about AD 600 to AD 1500)"?</a:t>
            </a:r>
            <a:endParaRPr sz="20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457200" lvl="0" indent="0" algn="l" rtl="0">
              <a:spcBef>
                <a:spcPts val="1200"/>
              </a:spcBef>
              <a:spcAft>
                <a:spcPts val="0"/>
              </a:spcAft>
              <a:buNone/>
            </a:pPr>
            <a:endParaRPr sz="22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2200">
              <a:solidFill>
                <a:schemeClr val="dk1"/>
              </a:solidFill>
              <a:latin typeface="Times New Roman"/>
              <a:ea typeface="Times New Roman"/>
              <a:cs typeface="Times New Roman"/>
              <a:sym typeface="Times New Roman"/>
            </a:endParaRPr>
          </a:p>
        </p:txBody>
      </p:sp>
      <p:sp>
        <p:nvSpPr>
          <p:cNvPr id="203" name="Google Shape;203;h61dc23adf5ca8e5d_1_74"/>
          <p:cNvSpPr txBox="1">
            <a:spLocks noGrp="1"/>
          </p:cNvSpPr>
          <p:nvPr>
            <p:ph type="title" idx="4294967295"/>
          </p:nvPr>
        </p:nvSpPr>
        <p:spPr>
          <a:xfrm>
            <a:off x="457200" y="-1085850"/>
            <a:ext cx="8229600" cy="857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Question 4</a:t>
            </a:r>
            <a:endParaRPr/>
          </a:p>
        </p:txBody>
      </p:sp>
      <p:sp>
        <p:nvSpPr>
          <p:cNvPr id="204" name="Google Shape;204;h61dc23adf5ca8e5d_1_74"/>
          <p:cNvSpPr/>
          <p:nvPr/>
        </p:nvSpPr>
        <p:spPr>
          <a:xfrm>
            <a:off x="1156750"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A. Antiquity </a:t>
            </a:r>
            <a:endParaRPr sz="20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205" name="Google Shape;205;h61dc23adf5ca8e5d_1_74"/>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06" name="Google Shape;206;h61dc23adf5ca8e5d_1_74"/>
          <p:cNvSpPr/>
          <p:nvPr/>
        </p:nvSpPr>
        <p:spPr>
          <a:xfrm>
            <a:off x="1156750" y="28157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C. Medieval </a:t>
            </a: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07" name="Google Shape;207;h61dc23adf5ca8e5d_1_74"/>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B. Enamored</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208" name="Google Shape;208;h61dc23adf5ca8e5d_1_74"/>
          <p:cNvSpPr/>
          <p:nvPr/>
        </p:nvSpPr>
        <p:spPr>
          <a:xfrm>
            <a:off x="4962025" y="28763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D. Quasi-</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2"/>
                                        </p:tgtEl>
                                        <p:attrNameLst>
                                          <p:attrName>style.visibility</p:attrName>
                                        </p:attrNameLst>
                                      </p:cBhvr>
                                      <p:to>
                                        <p:strVal val="visible"/>
                                      </p:to>
                                    </p:set>
                                    <p:animEffect transition="in" filter="fade">
                                      <p:cBhvr>
                                        <p:cTn id="7" dur="2000"/>
                                        <p:tgtEl>
                                          <p:spTgt spid="2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1"/>
                                        </p:tgtEl>
                                        <p:attrNameLst>
                                          <p:attrName>style.visibility</p:attrName>
                                        </p:attrNameLst>
                                      </p:cBhvr>
                                      <p:to>
                                        <p:strVal val="visible"/>
                                      </p:to>
                                    </p:set>
                                    <p:animEffect transition="in" filter="fade">
                                      <p:cBhvr>
                                        <p:cTn id="12" dur="2000"/>
                                        <p:tgtEl>
                                          <p:spTgt spid="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3"/>
        <p:cNvGrpSpPr/>
        <p:nvPr/>
      </p:nvGrpSpPr>
      <p:grpSpPr>
        <a:xfrm>
          <a:off x="0" y="0"/>
          <a:ext cx="0" cy="0"/>
          <a:chOff x="0" y="0"/>
          <a:chExt cx="0" cy="0"/>
        </a:xfrm>
      </p:grpSpPr>
      <p:grpSp>
        <p:nvGrpSpPr>
          <p:cNvPr id="214" name="Google Shape;214;h61dc23adf5ca8e5d_1_92"/>
          <p:cNvGrpSpPr/>
          <p:nvPr/>
        </p:nvGrpSpPr>
        <p:grpSpPr>
          <a:xfrm>
            <a:off x="152436" y="3488941"/>
            <a:ext cx="1155255" cy="1559334"/>
            <a:chOff x="3641271" y="933450"/>
            <a:chExt cx="1213758" cy="1638300"/>
          </a:xfrm>
        </p:grpSpPr>
        <p:pic>
          <p:nvPicPr>
            <p:cNvPr id="215" name="Google Shape;215;h61dc23adf5ca8e5d_1_92" descr="Image result for wax seal">
              <a:hlinkClick r:id="rId4" action="ppaction://hlinksldjump"/>
            </p:cNvPr>
            <p:cNvPicPr preferRelativeResize="0"/>
            <p:nvPr/>
          </p:nvPicPr>
          <p:blipFill rotWithShape="1">
            <a:blip r:embed="rId5">
              <a:alphaModFix/>
            </a:blip>
            <a:srcRect l="21038" t="10906" r="21038" b="10914"/>
            <a:stretch/>
          </p:blipFill>
          <p:spPr>
            <a:xfrm>
              <a:off x="3641271" y="933450"/>
              <a:ext cx="1213758" cy="1638300"/>
            </a:xfrm>
            <a:prstGeom prst="rect">
              <a:avLst/>
            </a:prstGeom>
            <a:noFill/>
            <a:ln>
              <a:noFill/>
            </a:ln>
          </p:spPr>
        </p:pic>
        <p:pic>
          <p:nvPicPr>
            <p:cNvPr id="216" name="Google Shape;216;h61dc23adf5ca8e5d_1_92" descr="Image result for hogwarts crest">
              <a:hlinkClick r:id="rId4" action="ppaction://hlinksldjump"/>
            </p:cNvPr>
            <p:cNvPicPr preferRelativeResize="0"/>
            <p:nvPr/>
          </p:nvPicPr>
          <p:blipFill rotWithShape="1">
            <a:blip r:embed="rId6">
              <a:alphaModFix/>
            </a:blip>
            <a:srcRect l="16620" t="10617" r="13224" b="17358"/>
            <a:stretch/>
          </p:blipFill>
          <p:spPr>
            <a:xfrm>
              <a:off x="3905250" y="1073704"/>
              <a:ext cx="685800" cy="751200"/>
            </a:xfrm>
            <a:prstGeom prst="ellipse">
              <a:avLst/>
            </a:prstGeom>
            <a:noFill/>
            <a:ln>
              <a:noFill/>
            </a:ln>
          </p:spPr>
        </p:pic>
      </p:grpSp>
      <p:grpSp>
        <p:nvGrpSpPr>
          <p:cNvPr id="217" name="Google Shape;217;h61dc23adf5ca8e5d_1_92"/>
          <p:cNvGrpSpPr/>
          <p:nvPr/>
        </p:nvGrpSpPr>
        <p:grpSpPr>
          <a:xfrm>
            <a:off x="7772409" y="3452676"/>
            <a:ext cx="1219212" cy="1595597"/>
            <a:chOff x="950617" y="914400"/>
            <a:chExt cx="1280954" cy="1676400"/>
          </a:xfrm>
        </p:grpSpPr>
        <p:pic>
          <p:nvPicPr>
            <p:cNvPr id="218" name="Google Shape;218;h61dc23adf5ca8e5d_1_92" descr="Image result for wax seal"/>
            <p:cNvPicPr preferRelativeResize="0"/>
            <p:nvPr/>
          </p:nvPicPr>
          <p:blipFill rotWithShape="1">
            <a:blip r:embed="rId7">
              <a:alphaModFix/>
            </a:blip>
            <a:srcRect l="19439" t="10000" r="19433" b="10000"/>
            <a:stretch/>
          </p:blipFill>
          <p:spPr>
            <a:xfrm>
              <a:off x="950617" y="914400"/>
              <a:ext cx="1280954" cy="1676400"/>
            </a:xfrm>
            <a:prstGeom prst="rect">
              <a:avLst/>
            </a:prstGeom>
            <a:noFill/>
            <a:ln>
              <a:noFill/>
            </a:ln>
          </p:spPr>
        </p:pic>
        <p:pic>
          <p:nvPicPr>
            <p:cNvPr id="219" name="Google Shape;219;h61dc23adf5ca8e5d_1_92" descr="Image result for hogwarts crest"/>
            <p:cNvPicPr preferRelativeResize="0"/>
            <p:nvPr/>
          </p:nvPicPr>
          <p:blipFill rotWithShape="1">
            <a:blip r:embed="rId8">
              <a:alphaModFix/>
            </a:blip>
            <a:srcRect l="16620" t="10617" r="13224" b="17358"/>
            <a:stretch/>
          </p:blipFill>
          <p:spPr>
            <a:xfrm>
              <a:off x="1248194" y="1073704"/>
              <a:ext cx="685800" cy="751200"/>
            </a:xfrm>
            <a:prstGeom prst="ellipse">
              <a:avLst/>
            </a:prstGeom>
            <a:noFill/>
            <a:ln>
              <a:noFill/>
            </a:ln>
          </p:spPr>
        </p:pic>
      </p:grpSp>
      <p:sp>
        <p:nvSpPr>
          <p:cNvPr id="220" name="Google Shape;220;h61dc23adf5ca8e5d_1_92"/>
          <p:cNvSpPr txBox="1"/>
          <p:nvPr/>
        </p:nvSpPr>
        <p:spPr>
          <a:xfrm>
            <a:off x="1407435" y="3748444"/>
            <a:ext cx="6265200" cy="6309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3500" b="1">
                <a:solidFill>
                  <a:srgbClr val="1C4587"/>
                </a:solidFill>
                <a:latin typeface="Times New Roman"/>
                <a:ea typeface="Times New Roman"/>
                <a:cs typeface="Times New Roman"/>
                <a:sym typeface="Times New Roman"/>
              </a:rPr>
              <a:t>B. A wise saying </a:t>
            </a:r>
            <a:endParaRPr sz="3500" b="1" i="0" u="none" strike="noStrike" cap="none">
              <a:solidFill>
                <a:srgbClr val="1C4587"/>
              </a:solidFill>
            </a:endParaRPr>
          </a:p>
        </p:txBody>
      </p:sp>
      <p:sp>
        <p:nvSpPr>
          <p:cNvPr id="221" name="Google Shape;221;h61dc23adf5ca8e5d_1_92"/>
          <p:cNvSpPr txBox="1"/>
          <p:nvPr/>
        </p:nvSpPr>
        <p:spPr>
          <a:xfrm>
            <a:off x="648125" y="527313"/>
            <a:ext cx="7783800" cy="2169600"/>
          </a:xfrm>
          <a:prstGeom prst="rect">
            <a:avLst/>
          </a:prstGeom>
          <a:noFill/>
          <a:ln>
            <a:noFill/>
          </a:ln>
        </p:spPr>
        <p:txBody>
          <a:bodyPr spcFirstLastPara="1" wrap="square" lIns="91425" tIns="45700" rIns="91425" bIns="45700" anchor="t" anchorCtr="0">
            <a:spAutoFit/>
          </a:bodyPr>
          <a:lstStyle/>
          <a:p>
            <a:pPr marL="0" lvl="0" indent="0" algn="ctr" rtl="0">
              <a:lnSpc>
                <a:spcPct val="115000"/>
              </a:lnSpc>
              <a:spcBef>
                <a:spcPts val="1200"/>
              </a:spcBef>
              <a:spcAft>
                <a:spcPts val="0"/>
              </a:spcAft>
              <a:buClr>
                <a:schemeClr val="dk1"/>
              </a:buClr>
              <a:buSzPts val="1100"/>
              <a:buFont typeface="Arial"/>
              <a:buNone/>
            </a:pPr>
            <a:r>
              <a:rPr lang="en-US" sz="2000" b="1">
                <a:solidFill>
                  <a:srgbClr val="980000"/>
                </a:solidFill>
                <a:latin typeface="Times New Roman"/>
                <a:ea typeface="Times New Roman"/>
                <a:cs typeface="Times New Roman"/>
                <a:sym typeface="Times New Roman"/>
              </a:rPr>
              <a:t>Question 5: “The adage ‘Time is money’ teaches us to value our time.” What is the exact meaning of the word "Adage"?</a:t>
            </a:r>
            <a:endParaRPr sz="2000" b="1">
              <a:solidFill>
                <a:srgbClr val="980000"/>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457200" lvl="0" indent="0" algn="l" rtl="0">
              <a:spcBef>
                <a:spcPts val="1200"/>
              </a:spcBef>
              <a:spcAft>
                <a:spcPts val="0"/>
              </a:spcAft>
              <a:buNone/>
            </a:pPr>
            <a:endParaRPr sz="22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2200">
              <a:solidFill>
                <a:schemeClr val="dk1"/>
              </a:solidFill>
              <a:latin typeface="Times New Roman"/>
              <a:ea typeface="Times New Roman"/>
              <a:cs typeface="Times New Roman"/>
              <a:sym typeface="Times New Roman"/>
            </a:endParaRPr>
          </a:p>
        </p:txBody>
      </p:sp>
      <p:sp>
        <p:nvSpPr>
          <p:cNvPr id="222" name="Google Shape;222;h61dc23adf5ca8e5d_1_92"/>
          <p:cNvSpPr txBox="1">
            <a:spLocks noGrp="1"/>
          </p:cNvSpPr>
          <p:nvPr>
            <p:ph type="title" idx="4294967295"/>
          </p:nvPr>
        </p:nvSpPr>
        <p:spPr>
          <a:xfrm>
            <a:off x="457200" y="-1085850"/>
            <a:ext cx="8229600" cy="857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Question 5</a:t>
            </a:r>
            <a:endParaRPr/>
          </a:p>
        </p:txBody>
      </p:sp>
      <p:sp>
        <p:nvSpPr>
          <p:cNvPr id="223" name="Google Shape;223;h61dc23adf5ca8e5d_1_92"/>
          <p:cNvSpPr/>
          <p:nvPr/>
        </p:nvSpPr>
        <p:spPr>
          <a:xfrm>
            <a:off x="111557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2000" b="1">
              <a:solidFill>
                <a:srgbClr val="980000"/>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A. A thin thread or fibre of natural or artificial material</a:t>
            </a: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24" name="Google Shape;224;h61dc23adf5ca8e5d_1_92"/>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25" name="Google Shape;225;h61dc23adf5ca8e5d_1_92"/>
          <p:cNvSpPr/>
          <p:nvPr/>
        </p:nvSpPr>
        <p:spPr>
          <a:xfrm>
            <a:off x="1115575" y="2815750"/>
            <a:ext cx="3298266"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1300">
                <a:solidFill>
                  <a:schemeClr val="dk1"/>
                </a:solidFill>
                <a:latin typeface="Times New Roman"/>
                <a:ea typeface="Times New Roman"/>
                <a:cs typeface="Times New Roman"/>
                <a:sym typeface="Times New Roman"/>
              </a:rPr>
              <a:t> </a:t>
            </a:r>
            <a:r>
              <a:rPr lang="en-US" sz="1800">
                <a:solidFill>
                  <a:schemeClr val="dk1"/>
                </a:solidFill>
                <a:latin typeface="Times New Roman"/>
                <a:ea typeface="Times New Roman"/>
                <a:cs typeface="Times New Roman"/>
                <a:sym typeface="Times New Roman"/>
              </a:rPr>
              <a:t>C. An annual publication providing various information</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26" name="Google Shape;226;h61dc23adf5ca8e5d_1_92"/>
          <p:cNvSpPr/>
          <p:nvPr/>
        </p:nvSpPr>
        <p:spPr>
          <a:xfrm>
            <a:off x="4962025" y="28157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D. Marked by a great liking or admiration</a:t>
            </a: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27" name="Google Shape;227;h61dc23adf5ca8e5d_1_92"/>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B. A wise saying </a:t>
            </a: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1"/>
                                        </p:tgtEl>
                                        <p:attrNameLst>
                                          <p:attrName>style.visibility</p:attrName>
                                        </p:attrNameLst>
                                      </p:cBhvr>
                                      <p:to>
                                        <p:strVal val="visible"/>
                                      </p:to>
                                    </p:set>
                                    <p:animEffect transition="in" filter="fade">
                                      <p:cBhvr>
                                        <p:cTn id="7" dur="2000"/>
                                        <p:tgtEl>
                                          <p:spTgt spid="2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0"/>
                                        </p:tgtEl>
                                        <p:attrNameLst>
                                          <p:attrName>style.visibility</p:attrName>
                                        </p:attrNameLst>
                                      </p:cBhvr>
                                      <p:to>
                                        <p:strVal val="visible"/>
                                      </p:to>
                                    </p:set>
                                    <p:animEffect transition="in" filter="fade">
                                      <p:cBhvr>
                                        <p:cTn id="12" dur="2000"/>
                                        <p:tgtEl>
                                          <p:spTgt spid="220"/>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2"/>
        <p:cNvGrpSpPr/>
        <p:nvPr/>
      </p:nvGrpSpPr>
      <p:grpSpPr>
        <a:xfrm>
          <a:off x="0" y="0"/>
          <a:ext cx="0" cy="0"/>
          <a:chOff x="0" y="0"/>
          <a:chExt cx="0" cy="0"/>
        </a:xfrm>
      </p:grpSpPr>
      <p:grpSp>
        <p:nvGrpSpPr>
          <p:cNvPr id="233" name="Google Shape;233;h61dc23adf5ca8e5d_1_20"/>
          <p:cNvGrpSpPr/>
          <p:nvPr/>
        </p:nvGrpSpPr>
        <p:grpSpPr>
          <a:xfrm>
            <a:off x="152436" y="3488941"/>
            <a:ext cx="1155255" cy="1559334"/>
            <a:chOff x="3641271" y="933450"/>
            <a:chExt cx="1213758" cy="1638300"/>
          </a:xfrm>
        </p:grpSpPr>
        <p:pic>
          <p:nvPicPr>
            <p:cNvPr id="234" name="Google Shape;234;h61dc23adf5ca8e5d_1_20" descr="Image result for wax seal">
              <a:hlinkClick r:id="rId4" action="ppaction://hlinksldjump"/>
            </p:cNvPr>
            <p:cNvPicPr preferRelativeResize="0"/>
            <p:nvPr/>
          </p:nvPicPr>
          <p:blipFill rotWithShape="1">
            <a:blip r:embed="rId5">
              <a:alphaModFix/>
            </a:blip>
            <a:srcRect l="21038" t="10906" r="21038" b="10914"/>
            <a:stretch/>
          </p:blipFill>
          <p:spPr>
            <a:xfrm>
              <a:off x="3641271" y="933450"/>
              <a:ext cx="1213758" cy="1638300"/>
            </a:xfrm>
            <a:prstGeom prst="rect">
              <a:avLst/>
            </a:prstGeom>
            <a:noFill/>
            <a:ln>
              <a:noFill/>
            </a:ln>
          </p:spPr>
        </p:pic>
        <p:pic>
          <p:nvPicPr>
            <p:cNvPr id="235" name="Google Shape;235;h61dc23adf5ca8e5d_1_20" descr="Image result for hogwarts crest">
              <a:hlinkClick r:id="rId4" action="ppaction://hlinksldjump"/>
            </p:cNvPr>
            <p:cNvPicPr preferRelativeResize="0"/>
            <p:nvPr/>
          </p:nvPicPr>
          <p:blipFill rotWithShape="1">
            <a:blip r:embed="rId6">
              <a:alphaModFix/>
            </a:blip>
            <a:srcRect l="16620" t="10617" r="13224" b="17358"/>
            <a:stretch/>
          </p:blipFill>
          <p:spPr>
            <a:xfrm>
              <a:off x="3905250" y="1073704"/>
              <a:ext cx="685800" cy="751200"/>
            </a:xfrm>
            <a:prstGeom prst="ellipse">
              <a:avLst/>
            </a:prstGeom>
            <a:noFill/>
            <a:ln>
              <a:noFill/>
            </a:ln>
          </p:spPr>
        </p:pic>
      </p:grpSp>
      <p:grpSp>
        <p:nvGrpSpPr>
          <p:cNvPr id="236" name="Google Shape;236;h61dc23adf5ca8e5d_1_20"/>
          <p:cNvGrpSpPr/>
          <p:nvPr/>
        </p:nvGrpSpPr>
        <p:grpSpPr>
          <a:xfrm>
            <a:off x="7772409" y="3452676"/>
            <a:ext cx="1219212" cy="1595597"/>
            <a:chOff x="950617" y="914400"/>
            <a:chExt cx="1280954" cy="1676400"/>
          </a:xfrm>
        </p:grpSpPr>
        <p:pic>
          <p:nvPicPr>
            <p:cNvPr id="237" name="Google Shape;237;h61dc23adf5ca8e5d_1_20" descr="Image result for wax seal"/>
            <p:cNvPicPr preferRelativeResize="0"/>
            <p:nvPr/>
          </p:nvPicPr>
          <p:blipFill rotWithShape="1">
            <a:blip r:embed="rId7">
              <a:alphaModFix/>
            </a:blip>
            <a:srcRect l="19439" t="10000" r="19433" b="10000"/>
            <a:stretch/>
          </p:blipFill>
          <p:spPr>
            <a:xfrm>
              <a:off x="950617" y="914400"/>
              <a:ext cx="1280954" cy="1676400"/>
            </a:xfrm>
            <a:prstGeom prst="rect">
              <a:avLst/>
            </a:prstGeom>
            <a:noFill/>
            <a:ln>
              <a:noFill/>
            </a:ln>
          </p:spPr>
        </p:pic>
        <p:pic>
          <p:nvPicPr>
            <p:cNvPr id="238" name="Google Shape;238;h61dc23adf5ca8e5d_1_20" descr="Image result for hogwarts crest"/>
            <p:cNvPicPr preferRelativeResize="0"/>
            <p:nvPr/>
          </p:nvPicPr>
          <p:blipFill rotWithShape="1">
            <a:blip r:embed="rId8">
              <a:alphaModFix/>
            </a:blip>
            <a:srcRect l="16620" t="10617" r="13224" b="17358"/>
            <a:stretch/>
          </p:blipFill>
          <p:spPr>
            <a:xfrm>
              <a:off x="1248194" y="1073704"/>
              <a:ext cx="685800" cy="751200"/>
            </a:xfrm>
            <a:prstGeom prst="ellipse">
              <a:avLst/>
            </a:prstGeom>
            <a:noFill/>
            <a:ln>
              <a:noFill/>
            </a:ln>
          </p:spPr>
        </p:pic>
      </p:grpSp>
      <p:sp>
        <p:nvSpPr>
          <p:cNvPr id="239" name="Google Shape;239;h61dc23adf5ca8e5d_1_20"/>
          <p:cNvSpPr txBox="1"/>
          <p:nvPr/>
        </p:nvSpPr>
        <p:spPr>
          <a:xfrm>
            <a:off x="1407435" y="3748444"/>
            <a:ext cx="6265200" cy="8310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endParaRPr sz="4800" b="0" i="0" u="none" strike="noStrike" cap="none">
              <a:solidFill>
                <a:srgbClr val="000000"/>
              </a:solidFill>
              <a:latin typeface="Arial"/>
              <a:ea typeface="Arial"/>
              <a:cs typeface="Arial"/>
              <a:sym typeface="Arial"/>
            </a:endParaRPr>
          </a:p>
        </p:txBody>
      </p:sp>
      <p:sp>
        <p:nvSpPr>
          <p:cNvPr id="240" name="Google Shape;240;h61dc23adf5ca8e5d_1_20"/>
          <p:cNvSpPr txBox="1">
            <a:spLocks noGrp="1"/>
          </p:cNvSpPr>
          <p:nvPr>
            <p:ph type="title" idx="4294967295"/>
          </p:nvPr>
        </p:nvSpPr>
        <p:spPr>
          <a:xfrm>
            <a:off x="457200" y="-1085850"/>
            <a:ext cx="8229600" cy="857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Question A</a:t>
            </a:r>
            <a:endParaRPr/>
          </a:p>
        </p:txBody>
      </p:sp>
      <p:sp>
        <p:nvSpPr>
          <p:cNvPr id="241" name="Google Shape;241;h61dc23adf5ca8e5d_1_20"/>
          <p:cNvSpPr txBox="1"/>
          <p:nvPr/>
        </p:nvSpPr>
        <p:spPr>
          <a:xfrm>
            <a:off x="1026675" y="483200"/>
            <a:ext cx="7338000" cy="3061500"/>
          </a:xfrm>
          <a:prstGeom prst="rect">
            <a:avLst/>
          </a:prstGeom>
          <a:noFill/>
          <a:ln>
            <a:noFill/>
          </a:ln>
        </p:spPr>
        <p:txBody>
          <a:bodyPr spcFirstLastPara="1" wrap="square" lIns="91425" tIns="45700" rIns="91425" bIns="45700" anchor="t" anchorCtr="0">
            <a:spAutoFit/>
          </a:bodyPr>
          <a:lstStyle/>
          <a:p>
            <a:pPr marL="0" lvl="0" indent="0" algn="ctr" rtl="0">
              <a:lnSpc>
                <a:spcPct val="115000"/>
              </a:lnSpc>
              <a:spcBef>
                <a:spcPts val="1200"/>
              </a:spcBef>
              <a:spcAft>
                <a:spcPts val="0"/>
              </a:spcAft>
              <a:buClr>
                <a:schemeClr val="dk1"/>
              </a:buClr>
              <a:buSzPts val="1100"/>
              <a:buFont typeface="Arial"/>
              <a:buNone/>
            </a:pPr>
            <a:r>
              <a:rPr lang="en-US" sz="2000" b="1">
                <a:solidFill>
                  <a:srgbClr val="980000"/>
                </a:solidFill>
                <a:latin typeface="Times New Roman"/>
                <a:ea typeface="Times New Roman"/>
                <a:cs typeface="Times New Roman"/>
                <a:sym typeface="Times New Roman"/>
              </a:rPr>
              <a:t>Question 6: Which term describes someone or something "marked by a great liking or admiration for something"?</a:t>
            </a:r>
            <a:endParaRPr sz="2000" b="1">
              <a:solidFill>
                <a:srgbClr val="980000"/>
              </a:solidFill>
              <a:latin typeface="Times New Roman"/>
              <a:ea typeface="Times New Roman"/>
              <a:cs typeface="Times New Roman"/>
              <a:sym typeface="Times New Roman"/>
            </a:endParaRPr>
          </a:p>
          <a:p>
            <a:pPr marL="0" lvl="0" indent="0" algn="ctr" rtl="0">
              <a:lnSpc>
                <a:spcPct val="115000"/>
              </a:lnSpc>
              <a:spcBef>
                <a:spcPts val="1200"/>
              </a:spcBef>
              <a:spcAft>
                <a:spcPts val="0"/>
              </a:spcAft>
              <a:buClr>
                <a:schemeClr val="dk1"/>
              </a:buClr>
              <a:buSzPts val="1100"/>
              <a:buFont typeface="Arial"/>
              <a:buNone/>
            </a:pPr>
            <a:endParaRPr sz="2000" b="1">
              <a:solidFill>
                <a:srgbClr val="274E13"/>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457200" lvl="0" indent="0" algn="l" rtl="0">
              <a:spcBef>
                <a:spcPts val="1200"/>
              </a:spcBef>
              <a:spcAft>
                <a:spcPts val="0"/>
              </a:spcAft>
              <a:buNone/>
            </a:pPr>
            <a:endParaRPr sz="22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2200">
              <a:solidFill>
                <a:schemeClr val="dk1"/>
              </a:solidFill>
              <a:latin typeface="Times New Roman"/>
              <a:ea typeface="Times New Roman"/>
              <a:cs typeface="Times New Roman"/>
              <a:sym typeface="Times New Roman"/>
            </a:endParaRPr>
          </a:p>
        </p:txBody>
      </p:sp>
      <p:sp>
        <p:nvSpPr>
          <p:cNvPr id="242" name="Google Shape;242;h61dc23adf5ca8e5d_1_20"/>
          <p:cNvSpPr/>
          <p:nvPr/>
        </p:nvSpPr>
        <p:spPr>
          <a:xfrm>
            <a:off x="111557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A. Enamored</a:t>
            </a:r>
            <a:endParaRPr sz="20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243" name="Google Shape;243;h61dc23adf5ca8e5d_1_20"/>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44" name="Google Shape;244;h61dc23adf5ca8e5d_1_20"/>
          <p:cNvSpPr/>
          <p:nvPr/>
        </p:nvSpPr>
        <p:spPr>
          <a:xfrm>
            <a:off x="1026675" y="28157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C. Medieval</a:t>
            </a: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45" name="Google Shape;245;h61dc23adf5ca8e5d_1_20"/>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B. Filament</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246" name="Google Shape;246;h61dc23adf5ca8e5d_1_20"/>
          <p:cNvSpPr/>
          <p:nvPr/>
        </p:nvSpPr>
        <p:spPr>
          <a:xfrm>
            <a:off x="4962025" y="28763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D. Antiquity</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247" name="Google Shape;247;h61dc23adf5ca8e5d_1_20"/>
          <p:cNvSpPr txBox="1"/>
          <p:nvPr/>
        </p:nvSpPr>
        <p:spPr>
          <a:xfrm>
            <a:off x="1407435" y="3748444"/>
            <a:ext cx="6265200" cy="6309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3500" b="1">
                <a:solidFill>
                  <a:srgbClr val="1C4587"/>
                </a:solidFill>
                <a:latin typeface="Times New Roman"/>
                <a:ea typeface="Times New Roman"/>
                <a:cs typeface="Times New Roman"/>
                <a:sym typeface="Times New Roman"/>
              </a:rPr>
              <a:t>A. Enamored</a:t>
            </a:r>
            <a:endParaRPr sz="3500" b="1" i="0" u="none" strike="noStrike" cap="none">
              <a:solidFill>
                <a:srgbClr val="1C4587"/>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9"/>
                                        </p:tgtEl>
                                        <p:attrNameLst>
                                          <p:attrName>style.visibility</p:attrName>
                                        </p:attrNameLst>
                                      </p:cBhvr>
                                      <p:to>
                                        <p:strVal val="visible"/>
                                      </p:to>
                                    </p:set>
                                    <p:animEffect transition="in" filter="fade">
                                      <p:cBhvr>
                                        <p:cTn id="7" dur="2000"/>
                                        <p:tgtEl>
                                          <p:spTgt spid="2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2"/>
        <p:cNvGrpSpPr/>
        <p:nvPr/>
      </p:nvGrpSpPr>
      <p:grpSpPr>
        <a:xfrm>
          <a:off x="0" y="0"/>
          <a:ext cx="0" cy="0"/>
          <a:chOff x="0" y="0"/>
          <a:chExt cx="0" cy="0"/>
        </a:xfrm>
      </p:grpSpPr>
      <p:grpSp>
        <p:nvGrpSpPr>
          <p:cNvPr id="253" name="Google Shape;253;h61dc23adf5ca8e5d_1_56"/>
          <p:cNvGrpSpPr/>
          <p:nvPr/>
        </p:nvGrpSpPr>
        <p:grpSpPr>
          <a:xfrm>
            <a:off x="152436" y="3488941"/>
            <a:ext cx="1155255" cy="1559334"/>
            <a:chOff x="3641271" y="933450"/>
            <a:chExt cx="1213758" cy="1638300"/>
          </a:xfrm>
        </p:grpSpPr>
        <p:pic>
          <p:nvPicPr>
            <p:cNvPr id="254" name="Google Shape;254;h61dc23adf5ca8e5d_1_56" descr="Image result for wax seal">
              <a:hlinkClick r:id="rId4" action="ppaction://hlinksldjump"/>
            </p:cNvPr>
            <p:cNvPicPr preferRelativeResize="0"/>
            <p:nvPr/>
          </p:nvPicPr>
          <p:blipFill rotWithShape="1">
            <a:blip r:embed="rId5">
              <a:alphaModFix/>
            </a:blip>
            <a:srcRect l="21038" t="10906" r="21038" b="10914"/>
            <a:stretch/>
          </p:blipFill>
          <p:spPr>
            <a:xfrm>
              <a:off x="3641271" y="933450"/>
              <a:ext cx="1213758" cy="1638300"/>
            </a:xfrm>
            <a:prstGeom prst="rect">
              <a:avLst/>
            </a:prstGeom>
            <a:noFill/>
            <a:ln>
              <a:noFill/>
            </a:ln>
          </p:spPr>
        </p:pic>
        <p:pic>
          <p:nvPicPr>
            <p:cNvPr id="255" name="Google Shape;255;h61dc23adf5ca8e5d_1_56" descr="Image result for hogwarts crest">
              <a:hlinkClick r:id="rId4" action="ppaction://hlinksldjump"/>
            </p:cNvPr>
            <p:cNvPicPr preferRelativeResize="0"/>
            <p:nvPr/>
          </p:nvPicPr>
          <p:blipFill rotWithShape="1">
            <a:blip r:embed="rId6">
              <a:alphaModFix/>
            </a:blip>
            <a:srcRect l="16620" t="10617" r="13224" b="17358"/>
            <a:stretch/>
          </p:blipFill>
          <p:spPr>
            <a:xfrm>
              <a:off x="3905250" y="1073704"/>
              <a:ext cx="685800" cy="751200"/>
            </a:xfrm>
            <a:prstGeom prst="ellipse">
              <a:avLst/>
            </a:prstGeom>
            <a:noFill/>
            <a:ln>
              <a:noFill/>
            </a:ln>
          </p:spPr>
        </p:pic>
      </p:grpSp>
      <p:grpSp>
        <p:nvGrpSpPr>
          <p:cNvPr id="256" name="Google Shape;256;h61dc23adf5ca8e5d_1_56"/>
          <p:cNvGrpSpPr/>
          <p:nvPr/>
        </p:nvGrpSpPr>
        <p:grpSpPr>
          <a:xfrm>
            <a:off x="7772409" y="3452676"/>
            <a:ext cx="1219212" cy="1595597"/>
            <a:chOff x="950617" y="914400"/>
            <a:chExt cx="1280954" cy="1676400"/>
          </a:xfrm>
        </p:grpSpPr>
        <p:pic>
          <p:nvPicPr>
            <p:cNvPr id="257" name="Google Shape;257;h61dc23adf5ca8e5d_1_56" descr="Image result for wax seal"/>
            <p:cNvPicPr preferRelativeResize="0"/>
            <p:nvPr/>
          </p:nvPicPr>
          <p:blipFill rotWithShape="1">
            <a:blip r:embed="rId7">
              <a:alphaModFix/>
            </a:blip>
            <a:srcRect l="19439" t="10000" r="19433" b="10000"/>
            <a:stretch/>
          </p:blipFill>
          <p:spPr>
            <a:xfrm>
              <a:off x="950617" y="914400"/>
              <a:ext cx="1280954" cy="1676400"/>
            </a:xfrm>
            <a:prstGeom prst="rect">
              <a:avLst/>
            </a:prstGeom>
            <a:noFill/>
            <a:ln>
              <a:noFill/>
            </a:ln>
          </p:spPr>
        </p:pic>
        <p:pic>
          <p:nvPicPr>
            <p:cNvPr id="258" name="Google Shape;258;h61dc23adf5ca8e5d_1_56" descr="Image result for hogwarts crest"/>
            <p:cNvPicPr preferRelativeResize="0"/>
            <p:nvPr/>
          </p:nvPicPr>
          <p:blipFill rotWithShape="1">
            <a:blip r:embed="rId8">
              <a:alphaModFix/>
            </a:blip>
            <a:srcRect l="16620" t="10617" r="13224" b="17358"/>
            <a:stretch/>
          </p:blipFill>
          <p:spPr>
            <a:xfrm>
              <a:off x="1248194" y="1073704"/>
              <a:ext cx="685800" cy="751200"/>
            </a:xfrm>
            <a:prstGeom prst="ellipse">
              <a:avLst/>
            </a:prstGeom>
            <a:noFill/>
            <a:ln>
              <a:noFill/>
            </a:ln>
          </p:spPr>
        </p:pic>
      </p:grpSp>
      <p:sp>
        <p:nvSpPr>
          <p:cNvPr id="259" name="Google Shape;259;h61dc23adf5ca8e5d_1_56"/>
          <p:cNvSpPr txBox="1">
            <a:spLocks noGrp="1"/>
          </p:cNvSpPr>
          <p:nvPr>
            <p:ph type="title" idx="4294967295"/>
          </p:nvPr>
        </p:nvSpPr>
        <p:spPr>
          <a:xfrm>
            <a:off x="457200" y="-1085850"/>
            <a:ext cx="8229600" cy="857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Question A</a:t>
            </a:r>
            <a:endParaRPr/>
          </a:p>
        </p:txBody>
      </p:sp>
      <p:sp>
        <p:nvSpPr>
          <p:cNvPr id="260" name="Google Shape;260;h61dc23adf5ca8e5d_1_56"/>
          <p:cNvSpPr txBox="1"/>
          <p:nvPr/>
        </p:nvSpPr>
        <p:spPr>
          <a:xfrm>
            <a:off x="221150" y="543125"/>
            <a:ext cx="8840100" cy="26820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sz="1700" b="1">
                <a:solidFill>
                  <a:srgbClr val="980000"/>
                </a:solidFill>
                <a:latin typeface="Times New Roman"/>
                <a:ea typeface="Times New Roman"/>
                <a:cs typeface="Times New Roman"/>
                <a:sym typeface="Times New Roman"/>
              </a:rPr>
              <a:t>Question 7: Which publication is defined as "an annual publication that provides a variety of information, typically related to weather forecasts, astronomical data, holidays, notable events..."?</a:t>
            </a:r>
            <a:endParaRPr sz="1700" b="1">
              <a:solidFill>
                <a:srgbClr val="980000"/>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2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200" b="1">
              <a:solidFill>
                <a:schemeClr val="dk1"/>
              </a:solidFill>
              <a:latin typeface="Times New Roman"/>
              <a:ea typeface="Times New Roman"/>
              <a:cs typeface="Times New Roman"/>
              <a:sym typeface="Times New Roman"/>
            </a:endParaRPr>
          </a:p>
          <a:p>
            <a:pPr marL="457200" lvl="0" indent="0" algn="l" rtl="0">
              <a:spcBef>
                <a:spcPts val="1200"/>
              </a:spcBef>
              <a:spcAft>
                <a:spcPts val="0"/>
              </a:spcAft>
              <a:buNone/>
            </a:pPr>
            <a:endParaRPr sz="21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2100">
              <a:solidFill>
                <a:schemeClr val="dk1"/>
              </a:solidFill>
              <a:latin typeface="Times New Roman"/>
              <a:ea typeface="Times New Roman"/>
              <a:cs typeface="Times New Roman"/>
              <a:sym typeface="Times New Roman"/>
            </a:endParaRPr>
          </a:p>
        </p:txBody>
      </p:sp>
      <p:sp>
        <p:nvSpPr>
          <p:cNvPr id="261" name="Google Shape;261;h61dc23adf5ca8e5d_1_56"/>
          <p:cNvSpPr/>
          <p:nvPr/>
        </p:nvSpPr>
        <p:spPr>
          <a:xfrm>
            <a:off x="111557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A. Caravanserai</a:t>
            </a:r>
            <a:endParaRPr sz="20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262" name="Google Shape;262;h61dc23adf5ca8e5d_1_56"/>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63" name="Google Shape;263;h61dc23adf5ca8e5d_1_56"/>
          <p:cNvSpPr/>
          <p:nvPr/>
        </p:nvSpPr>
        <p:spPr>
          <a:xfrm>
            <a:off x="1026675" y="28157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C. Almanac</a:t>
            </a: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64" name="Google Shape;264;h61dc23adf5ca8e5d_1_56"/>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B. Adage</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265" name="Google Shape;265;h61dc23adf5ca8e5d_1_56"/>
          <p:cNvSpPr/>
          <p:nvPr/>
        </p:nvSpPr>
        <p:spPr>
          <a:xfrm>
            <a:off x="4962025" y="28763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D. Filament </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266" name="Google Shape;266;h61dc23adf5ca8e5d_1_56"/>
          <p:cNvSpPr txBox="1"/>
          <p:nvPr/>
        </p:nvSpPr>
        <p:spPr>
          <a:xfrm>
            <a:off x="1407460" y="3783844"/>
            <a:ext cx="6265200" cy="6309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3500" b="1">
                <a:solidFill>
                  <a:srgbClr val="1C4587"/>
                </a:solidFill>
                <a:latin typeface="Times New Roman"/>
                <a:ea typeface="Times New Roman"/>
                <a:cs typeface="Times New Roman"/>
                <a:sym typeface="Times New Roman"/>
              </a:rPr>
              <a:t>C. Almanac</a:t>
            </a:r>
            <a:endParaRPr sz="3500" b="1" i="0" u="none" strike="noStrike" cap="none">
              <a:solidFill>
                <a:srgbClr val="1C4587"/>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1"/>
        <p:cNvGrpSpPr/>
        <p:nvPr/>
      </p:nvGrpSpPr>
      <p:grpSpPr>
        <a:xfrm>
          <a:off x="0" y="0"/>
          <a:ext cx="0" cy="0"/>
          <a:chOff x="0" y="0"/>
          <a:chExt cx="0" cy="0"/>
        </a:xfrm>
      </p:grpSpPr>
      <p:grpSp>
        <p:nvGrpSpPr>
          <p:cNvPr id="272" name="Google Shape;272;p13"/>
          <p:cNvGrpSpPr/>
          <p:nvPr/>
        </p:nvGrpSpPr>
        <p:grpSpPr>
          <a:xfrm>
            <a:off x="152400" y="3488932"/>
            <a:ext cx="1155243" cy="1559318"/>
            <a:chOff x="3641271" y="933450"/>
            <a:chExt cx="1213758" cy="1638300"/>
          </a:xfrm>
        </p:grpSpPr>
        <p:pic>
          <p:nvPicPr>
            <p:cNvPr id="273" name="Google Shape;273;p13" descr="Image result for wax seal">
              <a:hlinkClick r:id="rId4" action="ppaction://hlinksldjump"/>
            </p:cNvPr>
            <p:cNvPicPr preferRelativeResize="0"/>
            <p:nvPr/>
          </p:nvPicPr>
          <p:blipFill rotWithShape="1">
            <a:blip r:embed="rId5">
              <a:alphaModFix/>
            </a:blip>
            <a:srcRect l="21039" t="10909" r="21038" b="10908"/>
            <a:stretch/>
          </p:blipFill>
          <p:spPr>
            <a:xfrm>
              <a:off x="3641271" y="933450"/>
              <a:ext cx="1213758" cy="1638300"/>
            </a:xfrm>
            <a:prstGeom prst="rect">
              <a:avLst/>
            </a:prstGeom>
            <a:noFill/>
            <a:ln>
              <a:noFill/>
            </a:ln>
          </p:spPr>
        </p:pic>
        <p:pic>
          <p:nvPicPr>
            <p:cNvPr id="274" name="Google Shape;274;p13" descr="Image result for hogwarts crest">
              <a:hlinkClick r:id="rId4" action="ppaction://hlinksldjump"/>
            </p:cNvPr>
            <p:cNvPicPr preferRelativeResize="0"/>
            <p:nvPr/>
          </p:nvPicPr>
          <p:blipFill rotWithShape="1">
            <a:blip r:embed="rId6">
              <a:alphaModFix/>
            </a:blip>
            <a:srcRect l="16621" t="10619" r="13221" b="17354"/>
            <a:stretch/>
          </p:blipFill>
          <p:spPr>
            <a:xfrm>
              <a:off x="3905250" y="1073704"/>
              <a:ext cx="685800" cy="751286"/>
            </a:xfrm>
            <a:prstGeom prst="ellipse">
              <a:avLst/>
            </a:prstGeom>
            <a:noFill/>
            <a:ln>
              <a:noFill/>
            </a:ln>
          </p:spPr>
        </p:pic>
      </p:grpSp>
      <p:grpSp>
        <p:nvGrpSpPr>
          <p:cNvPr id="275" name="Google Shape;275;p13"/>
          <p:cNvGrpSpPr/>
          <p:nvPr/>
        </p:nvGrpSpPr>
        <p:grpSpPr>
          <a:xfrm>
            <a:off x="7772400" y="3452668"/>
            <a:ext cx="1219200" cy="1595582"/>
            <a:chOff x="950617" y="914400"/>
            <a:chExt cx="1280954" cy="1676400"/>
          </a:xfrm>
        </p:grpSpPr>
        <p:pic>
          <p:nvPicPr>
            <p:cNvPr id="276" name="Google Shape;276;p13" descr="Image result for wax seal">
              <a:hlinkClick r:id="rId7" action="ppaction://hlinksldjump"/>
            </p:cNvPr>
            <p:cNvPicPr preferRelativeResize="0"/>
            <p:nvPr/>
          </p:nvPicPr>
          <p:blipFill rotWithShape="1">
            <a:blip r:embed="rId8">
              <a:alphaModFix/>
            </a:blip>
            <a:srcRect l="19436" t="10000" r="19435" b="10000"/>
            <a:stretch/>
          </p:blipFill>
          <p:spPr>
            <a:xfrm>
              <a:off x="950617" y="914400"/>
              <a:ext cx="1280954" cy="1676400"/>
            </a:xfrm>
            <a:prstGeom prst="rect">
              <a:avLst/>
            </a:prstGeom>
            <a:noFill/>
            <a:ln>
              <a:noFill/>
            </a:ln>
          </p:spPr>
        </p:pic>
        <p:pic>
          <p:nvPicPr>
            <p:cNvPr id="277" name="Google Shape;277;p13" descr="Image result for hogwarts crest">
              <a:hlinkClick r:id="rId7" action="ppaction://hlinksldjump"/>
            </p:cNvPr>
            <p:cNvPicPr preferRelativeResize="0"/>
            <p:nvPr/>
          </p:nvPicPr>
          <p:blipFill rotWithShape="1">
            <a:blip r:embed="rId9">
              <a:alphaModFix/>
            </a:blip>
            <a:srcRect l="16621" t="10619" r="13221" b="17354"/>
            <a:stretch/>
          </p:blipFill>
          <p:spPr>
            <a:xfrm>
              <a:off x="1248194" y="1073704"/>
              <a:ext cx="685800" cy="751286"/>
            </a:xfrm>
            <a:prstGeom prst="ellipse">
              <a:avLst/>
            </a:prstGeom>
            <a:noFill/>
            <a:ln>
              <a:noFill/>
            </a:ln>
          </p:spPr>
        </p:pic>
      </p:grpSp>
      <p:sp>
        <p:nvSpPr>
          <p:cNvPr id="278" name="Google Shape;278;p13"/>
          <p:cNvSpPr txBox="1">
            <a:spLocks noGrp="1"/>
          </p:cNvSpPr>
          <p:nvPr>
            <p:ph type="title" idx="4294967295"/>
          </p:nvPr>
        </p:nvSpPr>
        <p:spPr>
          <a:xfrm>
            <a:off x="457200" y="-1162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Question </a:t>
            </a:r>
            <a:r>
              <a:rPr lang="en-US"/>
              <a:t>J</a:t>
            </a:r>
            <a:endParaRPr/>
          </a:p>
        </p:txBody>
      </p:sp>
      <p:sp>
        <p:nvSpPr>
          <p:cNvPr id="279" name="Google Shape;279;p13"/>
          <p:cNvSpPr txBox="1"/>
          <p:nvPr/>
        </p:nvSpPr>
        <p:spPr>
          <a:xfrm>
            <a:off x="440661" y="555925"/>
            <a:ext cx="8229600" cy="2553600"/>
          </a:xfrm>
          <a:prstGeom prst="rect">
            <a:avLst/>
          </a:prstGeom>
          <a:noFill/>
          <a:ln>
            <a:noFill/>
          </a:ln>
        </p:spPr>
        <p:txBody>
          <a:bodyPr spcFirstLastPara="1" wrap="square" lIns="91425" tIns="45700" rIns="91425" bIns="45700" anchor="t" anchorCtr="0">
            <a:spAutoFit/>
          </a:bodyPr>
          <a:lstStyle/>
          <a:p>
            <a:pPr marL="0" lvl="0" indent="0" algn="ctr" rtl="0">
              <a:lnSpc>
                <a:spcPct val="115000"/>
              </a:lnSpc>
              <a:spcBef>
                <a:spcPts val="1200"/>
              </a:spcBef>
              <a:spcAft>
                <a:spcPts val="0"/>
              </a:spcAft>
              <a:buClr>
                <a:schemeClr val="dk1"/>
              </a:buClr>
              <a:buSzPts val="1100"/>
              <a:buFont typeface="Arial"/>
              <a:buNone/>
            </a:pPr>
            <a:r>
              <a:rPr lang="en-US" sz="2000" b="1">
                <a:solidFill>
                  <a:srgbClr val="990000"/>
                </a:solidFill>
                <a:latin typeface="Times New Roman"/>
                <a:ea typeface="Times New Roman"/>
                <a:cs typeface="Times New Roman"/>
                <a:sym typeface="Times New Roman"/>
              </a:rPr>
              <a:t>Question 8: “The filament inside the old light bulb burned out, leaving the room in darkness.” What does the word "Filament" mean?</a:t>
            </a:r>
            <a:endParaRPr sz="2000" b="1">
              <a:solidFill>
                <a:srgbClr val="990000"/>
              </a:solidFill>
              <a:latin typeface="Times New Roman"/>
              <a:ea typeface="Times New Roman"/>
              <a:cs typeface="Times New Roman"/>
              <a:sym typeface="Times New Roman"/>
            </a:endParaRPr>
          </a:p>
          <a:p>
            <a:pPr marL="0" lvl="0" indent="0" algn="ctr"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457200" lvl="0" indent="0" algn="ctr" rtl="0">
              <a:spcBef>
                <a:spcPts val="1200"/>
              </a:spcBef>
              <a:spcAft>
                <a:spcPts val="0"/>
              </a:spcAft>
              <a:buNone/>
            </a:pPr>
            <a:endParaRPr sz="2200">
              <a:solidFill>
                <a:schemeClr val="dk1"/>
              </a:solidFill>
              <a:latin typeface="Times New Roman"/>
              <a:ea typeface="Times New Roman"/>
              <a:cs typeface="Times New Roman"/>
              <a:sym typeface="Times New Roman"/>
            </a:endParaRPr>
          </a:p>
          <a:p>
            <a:pPr marL="457200" lvl="0" indent="0" algn="ctr" rtl="0">
              <a:lnSpc>
                <a:spcPct val="115000"/>
              </a:lnSpc>
              <a:spcBef>
                <a:spcPts val="1200"/>
              </a:spcBef>
              <a:spcAft>
                <a:spcPts val="1200"/>
              </a:spcAft>
              <a:buNone/>
            </a:pPr>
            <a:endParaRPr sz="2200">
              <a:solidFill>
                <a:schemeClr val="dk1"/>
              </a:solidFill>
              <a:latin typeface="Times New Roman"/>
              <a:ea typeface="Times New Roman"/>
              <a:cs typeface="Times New Roman"/>
              <a:sym typeface="Times New Roman"/>
            </a:endParaRPr>
          </a:p>
        </p:txBody>
      </p:sp>
      <p:sp>
        <p:nvSpPr>
          <p:cNvPr id="280" name="Google Shape;280;p13"/>
          <p:cNvSpPr/>
          <p:nvPr/>
        </p:nvSpPr>
        <p:spPr>
          <a:xfrm>
            <a:off x="1115575" y="1571825"/>
            <a:ext cx="3220074"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A. The weakest or most unpleasant part of something</a:t>
            </a: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81" name="Google Shape;281;p13"/>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82" name="Google Shape;282;p13"/>
          <p:cNvSpPr/>
          <p:nvPr/>
        </p:nvSpPr>
        <p:spPr>
          <a:xfrm>
            <a:off x="1115575" y="28763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   </a:t>
            </a:r>
            <a:endParaRPr sz="2000" b="1">
              <a:solidFill>
                <a:srgbClr val="980000"/>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C. An inn with a central courtyard in the desert</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83" name="Google Shape;283;p13"/>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B. A thin thread or fibre of natural or artificial material</a:t>
            </a: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84" name="Google Shape;284;p13"/>
          <p:cNvSpPr/>
          <p:nvPr/>
        </p:nvSpPr>
        <p:spPr>
          <a:xfrm>
            <a:off x="4962025" y="28763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D.  A wise saying</a:t>
            </a: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85" name="Google Shape;285;p13"/>
          <p:cNvSpPr txBox="1"/>
          <p:nvPr/>
        </p:nvSpPr>
        <p:spPr>
          <a:xfrm>
            <a:off x="1420475" y="3970250"/>
            <a:ext cx="6503400" cy="7080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2000" b="1">
                <a:solidFill>
                  <a:srgbClr val="1C4587"/>
                </a:solidFill>
                <a:latin typeface="Times New Roman"/>
                <a:ea typeface="Times New Roman"/>
                <a:cs typeface="Times New Roman"/>
                <a:sym typeface="Times New Roman"/>
              </a:rPr>
              <a:t>B. A</a:t>
            </a:r>
            <a:r>
              <a:rPr lang="en-US" sz="2000" b="1">
                <a:solidFill>
                  <a:srgbClr val="1C4587"/>
                </a:solidFill>
                <a:uFill>
                  <a:noFill/>
                </a:uFill>
                <a:latin typeface="Times New Roman"/>
                <a:ea typeface="Times New Roman"/>
                <a:cs typeface="Times New Roman"/>
                <a:sym typeface="Times New Roman"/>
                <a:hlinkClick r:id="rId10">
                  <a:extLst>
                    <a:ext uri="{A12FA001-AC4F-418D-AE19-62706E023703}">
                      <ahyp:hlinkClr xmlns:ahyp="http://schemas.microsoft.com/office/drawing/2018/hyperlinkcolor" val="tx"/>
                    </a:ext>
                  </a:extLst>
                </a:hlinkClick>
              </a:rPr>
              <a:t> thin</a:t>
            </a:r>
            <a:r>
              <a:rPr lang="en-US" sz="2000" b="1">
                <a:solidFill>
                  <a:srgbClr val="1C4587"/>
                </a:solidFill>
                <a:uFill>
                  <a:noFill/>
                </a:uFill>
                <a:latin typeface="Times New Roman"/>
                <a:ea typeface="Times New Roman"/>
                <a:cs typeface="Times New Roman"/>
                <a:sym typeface="Times New Roman"/>
                <a:hlinkClick r:id="rId11">
                  <a:extLst>
                    <a:ext uri="{A12FA001-AC4F-418D-AE19-62706E023703}">
                      <ahyp:hlinkClr xmlns:ahyp="http://schemas.microsoft.com/office/drawing/2018/hyperlinkcolor" val="tx"/>
                    </a:ext>
                  </a:extLst>
                </a:hlinkClick>
              </a:rPr>
              <a:t> thread</a:t>
            </a:r>
            <a:r>
              <a:rPr lang="en-US" sz="2000" b="1">
                <a:solidFill>
                  <a:srgbClr val="1C4587"/>
                </a:solidFill>
                <a:latin typeface="Times New Roman"/>
                <a:ea typeface="Times New Roman"/>
                <a:cs typeface="Times New Roman"/>
                <a:sym typeface="Times New Roman"/>
              </a:rPr>
              <a:t> or</a:t>
            </a:r>
            <a:r>
              <a:rPr lang="en-US" sz="2000" b="1">
                <a:solidFill>
                  <a:srgbClr val="1C4587"/>
                </a:solidFill>
                <a:uFill>
                  <a:noFill/>
                </a:uFill>
                <a:latin typeface="Times New Roman"/>
                <a:ea typeface="Times New Roman"/>
                <a:cs typeface="Times New Roman"/>
                <a:sym typeface="Times New Roman"/>
                <a:hlinkClick r:id="rId12">
                  <a:extLst>
                    <a:ext uri="{A12FA001-AC4F-418D-AE19-62706E023703}">
                      <ahyp:hlinkClr xmlns:ahyp="http://schemas.microsoft.com/office/drawing/2018/hyperlinkcolor" val="tx"/>
                    </a:ext>
                  </a:extLst>
                </a:hlinkClick>
              </a:rPr>
              <a:t> fibre</a:t>
            </a:r>
            <a:r>
              <a:rPr lang="en-US" sz="2000" b="1">
                <a:solidFill>
                  <a:srgbClr val="1C4587"/>
                </a:solidFill>
                <a:latin typeface="Times New Roman"/>
                <a:ea typeface="Times New Roman"/>
                <a:cs typeface="Times New Roman"/>
                <a:sym typeface="Times New Roman"/>
              </a:rPr>
              <a:t> of</a:t>
            </a:r>
            <a:r>
              <a:rPr lang="en-US" sz="2000" b="1">
                <a:solidFill>
                  <a:srgbClr val="1C4587"/>
                </a:solidFill>
                <a:uFill>
                  <a:noFill/>
                </a:uFill>
                <a:latin typeface="Times New Roman"/>
                <a:ea typeface="Times New Roman"/>
                <a:cs typeface="Times New Roman"/>
                <a:sym typeface="Times New Roman"/>
                <a:hlinkClick r:id="rId13">
                  <a:extLst>
                    <a:ext uri="{A12FA001-AC4F-418D-AE19-62706E023703}">
                      <ahyp:hlinkClr xmlns:ahyp="http://schemas.microsoft.com/office/drawing/2018/hyperlinkcolor" val="tx"/>
                    </a:ext>
                  </a:extLst>
                </a:hlinkClick>
              </a:rPr>
              <a:t> natural</a:t>
            </a:r>
            <a:r>
              <a:rPr lang="en-US" sz="2000" b="1">
                <a:solidFill>
                  <a:srgbClr val="1C4587"/>
                </a:solidFill>
                <a:latin typeface="Times New Roman"/>
                <a:ea typeface="Times New Roman"/>
                <a:cs typeface="Times New Roman"/>
                <a:sym typeface="Times New Roman"/>
              </a:rPr>
              <a:t> or</a:t>
            </a:r>
            <a:r>
              <a:rPr lang="en-US" sz="2000" b="1">
                <a:solidFill>
                  <a:srgbClr val="1C4587"/>
                </a:solidFill>
                <a:uFill>
                  <a:noFill/>
                </a:uFill>
                <a:latin typeface="Times New Roman"/>
                <a:ea typeface="Times New Roman"/>
                <a:cs typeface="Times New Roman"/>
                <a:sym typeface="Times New Roman"/>
                <a:hlinkClick r:id="rId14">
                  <a:extLst>
                    <a:ext uri="{A12FA001-AC4F-418D-AE19-62706E023703}">
                      <ahyp:hlinkClr xmlns:ahyp="http://schemas.microsoft.com/office/drawing/2018/hyperlinkcolor" val="tx"/>
                    </a:ext>
                  </a:extLst>
                </a:hlinkClick>
              </a:rPr>
              <a:t> artificial</a:t>
            </a:r>
            <a:r>
              <a:rPr lang="en-US" sz="2000" b="1">
                <a:solidFill>
                  <a:srgbClr val="1C4587"/>
                </a:solidFill>
                <a:uFill>
                  <a:noFill/>
                </a:uFill>
                <a:latin typeface="Times New Roman"/>
                <a:ea typeface="Times New Roman"/>
                <a:cs typeface="Times New Roman"/>
                <a:sym typeface="Times New Roman"/>
                <a:hlinkClick r:id="rId15">
                  <a:extLst>
                    <a:ext uri="{A12FA001-AC4F-418D-AE19-62706E023703}">
                      <ahyp:hlinkClr xmlns:ahyp="http://schemas.microsoft.com/office/drawing/2018/hyperlinkcolor" val="tx"/>
                    </a:ext>
                  </a:extLst>
                </a:hlinkClick>
              </a:rPr>
              <a:t> materia</a:t>
            </a:r>
            <a:r>
              <a:rPr lang="en-US" sz="2000" b="1">
                <a:solidFill>
                  <a:srgbClr val="1C4587"/>
                </a:solidFill>
                <a:latin typeface="Times New Roman"/>
                <a:ea typeface="Times New Roman"/>
                <a:cs typeface="Times New Roman"/>
                <a:sym typeface="Times New Roman"/>
              </a:rPr>
              <a:t>l</a:t>
            </a:r>
            <a:endParaRPr sz="2000" b="1">
              <a:solidFill>
                <a:srgbClr val="1C4587"/>
              </a:solidFill>
              <a:latin typeface="Times New Roman"/>
              <a:ea typeface="Times New Roman"/>
              <a:cs typeface="Times New Roman"/>
              <a:sym typeface="Times New Roman"/>
            </a:endParaRPr>
          </a:p>
          <a:p>
            <a:pPr marL="0" lvl="0" indent="0" algn="ctr" rtl="0">
              <a:spcBef>
                <a:spcPts val="0"/>
              </a:spcBef>
              <a:spcAft>
                <a:spcPts val="0"/>
              </a:spcAft>
              <a:buClr>
                <a:schemeClr val="dk1"/>
              </a:buClr>
              <a:buSzPts val="1100"/>
              <a:buFont typeface="Arial"/>
              <a:buNone/>
            </a:pPr>
            <a:endParaRPr sz="2000" b="1">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90"/>
        <p:cNvGrpSpPr/>
        <p:nvPr/>
      </p:nvGrpSpPr>
      <p:grpSpPr>
        <a:xfrm>
          <a:off x="0" y="0"/>
          <a:ext cx="0" cy="0"/>
          <a:chOff x="0" y="0"/>
          <a:chExt cx="0" cy="0"/>
        </a:xfrm>
      </p:grpSpPr>
      <p:grpSp>
        <p:nvGrpSpPr>
          <p:cNvPr id="291" name="Google Shape;291;p14"/>
          <p:cNvGrpSpPr/>
          <p:nvPr/>
        </p:nvGrpSpPr>
        <p:grpSpPr>
          <a:xfrm>
            <a:off x="152400" y="3488932"/>
            <a:ext cx="1155243" cy="1559318"/>
            <a:chOff x="3641271" y="933450"/>
            <a:chExt cx="1213758" cy="1638300"/>
          </a:xfrm>
        </p:grpSpPr>
        <p:pic>
          <p:nvPicPr>
            <p:cNvPr id="292" name="Google Shape;292;p14" descr="Image result for wax seal">
              <a:hlinkClick r:id="rId4" action="ppaction://hlinksldjump"/>
            </p:cNvPr>
            <p:cNvPicPr preferRelativeResize="0"/>
            <p:nvPr/>
          </p:nvPicPr>
          <p:blipFill rotWithShape="1">
            <a:blip r:embed="rId5">
              <a:alphaModFix/>
            </a:blip>
            <a:srcRect l="21039" t="10909" r="21038" b="10908"/>
            <a:stretch/>
          </p:blipFill>
          <p:spPr>
            <a:xfrm>
              <a:off x="3641271" y="933450"/>
              <a:ext cx="1213758" cy="1638300"/>
            </a:xfrm>
            <a:prstGeom prst="rect">
              <a:avLst/>
            </a:prstGeom>
            <a:noFill/>
            <a:ln>
              <a:noFill/>
            </a:ln>
          </p:spPr>
        </p:pic>
        <p:pic>
          <p:nvPicPr>
            <p:cNvPr id="293" name="Google Shape;293;p14" descr="Image result for hogwarts crest">
              <a:hlinkClick r:id="rId4" action="ppaction://hlinksldjump"/>
            </p:cNvPr>
            <p:cNvPicPr preferRelativeResize="0"/>
            <p:nvPr/>
          </p:nvPicPr>
          <p:blipFill rotWithShape="1">
            <a:blip r:embed="rId6">
              <a:alphaModFix/>
            </a:blip>
            <a:srcRect l="16621" t="10619" r="13221" b="17354"/>
            <a:stretch/>
          </p:blipFill>
          <p:spPr>
            <a:xfrm>
              <a:off x="3905250" y="1073704"/>
              <a:ext cx="685800" cy="751286"/>
            </a:xfrm>
            <a:prstGeom prst="ellipse">
              <a:avLst/>
            </a:prstGeom>
            <a:noFill/>
            <a:ln>
              <a:noFill/>
            </a:ln>
          </p:spPr>
        </p:pic>
      </p:grpSp>
      <p:grpSp>
        <p:nvGrpSpPr>
          <p:cNvPr id="294" name="Google Shape;294;p14"/>
          <p:cNvGrpSpPr/>
          <p:nvPr/>
        </p:nvGrpSpPr>
        <p:grpSpPr>
          <a:xfrm>
            <a:off x="7772400" y="3452668"/>
            <a:ext cx="1219200" cy="1595582"/>
            <a:chOff x="950617" y="914400"/>
            <a:chExt cx="1280954" cy="1676400"/>
          </a:xfrm>
        </p:grpSpPr>
        <p:pic>
          <p:nvPicPr>
            <p:cNvPr id="295" name="Google Shape;295;p14" descr="Image result for wax seal">
              <a:hlinkClick r:id="rId7" action="ppaction://hlinksldjump"/>
            </p:cNvPr>
            <p:cNvPicPr preferRelativeResize="0"/>
            <p:nvPr/>
          </p:nvPicPr>
          <p:blipFill rotWithShape="1">
            <a:blip r:embed="rId8">
              <a:alphaModFix/>
            </a:blip>
            <a:srcRect l="19436" t="10000" r="19435" b="10000"/>
            <a:stretch/>
          </p:blipFill>
          <p:spPr>
            <a:xfrm>
              <a:off x="950617" y="914400"/>
              <a:ext cx="1280954" cy="1676400"/>
            </a:xfrm>
            <a:prstGeom prst="rect">
              <a:avLst/>
            </a:prstGeom>
            <a:noFill/>
            <a:ln>
              <a:noFill/>
            </a:ln>
          </p:spPr>
        </p:pic>
        <p:pic>
          <p:nvPicPr>
            <p:cNvPr id="296" name="Google Shape;296;p14" descr="Image result for hogwarts crest">
              <a:hlinkClick r:id="rId7" action="ppaction://hlinksldjump"/>
            </p:cNvPr>
            <p:cNvPicPr preferRelativeResize="0"/>
            <p:nvPr/>
          </p:nvPicPr>
          <p:blipFill rotWithShape="1">
            <a:blip r:embed="rId9">
              <a:alphaModFix/>
            </a:blip>
            <a:srcRect l="16621" t="10619" r="13221" b="17354"/>
            <a:stretch/>
          </p:blipFill>
          <p:spPr>
            <a:xfrm>
              <a:off x="1248194" y="1073704"/>
              <a:ext cx="685800" cy="751286"/>
            </a:xfrm>
            <a:prstGeom prst="ellipse">
              <a:avLst/>
            </a:prstGeom>
            <a:noFill/>
            <a:ln>
              <a:noFill/>
            </a:ln>
          </p:spPr>
        </p:pic>
      </p:grpSp>
      <p:sp>
        <p:nvSpPr>
          <p:cNvPr id="297" name="Google Shape;297;p14"/>
          <p:cNvSpPr txBox="1">
            <a:spLocks noGrp="1"/>
          </p:cNvSpPr>
          <p:nvPr>
            <p:ph type="title" idx="4294967295"/>
          </p:nvPr>
        </p:nvSpPr>
        <p:spPr>
          <a:xfrm>
            <a:off x="457200" y="-1162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Question </a:t>
            </a:r>
            <a:r>
              <a:rPr lang="en-US"/>
              <a:t>K</a:t>
            </a:r>
            <a:endParaRPr/>
          </a:p>
        </p:txBody>
      </p:sp>
      <p:sp>
        <p:nvSpPr>
          <p:cNvPr id="298" name="Google Shape;298;p14"/>
          <p:cNvSpPr txBox="1"/>
          <p:nvPr/>
        </p:nvSpPr>
        <p:spPr>
          <a:xfrm>
            <a:off x="903000" y="507425"/>
            <a:ext cx="7338000" cy="3061500"/>
          </a:xfrm>
          <a:prstGeom prst="rect">
            <a:avLst/>
          </a:prstGeom>
          <a:noFill/>
          <a:ln>
            <a:noFill/>
          </a:ln>
        </p:spPr>
        <p:txBody>
          <a:bodyPr spcFirstLastPara="1" wrap="square" lIns="91425" tIns="45700" rIns="91425" bIns="45700" anchor="t" anchorCtr="0">
            <a:spAutoFit/>
          </a:bodyPr>
          <a:lstStyle/>
          <a:p>
            <a:pPr marL="0" lvl="0" indent="0" algn="ctr" rtl="0">
              <a:lnSpc>
                <a:spcPct val="115000"/>
              </a:lnSpc>
              <a:spcBef>
                <a:spcPts val="1200"/>
              </a:spcBef>
              <a:spcAft>
                <a:spcPts val="0"/>
              </a:spcAft>
              <a:buClr>
                <a:schemeClr val="dk1"/>
              </a:buClr>
              <a:buSzPts val="1100"/>
              <a:buFont typeface="Arial"/>
              <a:buNone/>
            </a:pPr>
            <a:r>
              <a:rPr lang="en-US" sz="2000" b="1">
                <a:solidFill>
                  <a:srgbClr val="980000"/>
                </a:solidFill>
                <a:latin typeface="Times New Roman"/>
                <a:ea typeface="Times New Roman"/>
                <a:cs typeface="Times New Roman"/>
                <a:sym typeface="Times New Roman"/>
              </a:rPr>
              <a:t>Question 9: Which of the following words means "to suppose that something is true without having evidence to confirm it" ?</a:t>
            </a:r>
            <a:endParaRPr sz="2000" b="1">
              <a:solidFill>
                <a:srgbClr val="980000"/>
              </a:solidFill>
              <a:latin typeface="Times New Roman"/>
              <a:ea typeface="Times New Roman"/>
              <a:cs typeface="Times New Roman"/>
              <a:sym typeface="Times New Roman"/>
            </a:endParaRPr>
          </a:p>
          <a:p>
            <a:pPr marL="0" lvl="0" indent="0" algn="ctr" rtl="0">
              <a:lnSpc>
                <a:spcPct val="115000"/>
              </a:lnSpc>
              <a:spcBef>
                <a:spcPts val="1200"/>
              </a:spcBef>
              <a:spcAft>
                <a:spcPts val="0"/>
              </a:spcAft>
              <a:buClr>
                <a:schemeClr val="dk1"/>
              </a:buClr>
              <a:buSzPts val="1100"/>
              <a:buFont typeface="Arial"/>
              <a:buNone/>
            </a:pPr>
            <a:endParaRPr sz="2000" b="1">
              <a:solidFill>
                <a:srgbClr val="CC4125"/>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457200" lvl="0" indent="0" algn="l" rtl="0">
              <a:spcBef>
                <a:spcPts val="1200"/>
              </a:spcBef>
              <a:spcAft>
                <a:spcPts val="0"/>
              </a:spcAft>
              <a:buNone/>
            </a:pPr>
            <a:endParaRPr sz="22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2200">
              <a:solidFill>
                <a:schemeClr val="dk1"/>
              </a:solidFill>
              <a:latin typeface="Times New Roman"/>
              <a:ea typeface="Times New Roman"/>
              <a:cs typeface="Times New Roman"/>
              <a:sym typeface="Times New Roman"/>
            </a:endParaRPr>
          </a:p>
        </p:txBody>
      </p:sp>
      <p:sp>
        <p:nvSpPr>
          <p:cNvPr id="299" name="Google Shape;299;p14"/>
          <p:cNvSpPr/>
          <p:nvPr/>
        </p:nvSpPr>
        <p:spPr>
          <a:xfrm>
            <a:off x="111557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A. Deduce</a:t>
            </a:r>
            <a:endParaRPr sz="20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300" name="Google Shape;300;p14"/>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301" name="Google Shape;301;p14"/>
          <p:cNvSpPr/>
          <p:nvPr/>
        </p:nvSpPr>
        <p:spPr>
          <a:xfrm>
            <a:off x="1026675" y="28157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C. Assert</a:t>
            </a: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302" name="Google Shape;302;p14"/>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B. Surmise</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303" name="Google Shape;303;p14"/>
          <p:cNvSpPr/>
          <p:nvPr/>
        </p:nvSpPr>
        <p:spPr>
          <a:xfrm>
            <a:off x="4962025" y="28763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D. Verify</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304" name="Google Shape;304;p14"/>
          <p:cNvSpPr txBox="1"/>
          <p:nvPr/>
        </p:nvSpPr>
        <p:spPr>
          <a:xfrm>
            <a:off x="1407435" y="3748444"/>
            <a:ext cx="6265200" cy="6309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3500" b="1">
                <a:solidFill>
                  <a:srgbClr val="1C4587"/>
                </a:solidFill>
                <a:latin typeface="Times New Roman"/>
                <a:ea typeface="Times New Roman"/>
                <a:cs typeface="Times New Roman"/>
                <a:sym typeface="Times New Roman"/>
              </a:rPr>
              <a:t>B. Surmise</a:t>
            </a:r>
            <a:endParaRPr sz="3500" b="1" i="0" u="none" strike="noStrike" cap="none">
              <a:solidFill>
                <a:srgbClr val="1C4587"/>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09"/>
        <p:cNvGrpSpPr/>
        <p:nvPr/>
      </p:nvGrpSpPr>
      <p:grpSpPr>
        <a:xfrm>
          <a:off x="0" y="0"/>
          <a:ext cx="0" cy="0"/>
          <a:chOff x="0" y="0"/>
          <a:chExt cx="0" cy="0"/>
        </a:xfrm>
      </p:grpSpPr>
      <p:grpSp>
        <p:nvGrpSpPr>
          <p:cNvPr id="310" name="Google Shape;310;p15"/>
          <p:cNvGrpSpPr/>
          <p:nvPr/>
        </p:nvGrpSpPr>
        <p:grpSpPr>
          <a:xfrm>
            <a:off x="152400" y="3488932"/>
            <a:ext cx="1155243" cy="1559318"/>
            <a:chOff x="3641271" y="933450"/>
            <a:chExt cx="1213758" cy="1638300"/>
          </a:xfrm>
        </p:grpSpPr>
        <p:pic>
          <p:nvPicPr>
            <p:cNvPr id="311" name="Google Shape;311;p15" descr="Image result for wax seal">
              <a:hlinkClick r:id="rId4" action="ppaction://hlinksldjump"/>
            </p:cNvPr>
            <p:cNvPicPr preferRelativeResize="0"/>
            <p:nvPr/>
          </p:nvPicPr>
          <p:blipFill rotWithShape="1">
            <a:blip r:embed="rId5">
              <a:alphaModFix/>
            </a:blip>
            <a:srcRect l="21039" t="10909" r="21038" b="10908"/>
            <a:stretch/>
          </p:blipFill>
          <p:spPr>
            <a:xfrm>
              <a:off x="3641271" y="933450"/>
              <a:ext cx="1213758" cy="1638300"/>
            </a:xfrm>
            <a:prstGeom prst="rect">
              <a:avLst/>
            </a:prstGeom>
            <a:noFill/>
            <a:ln>
              <a:noFill/>
            </a:ln>
          </p:spPr>
        </p:pic>
        <p:pic>
          <p:nvPicPr>
            <p:cNvPr id="312" name="Google Shape;312;p15" descr="Image result for hogwarts crest">
              <a:hlinkClick r:id="rId4" action="ppaction://hlinksldjump"/>
            </p:cNvPr>
            <p:cNvPicPr preferRelativeResize="0"/>
            <p:nvPr/>
          </p:nvPicPr>
          <p:blipFill rotWithShape="1">
            <a:blip r:embed="rId6">
              <a:alphaModFix/>
            </a:blip>
            <a:srcRect l="16621" t="10619" r="13221" b="17354"/>
            <a:stretch/>
          </p:blipFill>
          <p:spPr>
            <a:xfrm>
              <a:off x="3905250" y="1073704"/>
              <a:ext cx="685800" cy="751286"/>
            </a:xfrm>
            <a:prstGeom prst="ellipse">
              <a:avLst/>
            </a:prstGeom>
            <a:noFill/>
            <a:ln>
              <a:noFill/>
            </a:ln>
          </p:spPr>
        </p:pic>
      </p:grpSp>
      <p:grpSp>
        <p:nvGrpSpPr>
          <p:cNvPr id="313" name="Google Shape;313;p15"/>
          <p:cNvGrpSpPr/>
          <p:nvPr/>
        </p:nvGrpSpPr>
        <p:grpSpPr>
          <a:xfrm>
            <a:off x="7772400" y="3452668"/>
            <a:ext cx="1219200" cy="1595582"/>
            <a:chOff x="950617" y="914400"/>
            <a:chExt cx="1280954" cy="1676400"/>
          </a:xfrm>
        </p:grpSpPr>
        <p:pic>
          <p:nvPicPr>
            <p:cNvPr id="314" name="Google Shape;314;p15" descr="Image result for wax seal"/>
            <p:cNvPicPr preferRelativeResize="0"/>
            <p:nvPr/>
          </p:nvPicPr>
          <p:blipFill rotWithShape="1">
            <a:blip r:embed="rId7">
              <a:alphaModFix/>
            </a:blip>
            <a:srcRect l="19436" t="10000" r="19435" b="10000"/>
            <a:stretch/>
          </p:blipFill>
          <p:spPr>
            <a:xfrm>
              <a:off x="950617" y="914400"/>
              <a:ext cx="1280954" cy="1676400"/>
            </a:xfrm>
            <a:prstGeom prst="rect">
              <a:avLst/>
            </a:prstGeom>
            <a:noFill/>
            <a:ln>
              <a:noFill/>
            </a:ln>
          </p:spPr>
        </p:pic>
        <p:pic>
          <p:nvPicPr>
            <p:cNvPr id="315" name="Google Shape;315;p15" descr="Image result for hogwarts crest"/>
            <p:cNvPicPr preferRelativeResize="0"/>
            <p:nvPr/>
          </p:nvPicPr>
          <p:blipFill rotWithShape="1">
            <a:blip r:embed="rId8">
              <a:alphaModFix/>
            </a:blip>
            <a:srcRect l="16621" t="10619" r="13221" b="17354"/>
            <a:stretch/>
          </p:blipFill>
          <p:spPr>
            <a:xfrm>
              <a:off x="1248194" y="1073704"/>
              <a:ext cx="685800" cy="751286"/>
            </a:xfrm>
            <a:prstGeom prst="ellipse">
              <a:avLst/>
            </a:prstGeom>
            <a:noFill/>
            <a:ln>
              <a:noFill/>
            </a:ln>
          </p:spPr>
        </p:pic>
      </p:grpSp>
      <p:sp>
        <p:nvSpPr>
          <p:cNvPr id="316" name="Google Shape;316;p15"/>
          <p:cNvSpPr txBox="1">
            <a:spLocks noGrp="1"/>
          </p:cNvSpPr>
          <p:nvPr>
            <p:ph type="title" idx="4294967295"/>
          </p:nvPr>
        </p:nvSpPr>
        <p:spPr>
          <a:xfrm>
            <a:off x="457200" y="-10858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Question </a:t>
            </a:r>
            <a:r>
              <a:rPr lang="en-US"/>
              <a:t>L</a:t>
            </a:r>
            <a:endParaRPr/>
          </a:p>
        </p:txBody>
      </p:sp>
      <p:sp>
        <p:nvSpPr>
          <p:cNvPr id="317" name="Google Shape;317;p15"/>
          <p:cNvSpPr txBox="1"/>
          <p:nvPr/>
        </p:nvSpPr>
        <p:spPr>
          <a:xfrm>
            <a:off x="1026675" y="483200"/>
            <a:ext cx="7338000" cy="2553600"/>
          </a:xfrm>
          <a:prstGeom prst="rect">
            <a:avLst/>
          </a:prstGeom>
          <a:noFill/>
          <a:ln>
            <a:noFill/>
          </a:ln>
        </p:spPr>
        <p:txBody>
          <a:bodyPr spcFirstLastPara="1" wrap="square" lIns="91425" tIns="45700" rIns="91425" bIns="45700" anchor="t" anchorCtr="0">
            <a:spAutoFit/>
          </a:bodyPr>
          <a:lstStyle/>
          <a:p>
            <a:pPr marL="0" lvl="0" indent="0" algn="ctr" rtl="0">
              <a:lnSpc>
                <a:spcPct val="115000"/>
              </a:lnSpc>
              <a:spcBef>
                <a:spcPts val="1200"/>
              </a:spcBef>
              <a:spcAft>
                <a:spcPts val="0"/>
              </a:spcAft>
              <a:buClr>
                <a:schemeClr val="dk1"/>
              </a:buClr>
              <a:buSzPts val="1100"/>
              <a:buFont typeface="Arial"/>
              <a:buNone/>
            </a:pPr>
            <a:r>
              <a:rPr lang="en-US" sz="2000" b="1">
                <a:solidFill>
                  <a:srgbClr val="980000"/>
                </a:solidFill>
                <a:latin typeface="Times New Roman"/>
                <a:ea typeface="Times New Roman"/>
                <a:cs typeface="Times New Roman"/>
                <a:sym typeface="Times New Roman"/>
              </a:rPr>
              <a:t>Question 10: When you want to describe a status that is "almost, but not completely official", what prefix should you use?</a:t>
            </a:r>
            <a:endParaRPr sz="2000" b="1">
              <a:solidFill>
                <a:srgbClr val="980000"/>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457200" lvl="0" indent="0" algn="l" rtl="0">
              <a:spcBef>
                <a:spcPts val="1200"/>
              </a:spcBef>
              <a:spcAft>
                <a:spcPts val="0"/>
              </a:spcAft>
              <a:buNone/>
            </a:pPr>
            <a:endParaRPr sz="22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2200">
              <a:solidFill>
                <a:schemeClr val="dk1"/>
              </a:solidFill>
              <a:latin typeface="Times New Roman"/>
              <a:ea typeface="Times New Roman"/>
              <a:cs typeface="Times New Roman"/>
              <a:sym typeface="Times New Roman"/>
            </a:endParaRPr>
          </a:p>
        </p:txBody>
      </p:sp>
      <p:sp>
        <p:nvSpPr>
          <p:cNvPr id="318" name="Google Shape;318;p15"/>
          <p:cNvSpPr txBox="1"/>
          <p:nvPr/>
        </p:nvSpPr>
        <p:spPr>
          <a:xfrm>
            <a:off x="1407435" y="3748444"/>
            <a:ext cx="6265200" cy="6309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3500" b="1">
                <a:solidFill>
                  <a:srgbClr val="1C4587"/>
                </a:solidFill>
                <a:latin typeface="Times New Roman"/>
                <a:ea typeface="Times New Roman"/>
                <a:cs typeface="Times New Roman"/>
                <a:sym typeface="Times New Roman"/>
              </a:rPr>
              <a:t>Quasi- </a:t>
            </a:r>
            <a:endParaRPr sz="3500" b="1" i="0" strike="noStrike" cap="none">
              <a:solidFill>
                <a:srgbClr val="1C4587"/>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23"/>
        <p:cNvGrpSpPr/>
        <p:nvPr/>
      </p:nvGrpSpPr>
      <p:grpSpPr>
        <a:xfrm>
          <a:off x="0" y="0"/>
          <a:ext cx="0" cy="0"/>
          <a:chOff x="0" y="0"/>
          <a:chExt cx="0" cy="0"/>
        </a:xfrm>
      </p:grpSpPr>
      <p:grpSp>
        <p:nvGrpSpPr>
          <p:cNvPr id="324" name="Google Shape;324;p16"/>
          <p:cNvGrpSpPr/>
          <p:nvPr/>
        </p:nvGrpSpPr>
        <p:grpSpPr>
          <a:xfrm>
            <a:off x="152400" y="3488932"/>
            <a:ext cx="1155243" cy="1559318"/>
            <a:chOff x="3641271" y="933450"/>
            <a:chExt cx="1213758" cy="1638300"/>
          </a:xfrm>
        </p:grpSpPr>
        <p:pic>
          <p:nvPicPr>
            <p:cNvPr id="325" name="Google Shape;325;p16" descr="Image result for wax seal">
              <a:hlinkClick r:id="rId4" action="ppaction://hlinksldjump"/>
            </p:cNvPr>
            <p:cNvPicPr preferRelativeResize="0"/>
            <p:nvPr/>
          </p:nvPicPr>
          <p:blipFill rotWithShape="1">
            <a:blip r:embed="rId5">
              <a:alphaModFix/>
            </a:blip>
            <a:srcRect l="21039" t="10909" r="21038" b="10908"/>
            <a:stretch/>
          </p:blipFill>
          <p:spPr>
            <a:xfrm>
              <a:off x="3641271" y="933450"/>
              <a:ext cx="1213758" cy="1638300"/>
            </a:xfrm>
            <a:prstGeom prst="rect">
              <a:avLst/>
            </a:prstGeom>
            <a:noFill/>
            <a:ln>
              <a:noFill/>
            </a:ln>
          </p:spPr>
        </p:pic>
        <p:pic>
          <p:nvPicPr>
            <p:cNvPr id="326" name="Google Shape;326;p16" descr="Image result for hogwarts crest">
              <a:hlinkClick r:id="rId4" action="ppaction://hlinksldjump"/>
            </p:cNvPr>
            <p:cNvPicPr preferRelativeResize="0"/>
            <p:nvPr/>
          </p:nvPicPr>
          <p:blipFill rotWithShape="1">
            <a:blip r:embed="rId6">
              <a:alphaModFix/>
            </a:blip>
            <a:srcRect l="16621" t="10619" r="13221" b="17354"/>
            <a:stretch/>
          </p:blipFill>
          <p:spPr>
            <a:xfrm>
              <a:off x="3905250" y="1073704"/>
              <a:ext cx="685800" cy="751286"/>
            </a:xfrm>
            <a:prstGeom prst="ellipse">
              <a:avLst/>
            </a:prstGeom>
            <a:noFill/>
            <a:ln>
              <a:noFill/>
            </a:ln>
          </p:spPr>
        </p:pic>
      </p:grpSp>
      <p:grpSp>
        <p:nvGrpSpPr>
          <p:cNvPr id="327" name="Google Shape;327;p16"/>
          <p:cNvGrpSpPr/>
          <p:nvPr/>
        </p:nvGrpSpPr>
        <p:grpSpPr>
          <a:xfrm>
            <a:off x="7772400" y="3452668"/>
            <a:ext cx="1219200" cy="1595582"/>
            <a:chOff x="950617" y="914400"/>
            <a:chExt cx="1280954" cy="1676400"/>
          </a:xfrm>
        </p:grpSpPr>
        <p:pic>
          <p:nvPicPr>
            <p:cNvPr id="328" name="Google Shape;328;p16" descr="Image result for wax seal">
              <a:hlinkClick r:id="rId7" action="ppaction://hlinksldjump"/>
            </p:cNvPr>
            <p:cNvPicPr preferRelativeResize="0"/>
            <p:nvPr/>
          </p:nvPicPr>
          <p:blipFill rotWithShape="1">
            <a:blip r:embed="rId8">
              <a:alphaModFix/>
            </a:blip>
            <a:srcRect l="19436" t="10000" r="19435" b="10000"/>
            <a:stretch/>
          </p:blipFill>
          <p:spPr>
            <a:xfrm>
              <a:off x="950617" y="914400"/>
              <a:ext cx="1280954" cy="1676400"/>
            </a:xfrm>
            <a:prstGeom prst="rect">
              <a:avLst/>
            </a:prstGeom>
            <a:noFill/>
            <a:ln>
              <a:noFill/>
            </a:ln>
          </p:spPr>
        </p:pic>
        <p:pic>
          <p:nvPicPr>
            <p:cNvPr id="329" name="Google Shape;329;p16" descr="Image result for hogwarts crest">
              <a:hlinkClick r:id="rId7" action="ppaction://hlinksldjump"/>
            </p:cNvPr>
            <p:cNvPicPr preferRelativeResize="0"/>
            <p:nvPr/>
          </p:nvPicPr>
          <p:blipFill rotWithShape="1">
            <a:blip r:embed="rId9">
              <a:alphaModFix/>
            </a:blip>
            <a:srcRect l="16621" t="10619" r="13221" b="17354"/>
            <a:stretch/>
          </p:blipFill>
          <p:spPr>
            <a:xfrm>
              <a:off x="1248194" y="1073704"/>
              <a:ext cx="685800" cy="751286"/>
            </a:xfrm>
            <a:prstGeom prst="ellipse">
              <a:avLst/>
            </a:prstGeom>
            <a:noFill/>
            <a:ln>
              <a:noFill/>
            </a:ln>
          </p:spPr>
        </p:pic>
      </p:grpSp>
      <p:sp>
        <p:nvSpPr>
          <p:cNvPr id="330" name="Google Shape;330;p16"/>
          <p:cNvSpPr txBox="1">
            <a:spLocks noGrp="1"/>
          </p:cNvSpPr>
          <p:nvPr>
            <p:ph type="title" idx="4294967295"/>
          </p:nvPr>
        </p:nvSpPr>
        <p:spPr>
          <a:xfrm>
            <a:off x="457200" y="-10096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Question </a:t>
            </a:r>
            <a:r>
              <a:rPr lang="en-US"/>
              <a:t>M</a:t>
            </a:r>
            <a:endParaRPr/>
          </a:p>
        </p:txBody>
      </p:sp>
      <p:sp>
        <p:nvSpPr>
          <p:cNvPr id="331" name="Google Shape;331;p16"/>
          <p:cNvSpPr txBox="1"/>
          <p:nvPr/>
        </p:nvSpPr>
        <p:spPr>
          <a:xfrm>
            <a:off x="457200" y="684425"/>
            <a:ext cx="8367000" cy="27075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sz="2000" b="1">
                <a:solidFill>
                  <a:srgbClr val="980000"/>
                </a:solidFill>
                <a:latin typeface="Times New Roman"/>
                <a:ea typeface="Times New Roman"/>
                <a:cs typeface="Times New Roman"/>
                <a:sym typeface="Times New Roman"/>
              </a:rPr>
              <a:t>Question 11: Which word matches the definition "wealthy or prosperous"?</a:t>
            </a:r>
            <a:endParaRPr sz="2000" b="1">
              <a:solidFill>
                <a:srgbClr val="980000"/>
              </a:solidFill>
              <a:latin typeface="Times New Roman"/>
              <a:ea typeface="Times New Roman"/>
              <a:cs typeface="Times New Roman"/>
              <a:sym typeface="Times New Roman"/>
            </a:endParaRPr>
          </a:p>
          <a:p>
            <a:pPr marL="0" lvl="0" indent="0" algn="ctr" rtl="0">
              <a:lnSpc>
                <a:spcPct val="115000"/>
              </a:lnSpc>
              <a:spcBef>
                <a:spcPts val="1200"/>
              </a:spcBef>
              <a:spcAft>
                <a:spcPts val="0"/>
              </a:spcAft>
              <a:buClr>
                <a:schemeClr val="dk1"/>
              </a:buClr>
              <a:buSzPts val="1100"/>
              <a:buFont typeface="Arial"/>
              <a:buNone/>
            </a:pPr>
            <a:endParaRPr sz="2000" b="1">
              <a:solidFill>
                <a:srgbClr val="980000"/>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457200" lvl="0" indent="0" algn="l" rtl="0">
              <a:spcBef>
                <a:spcPts val="1200"/>
              </a:spcBef>
              <a:spcAft>
                <a:spcPts val="0"/>
              </a:spcAft>
              <a:buNone/>
            </a:pPr>
            <a:endParaRPr sz="22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2200">
              <a:solidFill>
                <a:schemeClr val="dk1"/>
              </a:solidFill>
              <a:latin typeface="Times New Roman"/>
              <a:ea typeface="Times New Roman"/>
              <a:cs typeface="Times New Roman"/>
              <a:sym typeface="Times New Roman"/>
            </a:endParaRPr>
          </a:p>
        </p:txBody>
      </p:sp>
      <p:sp>
        <p:nvSpPr>
          <p:cNvPr id="332" name="Google Shape;332;p16"/>
          <p:cNvSpPr/>
          <p:nvPr/>
        </p:nvSpPr>
        <p:spPr>
          <a:xfrm>
            <a:off x="111557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A. Asphalt </a:t>
            </a:r>
            <a:endParaRPr sz="20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333" name="Google Shape;333;p16"/>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334" name="Google Shape;334;p16"/>
          <p:cNvSpPr/>
          <p:nvPr/>
        </p:nvSpPr>
        <p:spPr>
          <a:xfrm>
            <a:off x="1026675" y="28157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C. Apocryphal</a:t>
            </a: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335" name="Google Shape;335;p16"/>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B. Affluent</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336" name="Google Shape;336;p16"/>
          <p:cNvSpPr/>
          <p:nvPr/>
        </p:nvSpPr>
        <p:spPr>
          <a:xfrm>
            <a:off x="4962025" y="28763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D. Genocide</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337" name="Google Shape;337;p16"/>
          <p:cNvSpPr txBox="1"/>
          <p:nvPr/>
        </p:nvSpPr>
        <p:spPr>
          <a:xfrm>
            <a:off x="1307660" y="3809044"/>
            <a:ext cx="6265200" cy="6309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3500" b="1">
                <a:solidFill>
                  <a:srgbClr val="1C4587"/>
                </a:solidFill>
                <a:latin typeface="Times New Roman"/>
                <a:ea typeface="Times New Roman"/>
                <a:cs typeface="Times New Roman"/>
                <a:sym typeface="Times New Roman"/>
              </a:rPr>
              <a:t>B. Affluent </a:t>
            </a:r>
            <a:endParaRPr sz="3500" b="1" i="0" u="none" strike="noStrike" cap="none">
              <a:solidFill>
                <a:srgbClr val="1C4587"/>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42"/>
        <p:cNvGrpSpPr/>
        <p:nvPr/>
      </p:nvGrpSpPr>
      <p:grpSpPr>
        <a:xfrm>
          <a:off x="0" y="0"/>
          <a:ext cx="0" cy="0"/>
          <a:chOff x="0" y="0"/>
          <a:chExt cx="0" cy="0"/>
        </a:xfrm>
      </p:grpSpPr>
      <p:grpSp>
        <p:nvGrpSpPr>
          <p:cNvPr id="343" name="Google Shape;343;p17"/>
          <p:cNvGrpSpPr/>
          <p:nvPr/>
        </p:nvGrpSpPr>
        <p:grpSpPr>
          <a:xfrm>
            <a:off x="152400" y="3488932"/>
            <a:ext cx="1155243" cy="1559318"/>
            <a:chOff x="3641271" y="933450"/>
            <a:chExt cx="1213758" cy="1638300"/>
          </a:xfrm>
        </p:grpSpPr>
        <p:pic>
          <p:nvPicPr>
            <p:cNvPr id="344" name="Google Shape;344;p17" descr="Image result for wax seal">
              <a:hlinkClick r:id="rId4" action="ppaction://hlinksldjump"/>
            </p:cNvPr>
            <p:cNvPicPr preferRelativeResize="0"/>
            <p:nvPr/>
          </p:nvPicPr>
          <p:blipFill rotWithShape="1">
            <a:blip r:embed="rId5">
              <a:alphaModFix/>
            </a:blip>
            <a:srcRect l="21039" t="10909" r="21038" b="10908"/>
            <a:stretch/>
          </p:blipFill>
          <p:spPr>
            <a:xfrm>
              <a:off x="3641271" y="933450"/>
              <a:ext cx="1213758" cy="1638300"/>
            </a:xfrm>
            <a:prstGeom prst="rect">
              <a:avLst/>
            </a:prstGeom>
            <a:noFill/>
            <a:ln>
              <a:noFill/>
            </a:ln>
          </p:spPr>
        </p:pic>
        <p:pic>
          <p:nvPicPr>
            <p:cNvPr id="345" name="Google Shape;345;p17" descr="Image result for hogwarts crest">
              <a:hlinkClick r:id="rId4" action="ppaction://hlinksldjump"/>
            </p:cNvPr>
            <p:cNvPicPr preferRelativeResize="0"/>
            <p:nvPr/>
          </p:nvPicPr>
          <p:blipFill rotWithShape="1">
            <a:blip r:embed="rId6">
              <a:alphaModFix/>
            </a:blip>
            <a:srcRect l="16621" t="10619" r="13221" b="17354"/>
            <a:stretch/>
          </p:blipFill>
          <p:spPr>
            <a:xfrm>
              <a:off x="3905250" y="1073704"/>
              <a:ext cx="685800" cy="751286"/>
            </a:xfrm>
            <a:prstGeom prst="ellipse">
              <a:avLst/>
            </a:prstGeom>
            <a:noFill/>
            <a:ln>
              <a:noFill/>
            </a:ln>
          </p:spPr>
        </p:pic>
      </p:grpSp>
      <p:grpSp>
        <p:nvGrpSpPr>
          <p:cNvPr id="346" name="Google Shape;346;p17"/>
          <p:cNvGrpSpPr/>
          <p:nvPr/>
        </p:nvGrpSpPr>
        <p:grpSpPr>
          <a:xfrm>
            <a:off x="7772400" y="3452668"/>
            <a:ext cx="1219200" cy="1595582"/>
            <a:chOff x="950617" y="914400"/>
            <a:chExt cx="1280954" cy="1676400"/>
          </a:xfrm>
        </p:grpSpPr>
        <p:pic>
          <p:nvPicPr>
            <p:cNvPr id="347" name="Google Shape;347;p17" descr="Image result for wax seal">
              <a:hlinkClick r:id="rId7" action="ppaction://hlinksldjump"/>
            </p:cNvPr>
            <p:cNvPicPr preferRelativeResize="0"/>
            <p:nvPr/>
          </p:nvPicPr>
          <p:blipFill rotWithShape="1">
            <a:blip r:embed="rId8">
              <a:alphaModFix/>
            </a:blip>
            <a:srcRect l="19436" t="10000" r="19435" b="10000"/>
            <a:stretch/>
          </p:blipFill>
          <p:spPr>
            <a:xfrm>
              <a:off x="950617" y="914400"/>
              <a:ext cx="1280954" cy="1676400"/>
            </a:xfrm>
            <a:prstGeom prst="rect">
              <a:avLst/>
            </a:prstGeom>
            <a:noFill/>
            <a:ln>
              <a:noFill/>
            </a:ln>
          </p:spPr>
        </p:pic>
        <p:pic>
          <p:nvPicPr>
            <p:cNvPr id="348" name="Google Shape;348;p17" descr="Image result for hogwarts crest">
              <a:hlinkClick r:id="rId7" action="ppaction://hlinksldjump"/>
            </p:cNvPr>
            <p:cNvPicPr preferRelativeResize="0"/>
            <p:nvPr/>
          </p:nvPicPr>
          <p:blipFill rotWithShape="1">
            <a:blip r:embed="rId9">
              <a:alphaModFix/>
            </a:blip>
            <a:srcRect l="16621" t="10619" r="13221" b="17354"/>
            <a:stretch/>
          </p:blipFill>
          <p:spPr>
            <a:xfrm>
              <a:off x="1248194" y="1073704"/>
              <a:ext cx="685800" cy="751286"/>
            </a:xfrm>
            <a:prstGeom prst="ellipse">
              <a:avLst/>
            </a:prstGeom>
            <a:noFill/>
            <a:ln>
              <a:noFill/>
            </a:ln>
          </p:spPr>
        </p:pic>
      </p:grpSp>
      <p:sp>
        <p:nvSpPr>
          <p:cNvPr id="349" name="Google Shape;349;p17"/>
          <p:cNvSpPr txBox="1">
            <a:spLocks noGrp="1"/>
          </p:cNvSpPr>
          <p:nvPr>
            <p:ph type="title" idx="4294967295"/>
          </p:nvPr>
        </p:nvSpPr>
        <p:spPr>
          <a:xfrm>
            <a:off x="457200" y="-10858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Question </a:t>
            </a:r>
            <a:r>
              <a:rPr lang="en-US"/>
              <a:t>N</a:t>
            </a:r>
            <a:endParaRPr/>
          </a:p>
        </p:txBody>
      </p:sp>
      <p:sp>
        <p:nvSpPr>
          <p:cNvPr id="350" name="Google Shape;350;p17"/>
          <p:cNvSpPr txBox="1"/>
          <p:nvPr/>
        </p:nvSpPr>
        <p:spPr>
          <a:xfrm>
            <a:off x="576925" y="507425"/>
            <a:ext cx="7813800" cy="3061500"/>
          </a:xfrm>
          <a:prstGeom prst="rect">
            <a:avLst/>
          </a:prstGeom>
          <a:noFill/>
          <a:ln>
            <a:noFill/>
          </a:ln>
        </p:spPr>
        <p:txBody>
          <a:bodyPr spcFirstLastPara="1" wrap="square" lIns="91425" tIns="45700" rIns="91425" bIns="45700" anchor="t" anchorCtr="0">
            <a:spAutoFit/>
          </a:bodyPr>
          <a:lstStyle/>
          <a:p>
            <a:pPr marL="0" lvl="0" indent="0" algn="ctr" rtl="0">
              <a:lnSpc>
                <a:spcPct val="115000"/>
              </a:lnSpc>
              <a:spcBef>
                <a:spcPts val="1200"/>
              </a:spcBef>
              <a:spcAft>
                <a:spcPts val="0"/>
              </a:spcAft>
              <a:buClr>
                <a:schemeClr val="dk1"/>
              </a:buClr>
              <a:buSzPts val="1100"/>
              <a:buFont typeface="Arial"/>
              <a:buNone/>
            </a:pPr>
            <a:r>
              <a:rPr lang="en-US" sz="2000" b="1">
                <a:solidFill>
                  <a:srgbClr val="990000"/>
                </a:solidFill>
                <a:latin typeface="Times New Roman"/>
                <a:ea typeface="Times New Roman"/>
                <a:cs typeface="Times New Roman"/>
                <a:sym typeface="Times New Roman"/>
              </a:rPr>
              <a:t>Question 12: “The workers are laying a new layer of asphalt on the playground.” .What does the word "Asphalt" mean?</a:t>
            </a:r>
            <a:endParaRPr sz="2000" b="1">
              <a:solidFill>
                <a:srgbClr val="990000"/>
              </a:solidFill>
              <a:latin typeface="Times New Roman"/>
              <a:ea typeface="Times New Roman"/>
              <a:cs typeface="Times New Roman"/>
              <a:sym typeface="Times New Roman"/>
            </a:endParaRPr>
          </a:p>
          <a:p>
            <a:pPr marL="0" lvl="0" indent="0" algn="ctr" rtl="0">
              <a:lnSpc>
                <a:spcPct val="115000"/>
              </a:lnSpc>
              <a:spcBef>
                <a:spcPts val="1200"/>
              </a:spcBef>
              <a:spcAft>
                <a:spcPts val="0"/>
              </a:spcAft>
              <a:buClr>
                <a:schemeClr val="dk1"/>
              </a:buClr>
              <a:buSzPts val="1100"/>
              <a:buFont typeface="Arial"/>
              <a:buNone/>
            </a:pPr>
            <a:endParaRPr sz="2000" b="1">
              <a:solidFill>
                <a:srgbClr val="980000"/>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457200" lvl="0" indent="0" algn="l" rtl="0">
              <a:spcBef>
                <a:spcPts val="1200"/>
              </a:spcBef>
              <a:spcAft>
                <a:spcPts val="0"/>
              </a:spcAft>
              <a:buNone/>
            </a:pPr>
            <a:endParaRPr sz="22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2200">
              <a:solidFill>
                <a:schemeClr val="dk1"/>
              </a:solidFill>
              <a:latin typeface="Times New Roman"/>
              <a:ea typeface="Times New Roman"/>
              <a:cs typeface="Times New Roman"/>
              <a:sym typeface="Times New Roman"/>
            </a:endParaRPr>
          </a:p>
        </p:txBody>
      </p:sp>
      <p:sp>
        <p:nvSpPr>
          <p:cNvPr id="351" name="Google Shape;351;p17"/>
          <p:cNvSpPr/>
          <p:nvPr/>
        </p:nvSpPr>
        <p:spPr>
          <a:xfrm>
            <a:off x="890975" y="1571825"/>
            <a:ext cx="341857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1500">
                <a:solidFill>
                  <a:schemeClr val="dk1"/>
                </a:solidFill>
                <a:latin typeface="Times New Roman"/>
                <a:ea typeface="Times New Roman"/>
                <a:cs typeface="Times New Roman"/>
                <a:sym typeface="Times New Roman"/>
              </a:rPr>
              <a:t>A. A dark, sticky substance, often mixed with small stones or sand, that forms a strong surface when hard</a:t>
            </a:r>
            <a:endParaRPr sz="15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a:solidFill>
                <a:schemeClr val="dk1"/>
              </a:solidFill>
              <a:latin typeface="Times New Roman"/>
              <a:ea typeface="Times New Roman"/>
              <a:cs typeface="Times New Roman"/>
              <a:sym typeface="Times New Roman"/>
            </a:endParaRPr>
          </a:p>
        </p:txBody>
      </p:sp>
      <p:sp>
        <p:nvSpPr>
          <p:cNvPr id="352" name="Google Shape;352;p17"/>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353" name="Google Shape;353;p17"/>
          <p:cNvSpPr/>
          <p:nvPr/>
        </p:nvSpPr>
        <p:spPr>
          <a:xfrm>
            <a:off x="956200" y="2815750"/>
            <a:ext cx="3353346"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    </a:t>
            </a:r>
            <a:endParaRPr sz="2000" b="1">
              <a:solidFill>
                <a:srgbClr val="980000"/>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C. The crime of intentionally destroying part or all of a national or ethnic group</a:t>
            </a:r>
            <a:endParaRPr sz="15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354" name="Google Shape;354;p17"/>
          <p:cNvSpPr/>
          <p:nvPr/>
        </p:nvSpPr>
        <p:spPr>
          <a:xfrm>
            <a:off x="4844500" y="1571825"/>
            <a:ext cx="3353346"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1500">
                <a:solidFill>
                  <a:schemeClr val="dk1"/>
                </a:solidFill>
                <a:latin typeface="Times New Roman"/>
                <a:ea typeface="Times New Roman"/>
                <a:cs typeface="Times New Roman"/>
                <a:sym typeface="Times New Roman"/>
              </a:rPr>
              <a:t>B. A place where different cultures, ideas or traditions are mixed together</a:t>
            </a:r>
            <a:endParaRPr sz="15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355" name="Google Shape;355;p17"/>
          <p:cNvSpPr/>
          <p:nvPr/>
        </p:nvSpPr>
        <p:spPr>
          <a:xfrm>
            <a:off x="4844500" y="2876350"/>
            <a:ext cx="3288060"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D. A journey or travel of a religious nature to a sacred destination</a:t>
            </a:r>
            <a:endParaRPr sz="15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356" name="Google Shape;356;p17"/>
          <p:cNvSpPr txBox="1"/>
          <p:nvPr/>
        </p:nvSpPr>
        <p:spPr>
          <a:xfrm>
            <a:off x="1307650" y="3748450"/>
            <a:ext cx="6725100" cy="16101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2200" b="1">
                <a:solidFill>
                  <a:schemeClr val="dk2"/>
                </a:solidFill>
                <a:latin typeface="Times New Roman"/>
                <a:ea typeface="Times New Roman"/>
                <a:cs typeface="Times New Roman"/>
                <a:sym typeface="Times New Roman"/>
              </a:rPr>
              <a:t>A. A dark, sticky substance, often mixed with small stones or sand, that forms a strong surface when hard</a:t>
            </a:r>
            <a:endParaRPr sz="2200" b="1">
              <a:solidFill>
                <a:schemeClr val="dk2"/>
              </a:solidFill>
              <a:latin typeface="Times New Roman"/>
              <a:ea typeface="Times New Roman"/>
              <a:cs typeface="Times New Roman"/>
              <a:sym typeface="Times New Roman"/>
            </a:endParaRPr>
          </a:p>
          <a:p>
            <a:pPr marL="0" lvl="0" indent="0" algn="ctr" rtl="0">
              <a:spcBef>
                <a:spcPts val="0"/>
              </a:spcBef>
              <a:spcAft>
                <a:spcPts val="0"/>
              </a:spcAft>
              <a:buClr>
                <a:schemeClr val="dk1"/>
              </a:buClr>
              <a:buSzPts val="1100"/>
              <a:buFont typeface="Arial"/>
              <a:buNone/>
            </a:pPr>
            <a:r>
              <a:rPr lang="en-US" sz="4800" b="1">
                <a:solidFill>
                  <a:schemeClr val="dk2"/>
                </a:solidFill>
                <a:latin typeface="Times New Roman"/>
                <a:ea typeface="Times New Roman"/>
                <a:cs typeface="Times New Roman"/>
                <a:sym typeface="Times New Roman"/>
              </a:rPr>
              <a:t> </a:t>
            </a:r>
            <a:endParaRPr sz="4800" b="1" i="0" u="none" strike="noStrike" cap="none">
              <a:solidFill>
                <a:schemeClr val="dk2"/>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61"/>
        <p:cNvGrpSpPr/>
        <p:nvPr/>
      </p:nvGrpSpPr>
      <p:grpSpPr>
        <a:xfrm>
          <a:off x="0" y="0"/>
          <a:ext cx="0" cy="0"/>
          <a:chOff x="0" y="0"/>
          <a:chExt cx="0" cy="0"/>
        </a:xfrm>
      </p:grpSpPr>
      <p:grpSp>
        <p:nvGrpSpPr>
          <p:cNvPr id="362" name="Google Shape;362;p18"/>
          <p:cNvGrpSpPr/>
          <p:nvPr/>
        </p:nvGrpSpPr>
        <p:grpSpPr>
          <a:xfrm>
            <a:off x="152400" y="3488932"/>
            <a:ext cx="1155243" cy="1559318"/>
            <a:chOff x="3641271" y="933450"/>
            <a:chExt cx="1213758" cy="1638300"/>
          </a:xfrm>
        </p:grpSpPr>
        <p:pic>
          <p:nvPicPr>
            <p:cNvPr id="363" name="Google Shape;363;p18" descr="Image result for wax seal">
              <a:hlinkClick r:id="rId4" action="ppaction://hlinksldjump"/>
            </p:cNvPr>
            <p:cNvPicPr preferRelativeResize="0"/>
            <p:nvPr/>
          </p:nvPicPr>
          <p:blipFill rotWithShape="1">
            <a:blip r:embed="rId5">
              <a:alphaModFix/>
            </a:blip>
            <a:srcRect l="21039" t="10909" r="21038" b="10908"/>
            <a:stretch/>
          </p:blipFill>
          <p:spPr>
            <a:xfrm>
              <a:off x="3641271" y="933450"/>
              <a:ext cx="1213758" cy="1638300"/>
            </a:xfrm>
            <a:prstGeom prst="rect">
              <a:avLst/>
            </a:prstGeom>
            <a:noFill/>
            <a:ln>
              <a:noFill/>
            </a:ln>
          </p:spPr>
        </p:pic>
        <p:pic>
          <p:nvPicPr>
            <p:cNvPr id="364" name="Google Shape;364;p18" descr="Image result for hogwarts crest">
              <a:hlinkClick r:id="rId4" action="ppaction://hlinksldjump"/>
            </p:cNvPr>
            <p:cNvPicPr preferRelativeResize="0"/>
            <p:nvPr/>
          </p:nvPicPr>
          <p:blipFill rotWithShape="1">
            <a:blip r:embed="rId6">
              <a:alphaModFix/>
            </a:blip>
            <a:srcRect l="16621" t="10619" r="13221" b="17354"/>
            <a:stretch/>
          </p:blipFill>
          <p:spPr>
            <a:xfrm>
              <a:off x="3905250" y="1073704"/>
              <a:ext cx="685800" cy="751286"/>
            </a:xfrm>
            <a:prstGeom prst="ellipse">
              <a:avLst/>
            </a:prstGeom>
            <a:noFill/>
            <a:ln>
              <a:noFill/>
            </a:ln>
          </p:spPr>
        </p:pic>
      </p:grpSp>
      <p:grpSp>
        <p:nvGrpSpPr>
          <p:cNvPr id="365" name="Google Shape;365;p18"/>
          <p:cNvGrpSpPr/>
          <p:nvPr/>
        </p:nvGrpSpPr>
        <p:grpSpPr>
          <a:xfrm>
            <a:off x="7772400" y="3452668"/>
            <a:ext cx="1219200" cy="1595582"/>
            <a:chOff x="950617" y="914400"/>
            <a:chExt cx="1280954" cy="1676400"/>
          </a:xfrm>
        </p:grpSpPr>
        <p:pic>
          <p:nvPicPr>
            <p:cNvPr id="366" name="Google Shape;366;p18" descr="Image result for wax seal"/>
            <p:cNvPicPr preferRelativeResize="0"/>
            <p:nvPr/>
          </p:nvPicPr>
          <p:blipFill rotWithShape="1">
            <a:blip r:embed="rId7">
              <a:alphaModFix/>
            </a:blip>
            <a:srcRect l="19436" t="10000" r="19435" b="10000"/>
            <a:stretch/>
          </p:blipFill>
          <p:spPr>
            <a:xfrm>
              <a:off x="950617" y="914400"/>
              <a:ext cx="1280954" cy="1676400"/>
            </a:xfrm>
            <a:prstGeom prst="rect">
              <a:avLst/>
            </a:prstGeom>
            <a:noFill/>
            <a:ln>
              <a:noFill/>
            </a:ln>
          </p:spPr>
        </p:pic>
        <p:pic>
          <p:nvPicPr>
            <p:cNvPr id="367" name="Google Shape;367;p18" descr="Image result for hogwarts crest"/>
            <p:cNvPicPr preferRelativeResize="0"/>
            <p:nvPr/>
          </p:nvPicPr>
          <p:blipFill rotWithShape="1">
            <a:blip r:embed="rId8">
              <a:alphaModFix/>
            </a:blip>
            <a:srcRect l="16621" t="10619" r="13221" b="17354"/>
            <a:stretch/>
          </p:blipFill>
          <p:spPr>
            <a:xfrm>
              <a:off x="1248194" y="1073704"/>
              <a:ext cx="685800" cy="751286"/>
            </a:xfrm>
            <a:prstGeom prst="ellipse">
              <a:avLst/>
            </a:prstGeom>
            <a:noFill/>
            <a:ln>
              <a:noFill/>
            </a:ln>
          </p:spPr>
        </p:pic>
      </p:grpSp>
      <p:sp>
        <p:nvSpPr>
          <p:cNvPr id="368" name="Google Shape;368;p18"/>
          <p:cNvSpPr txBox="1">
            <a:spLocks noGrp="1"/>
          </p:cNvSpPr>
          <p:nvPr>
            <p:ph type="title" idx="4294967295"/>
          </p:nvPr>
        </p:nvSpPr>
        <p:spPr>
          <a:xfrm>
            <a:off x="457200" y="-10858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Question </a:t>
            </a:r>
            <a:r>
              <a:rPr lang="en-US"/>
              <a:t>O</a:t>
            </a:r>
            <a:endParaRPr/>
          </a:p>
        </p:txBody>
      </p:sp>
      <p:sp>
        <p:nvSpPr>
          <p:cNvPr id="369" name="Google Shape;369;p18"/>
          <p:cNvSpPr txBox="1"/>
          <p:nvPr/>
        </p:nvSpPr>
        <p:spPr>
          <a:xfrm>
            <a:off x="916625" y="483125"/>
            <a:ext cx="7246800" cy="2553600"/>
          </a:xfrm>
          <a:prstGeom prst="rect">
            <a:avLst/>
          </a:prstGeom>
          <a:noFill/>
          <a:ln>
            <a:noFill/>
          </a:ln>
        </p:spPr>
        <p:txBody>
          <a:bodyPr spcFirstLastPara="1" wrap="square" lIns="91425" tIns="45700" rIns="91425" bIns="45700" anchor="t" anchorCtr="0">
            <a:spAutoFit/>
          </a:bodyPr>
          <a:lstStyle/>
          <a:p>
            <a:pPr marL="0" lvl="0" indent="0" algn="ctr" rtl="0">
              <a:lnSpc>
                <a:spcPct val="115000"/>
              </a:lnSpc>
              <a:spcBef>
                <a:spcPts val="1200"/>
              </a:spcBef>
              <a:spcAft>
                <a:spcPts val="0"/>
              </a:spcAft>
              <a:buClr>
                <a:schemeClr val="dk1"/>
              </a:buClr>
              <a:buSzPts val="1100"/>
              <a:buFont typeface="Arial"/>
              <a:buNone/>
            </a:pPr>
            <a:r>
              <a:rPr lang="en-US" sz="2000" b="1">
                <a:solidFill>
                  <a:srgbClr val="980000"/>
                </a:solidFill>
                <a:latin typeface="Times New Roman"/>
                <a:ea typeface="Times New Roman"/>
                <a:cs typeface="Times New Roman"/>
                <a:sym typeface="Times New Roman"/>
              </a:rPr>
              <a:t>Question 13: Which term defines "of doubtful authenticity, although widely circulated as being true"?</a:t>
            </a:r>
            <a:endParaRPr sz="2000" b="1">
              <a:solidFill>
                <a:srgbClr val="980000"/>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457200" lvl="0" indent="0" algn="l" rtl="0">
              <a:spcBef>
                <a:spcPts val="1200"/>
              </a:spcBef>
              <a:spcAft>
                <a:spcPts val="0"/>
              </a:spcAft>
              <a:buNone/>
            </a:pPr>
            <a:endParaRPr sz="22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2200">
              <a:solidFill>
                <a:schemeClr val="dk1"/>
              </a:solidFill>
              <a:latin typeface="Times New Roman"/>
              <a:ea typeface="Times New Roman"/>
              <a:cs typeface="Times New Roman"/>
              <a:sym typeface="Times New Roman"/>
            </a:endParaRPr>
          </a:p>
        </p:txBody>
      </p:sp>
      <p:sp>
        <p:nvSpPr>
          <p:cNvPr id="370" name="Google Shape;370;p18"/>
          <p:cNvSpPr/>
          <p:nvPr/>
        </p:nvSpPr>
        <p:spPr>
          <a:xfrm>
            <a:off x="111557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A. Pilgrimage</a:t>
            </a:r>
            <a:endParaRPr sz="20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371" name="Google Shape;371;p18"/>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372" name="Google Shape;372;p18"/>
          <p:cNvSpPr/>
          <p:nvPr/>
        </p:nvSpPr>
        <p:spPr>
          <a:xfrm>
            <a:off x="1026675" y="28157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C. Apocryphal</a:t>
            </a: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373" name="Google Shape;373;p18"/>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B. Melting pot</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374" name="Google Shape;374;p18"/>
          <p:cNvSpPr/>
          <p:nvPr/>
        </p:nvSpPr>
        <p:spPr>
          <a:xfrm>
            <a:off x="4962025" y="28763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D. Affluent</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375" name="Google Shape;375;p18"/>
          <p:cNvSpPr txBox="1"/>
          <p:nvPr/>
        </p:nvSpPr>
        <p:spPr>
          <a:xfrm>
            <a:off x="1407435" y="3748444"/>
            <a:ext cx="6265200" cy="6309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3500" b="1">
                <a:solidFill>
                  <a:schemeClr val="dk2"/>
                </a:solidFill>
                <a:latin typeface="Times New Roman"/>
                <a:ea typeface="Times New Roman"/>
                <a:cs typeface="Times New Roman"/>
                <a:sym typeface="Times New Roman"/>
              </a:rPr>
              <a:t>C. Apocryphal</a:t>
            </a:r>
            <a:endParaRPr sz="3500" b="1" i="0" u="none" strike="noStrike" cap="none">
              <a:solidFill>
                <a:schemeClr val="dk2"/>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80"/>
        <p:cNvGrpSpPr/>
        <p:nvPr/>
      </p:nvGrpSpPr>
      <p:grpSpPr>
        <a:xfrm>
          <a:off x="0" y="0"/>
          <a:ext cx="0" cy="0"/>
          <a:chOff x="0" y="0"/>
          <a:chExt cx="0" cy="0"/>
        </a:xfrm>
      </p:grpSpPr>
      <p:grpSp>
        <p:nvGrpSpPr>
          <p:cNvPr id="381" name="Google Shape;381;p19"/>
          <p:cNvGrpSpPr/>
          <p:nvPr/>
        </p:nvGrpSpPr>
        <p:grpSpPr>
          <a:xfrm>
            <a:off x="152400" y="3488932"/>
            <a:ext cx="1155243" cy="1559318"/>
            <a:chOff x="3641271" y="933450"/>
            <a:chExt cx="1213758" cy="1638300"/>
          </a:xfrm>
        </p:grpSpPr>
        <p:pic>
          <p:nvPicPr>
            <p:cNvPr id="382" name="Google Shape;382;p19" descr="Image result for wax seal">
              <a:hlinkClick r:id="rId4" action="ppaction://hlinksldjump"/>
            </p:cNvPr>
            <p:cNvPicPr preferRelativeResize="0"/>
            <p:nvPr/>
          </p:nvPicPr>
          <p:blipFill rotWithShape="1">
            <a:blip r:embed="rId5">
              <a:alphaModFix/>
            </a:blip>
            <a:srcRect l="21039" t="10909" r="21038" b="10908"/>
            <a:stretch/>
          </p:blipFill>
          <p:spPr>
            <a:xfrm>
              <a:off x="3641271" y="933450"/>
              <a:ext cx="1213758" cy="1638300"/>
            </a:xfrm>
            <a:prstGeom prst="rect">
              <a:avLst/>
            </a:prstGeom>
            <a:noFill/>
            <a:ln>
              <a:noFill/>
            </a:ln>
          </p:spPr>
        </p:pic>
        <p:pic>
          <p:nvPicPr>
            <p:cNvPr id="383" name="Google Shape;383;p19" descr="Image result for hogwarts crest">
              <a:hlinkClick r:id="rId4" action="ppaction://hlinksldjump"/>
            </p:cNvPr>
            <p:cNvPicPr preferRelativeResize="0"/>
            <p:nvPr/>
          </p:nvPicPr>
          <p:blipFill rotWithShape="1">
            <a:blip r:embed="rId6">
              <a:alphaModFix/>
            </a:blip>
            <a:srcRect l="16621" t="10619" r="13221" b="17354"/>
            <a:stretch/>
          </p:blipFill>
          <p:spPr>
            <a:xfrm>
              <a:off x="3905250" y="1073704"/>
              <a:ext cx="685800" cy="751286"/>
            </a:xfrm>
            <a:prstGeom prst="ellipse">
              <a:avLst/>
            </a:prstGeom>
            <a:noFill/>
            <a:ln>
              <a:noFill/>
            </a:ln>
          </p:spPr>
        </p:pic>
      </p:grpSp>
      <p:grpSp>
        <p:nvGrpSpPr>
          <p:cNvPr id="384" name="Google Shape;384;p19"/>
          <p:cNvGrpSpPr/>
          <p:nvPr/>
        </p:nvGrpSpPr>
        <p:grpSpPr>
          <a:xfrm>
            <a:off x="7772400" y="3452668"/>
            <a:ext cx="1219200" cy="1595582"/>
            <a:chOff x="950617" y="914400"/>
            <a:chExt cx="1280954" cy="1676400"/>
          </a:xfrm>
        </p:grpSpPr>
        <p:pic>
          <p:nvPicPr>
            <p:cNvPr id="385" name="Google Shape;385;p19" descr="Image result for wax seal">
              <a:hlinkClick r:id="rId7" action="ppaction://hlinksldjump"/>
            </p:cNvPr>
            <p:cNvPicPr preferRelativeResize="0"/>
            <p:nvPr/>
          </p:nvPicPr>
          <p:blipFill rotWithShape="1">
            <a:blip r:embed="rId8">
              <a:alphaModFix/>
            </a:blip>
            <a:srcRect l="19436" t="10000" r="19435" b="10000"/>
            <a:stretch/>
          </p:blipFill>
          <p:spPr>
            <a:xfrm>
              <a:off x="950617" y="914400"/>
              <a:ext cx="1280954" cy="1676400"/>
            </a:xfrm>
            <a:prstGeom prst="rect">
              <a:avLst/>
            </a:prstGeom>
            <a:noFill/>
            <a:ln>
              <a:noFill/>
            </a:ln>
          </p:spPr>
        </p:pic>
        <p:pic>
          <p:nvPicPr>
            <p:cNvPr id="386" name="Google Shape;386;p19" descr="Image result for hogwarts crest">
              <a:hlinkClick r:id="rId7" action="ppaction://hlinksldjump"/>
            </p:cNvPr>
            <p:cNvPicPr preferRelativeResize="0"/>
            <p:nvPr/>
          </p:nvPicPr>
          <p:blipFill rotWithShape="1">
            <a:blip r:embed="rId9">
              <a:alphaModFix/>
            </a:blip>
            <a:srcRect l="16621" t="10619" r="13221" b="17354"/>
            <a:stretch/>
          </p:blipFill>
          <p:spPr>
            <a:xfrm>
              <a:off x="1248194" y="1073704"/>
              <a:ext cx="685800" cy="751286"/>
            </a:xfrm>
            <a:prstGeom prst="ellipse">
              <a:avLst/>
            </a:prstGeom>
            <a:noFill/>
            <a:ln>
              <a:noFill/>
            </a:ln>
          </p:spPr>
        </p:pic>
      </p:grpSp>
      <p:sp>
        <p:nvSpPr>
          <p:cNvPr id="387" name="Google Shape;387;p19"/>
          <p:cNvSpPr txBox="1">
            <a:spLocks noGrp="1"/>
          </p:cNvSpPr>
          <p:nvPr>
            <p:ph type="title" idx="4294967295"/>
          </p:nvPr>
        </p:nvSpPr>
        <p:spPr>
          <a:xfrm>
            <a:off x="457200" y="-1162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Question </a:t>
            </a:r>
            <a:r>
              <a:rPr lang="en-US"/>
              <a:t>P</a:t>
            </a:r>
            <a:endParaRPr/>
          </a:p>
        </p:txBody>
      </p:sp>
      <p:sp>
        <p:nvSpPr>
          <p:cNvPr id="388" name="Google Shape;388;p19"/>
          <p:cNvSpPr txBox="1"/>
          <p:nvPr/>
        </p:nvSpPr>
        <p:spPr>
          <a:xfrm>
            <a:off x="548550" y="507425"/>
            <a:ext cx="8327700" cy="3061500"/>
          </a:xfrm>
          <a:prstGeom prst="rect">
            <a:avLst/>
          </a:prstGeom>
          <a:noFill/>
          <a:ln>
            <a:noFill/>
          </a:ln>
        </p:spPr>
        <p:txBody>
          <a:bodyPr spcFirstLastPara="1" wrap="square" lIns="91425" tIns="45700" rIns="91425" bIns="45700" anchor="t" anchorCtr="0">
            <a:spAutoFit/>
          </a:bodyPr>
          <a:lstStyle/>
          <a:p>
            <a:pPr marL="0" lvl="0" indent="0" algn="ctr" rtl="0">
              <a:lnSpc>
                <a:spcPct val="115000"/>
              </a:lnSpc>
              <a:spcBef>
                <a:spcPts val="1200"/>
              </a:spcBef>
              <a:spcAft>
                <a:spcPts val="0"/>
              </a:spcAft>
              <a:buClr>
                <a:schemeClr val="dk1"/>
              </a:buClr>
              <a:buSzPts val="1100"/>
              <a:buFont typeface="Arial"/>
              <a:buNone/>
            </a:pPr>
            <a:r>
              <a:rPr lang="en-US" sz="2000" b="1">
                <a:solidFill>
                  <a:srgbClr val="980000"/>
                </a:solidFill>
                <a:latin typeface="Times New Roman"/>
                <a:ea typeface="Times New Roman"/>
                <a:cs typeface="Times New Roman"/>
                <a:sym typeface="Times New Roman"/>
              </a:rPr>
              <a:t>Question 14: Which word refers to "the crime of intentionally destroying part or all of a national, ethnic, racial, or religious group"?</a:t>
            </a:r>
            <a:endParaRPr sz="2000" b="1">
              <a:solidFill>
                <a:srgbClr val="980000"/>
              </a:solidFill>
              <a:latin typeface="Times New Roman"/>
              <a:ea typeface="Times New Roman"/>
              <a:cs typeface="Times New Roman"/>
              <a:sym typeface="Times New Roman"/>
            </a:endParaRPr>
          </a:p>
          <a:p>
            <a:pPr marL="0" lvl="0" indent="0" algn="ctr" rtl="0">
              <a:lnSpc>
                <a:spcPct val="115000"/>
              </a:lnSpc>
              <a:spcBef>
                <a:spcPts val="1200"/>
              </a:spcBef>
              <a:spcAft>
                <a:spcPts val="0"/>
              </a:spcAft>
              <a:buClr>
                <a:schemeClr val="dk1"/>
              </a:buClr>
              <a:buSzPts val="1100"/>
              <a:buFont typeface="Arial"/>
              <a:buNone/>
            </a:pPr>
            <a:endParaRPr sz="2000" b="1">
              <a:solidFill>
                <a:srgbClr val="980000"/>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rgbClr val="980000"/>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rgbClr val="980000"/>
              </a:solidFill>
              <a:latin typeface="Times New Roman"/>
              <a:ea typeface="Times New Roman"/>
              <a:cs typeface="Times New Roman"/>
              <a:sym typeface="Times New Roman"/>
            </a:endParaRPr>
          </a:p>
          <a:p>
            <a:pPr marL="457200" lvl="0" indent="0" algn="l" rtl="0">
              <a:spcBef>
                <a:spcPts val="1200"/>
              </a:spcBef>
              <a:spcAft>
                <a:spcPts val="0"/>
              </a:spcAft>
              <a:buNone/>
            </a:pPr>
            <a:endParaRPr sz="2200">
              <a:solidFill>
                <a:srgbClr val="980000"/>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2200">
              <a:solidFill>
                <a:srgbClr val="980000"/>
              </a:solidFill>
              <a:latin typeface="Times New Roman"/>
              <a:ea typeface="Times New Roman"/>
              <a:cs typeface="Times New Roman"/>
              <a:sym typeface="Times New Roman"/>
            </a:endParaRPr>
          </a:p>
        </p:txBody>
      </p:sp>
      <p:sp>
        <p:nvSpPr>
          <p:cNvPr id="389" name="Google Shape;389;p19"/>
          <p:cNvSpPr/>
          <p:nvPr/>
        </p:nvSpPr>
        <p:spPr>
          <a:xfrm>
            <a:off x="111557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A. Genocide</a:t>
            </a:r>
            <a:endParaRPr sz="20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390" name="Google Shape;390;p19"/>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391" name="Google Shape;391;p19"/>
          <p:cNvSpPr/>
          <p:nvPr/>
        </p:nvSpPr>
        <p:spPr>
          <a:xfrm>
            <a:off x="1026675" y="28157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C. Apocryphal</a:t>
            </a: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392" name="Google Shape;392;p19"/>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B. Asphalt</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393" name="Google Shape;393;p19"/>
          <p:cNvSpPr/>
          <p:nvPr/>
        </p:nvSpPr>
        <p:spPr>
          <a:xfrm>
            <a:off x="4962025" y="28763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D. Melting pot</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394" name="Google Shape;394;p19"/>
          <p:cNvSpPr txBox="1"/>
          <p:nvPr/>
        </p:nvSpPr>
        <p:spPr>
          <a:xfrm>
            <a:off x="1026685" y="3865869"/>
            <a:ext cx="6265200" cy="630900"/>
          </a:xfrm>
          <a:prstGeom prst="rect">
            <a:avLst/>
          </a:prstGeom>
          <a:noFill/>
          <a:ln>
            <a:noFill/>
          </a:ln>
        </p:spPr>
        <p:txBody>
          <a:bodyPr spcFirstLastPara="1" wrap="square" lIns="91425" tIns="45700" rIns="91425" bIns="45700" anchor="t" anchorCtr="0">
            <a:spAutoFit/>
          </a:bodyPr>
          <a:lstStyle/>
          <a:p>
            <a:pPr marL="457200" lvl="0" indent="0" algn="ctr" rtl="0">
              <a:spcBef>
                <a:spcPts val="0"/>
              </a:spcBef>
              <a:spcAft>
                <a:spcPts val="0"/>
              </a:spcAft>
              <a:buNone/>
            </a:pPr>
            <a:r>
              <a:rPr lang="en-US" sz="3500" b="1">
                <a:solidFill>
                  <a:schemeClr val="dk2"/>
                </a:solidFill>
                <a:latin typeface="Times New Roman"/>
                <a:ea typeface="Times New Roman"/>
                <a:cs typeface="Times New Roman"/>
                <a:sym typeface="Times New Roman"/>
              </a:rPr>
              <a:t>A. Genocide</a:t>
            </a:r>
            <a:endParaRPr sz="3500" b="1" i="0" u="none" strike="noStrike" cap="none">
              <a:solidFill>
                <a:schemeClr val="dk2"/>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99"/>
        <p:cNvGrpSpPr/>
        <p:nvPr/>
      </p:nvGrpSpPr>
      <p:grpSpPr>
        <a:xfrm>
          <a:off x="0" y="0"/>
          <a:ext cx="0" cy="0"/>
          <a:chOff x="0" y="0"/>
          <a:chExt cx="0" cy="0"/>
        </a:xfrm>
      </p:grpSpPr>
      <p:grpSp>
        <p:nvGrpSpPr>
          <p:cNvPr id="400" name="Google Shape;400;p20"/>
          <p:cNvGrpSpPr/>
          <p:nvPr/>
        </p:nvGrpSpPr>
        <p:grpSpPr>
          <a:xfrm>
            <a:off x="152400" y="3488932"/>
            <a:ext cx="1155243" cy="1559318"/>
            <a:chOff x="3641271" y="933450"/>
            <a:chExt cx="1213758" cy="1638300"/>
          </a:xfrm>
        </p:grpSpPr>
        <p:pic>
          <p:nvPicPr>
            <p:cNvPr id="401" name="Google Shape;401;p20" descr="Image result for wax seal">
              <a:hlinkClick r:id="rId4" action="ppaction://hlinksldjump"/>
            </p:cNvPr>
            <p:cNvPicPr preferRelativeResize="0"/>
            <p:nvPr/>
          </p:nvPicPr>
          <p:blipFill rotWithShape="1">
            <a:blip r:embed="rId5">
              <a:alphaModFix/>
            </a:blip>
            <a:srcRect l="21039" t="10909" r="21038" b="10908"/>
            <a:stretch/>
          </p:blipFill>
          <p:spPr>
            <a:xfrm>
              <a:off x="3641271" y="933450"/>
              <a:ext cx="1213758" cy="1638300"/>
            </a:xfrm>
            <a:prstGeom prst="rect">
              <a:avLst/>
            </a:prstGeom>
            <a:noFill/>
            <a:ln>
              <a:noFill/>
            </a:ln>
          </p:spPr>
        </p:pic>
        <p:pic>
          <p:nvPicPr>
            <p:cNvPr id="402" name="Google Shape;402;p20" descr="Image result for hogwarts crest">
              <a:hlinkClick r:id="rId4" action="ppaction://hlinksldjump"/>
            </p:cNvPr>
            <p:cNvPicPr preferRelativeResize="0"/>
            <p:nvPr/>
          </p:nvPicPr>
          <p:blipFill rotWithShape="1">
            <a:blip r:embed="rId6">
              <a:alphaModFix/>
            </a:blip>
            <a:srcRect l="16621" t="10619" r="13221" b="17354"/>
            <a:stretch/>
          </p:blipFill>
          <p:spPr>
            <a:xfrm>
              <a:off x="3905250" y="1073704"/>
              <a:ext cx="685800" cy="751286"/>
            </a:xfrm>
            <a:prstGeom prst="ellipse">
              <a:avLst/>
            </a:prstGeom>
            <a:noFill/>
            <a:ln>
              <a:noFill/>
            </a:ln>
          </p:spPr>
        </p:pic>
      </p:grpSp>
      <p:grpSp>
        <p:nvGrpSpPr>
          <p:cNvPr id="403" name="Google Shape;403;p20"/>
          <p:cNvGrpSpPr/>
          <p:nvPr/>
        </p:nvGrpSpPr>
        <p:grpSpPr>
          <a:xfrm>
            <a:off x="7772400" y="3452668"/>
            <a:ext cx="1219200" cy="1595582"/>
            <a:chOff x="950617" y="914400"/>
            <a:chExt cx="1280954" cy="1676400"/>
          </a:xfrm>
        </p:grpSpPr>
        <p:pic>
          <p:nvPicPr>
            <p:cNvPr id="404" name="Google Shape;404;p20" descr="Image result for wax seal">
              <a:hlinkClick r:id="rId7" action="ppaction://hlinksldjump"/>
            </p:cNvPr>
            <p:cNvPicPr preferRelativeResize="0"/>
            <p:nvPr/>
          </p:nvPicPr>
          <p:blipFill rotWithShape="1">
            <a:blip r:embed="rId8">
              <a:alphaModFix/>
            </a:blip>
            <a:srcRect l="19436" t="10000" r="19435" b="10000"/>
            <a:stretch/>
          </p:blipFill>
          <p:spPr>
            <a:xfrm>
              <a:off x="950617" y="914400"/>
              <a:ext cx="1280954" cy="1676400"/>
            </a:xfrm>
            <a:prstGeom prst="rect">
              <a:avLst/>
            </a:prstGeom>
            <a:noFill/>
            <a:ln>
              <a:noFill/>
            </a:ln>
          </p:spPr>
        </p:pic>
        <p:pic>
          <p:nvPicPr>
            <p:cNvPr id="405" name="Google Shape;405;p20" descr="Image result for hogwarts crest">
              <a:hlinkClick r:id="rId7" action="ppaction://hlinksldjump"/>
            </p:cNvPr>
            <p:cNvPicPr preferRelativeResize="0"/>
            <p:nvPr/>
          </p:nvPicPr>
          <p:blipFill rotWithShape="1">
            <a:blip r:embed="rId9">
              <a:alphaModFix/>
            </a:blip>
            <a:srcRect l="16621" t="10619" r="13221" b="17354"/>
            <a:stretch/>
          </p:blipFill>
          <p:spPr>
            <a:xfrm>
              <a:off x="1248194" y="1073704"/>
              <a:ext cx="685800" cy="751286"/>
            </a:xfrm>
            <a:prstGeom prst="ellipse">
              <a:avLst/>
            </a:prstGeom>
            <a:noFill/>
            <a:ln>
              <a:noFill/>
            </a:ln>
          </p:spPr>
        </p:pic>
      </p:grpSp>
      <p:sp>
        <p:nvSpPr>
          <p:cNvPr id="406" name="Google Shape;406;p20"/>
          <p:cNvSpPr txBox="1">
            <a:spLocks noGrp="1"/>
          </p:cNvSpPr>
          <p:nvPr>
            <p:ph type="title" idx="4294967295"/>
          </p:nvPr>
        </p:nvSpPr>
        <p:spPr>
          <a:xfrm>
            <a:off x="457200" y="-10858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Question </a:t>
            </a:r>
            <a:r>
              <a:rPr lang="en-US"/>
              <a:t>Q</a:t>
            </a:r>
            <a:endParaRPr/>
          </a:p>
        </p:txBody>
      </p:sp>
      <p:sp>
        <p:nvSpPr>
          <p:cNvPr id="407" name="Google Shape;407;p20"/>
          <p:cNvSpPr txBox="1"/>
          <p:nvPr/>
        </p:nvSpPr>
        <p:spPr>
          <a:xfrm>
            <a:off x="871025" y="507425"/>
            <a:ext cx="7338000" cy="3061500"/>
          </a:xfrm>
          <a:prstGeom prst="rect">
            <a:avLst/>
          </a:prstGeom>
          <a:noFill/>
          <a:ln>
            <a:noFill/>
          </a:ln>
        </p:spPr>
        <p:txBody>
          <a:bodyPr spcFirstLastPara="1" wrap="square" lIns="91425" tIns="45700" rIns="91425" bIns="45700" anchor="t" anchorCtr="0">
            <a:spAutoFit/>
          </a:bodyPr>
          <a:lstStyle/>
          <a:p>
            <a:pPr marL="0" lvl="0" indent="0" algn="ctr" rtl="0">
              <a:lnSpc>
                <a:spcPct val="115000"/>
              </a:lnSpc>
              <a:spcBef>
                <a:spcPts val="1200"/>
              </a:spcBef>
              <a:spcAft>
                <a:spcPts val="0"/>
              </a:spcAft>
              <a:buClr>
                <a:schemeClr val="dk1"/>
              </a:buClr>
              <a:buSzPts val="1100"/>
              <a:buFont typeface="Arial"/>
              <a:buNone/>
            </a:pPr>
            <a:r>
              <a:rPr lang="en-US" sz="2000" b="1">
                <a:solidFill>
                  <a:srgbClr val="980000"/>
                </a:solidFill>
                <a:latin typeface="Times New Roman"/>
                <a:ea typeface="Times New Roman"/>
                <a:cs typeface="Times New Roman"/>
                <a:sym typeface="Times New Roman"/>
              </a:rPr>
              <a:t>Question 15: Which term describes "a place where different cultures, ideas or traditions are mixed together"?</a:t>
            </a:r>
            <a:endParaRPr sz="2000" b="1">
              <a:solidFill>
                <a:srgbClr val="980000"/>
              </a:solidFill>
              <a:latin typeface="Times New Roman"/>
              <a:ea typeface="Times New Roman"/>
              <a:cs typeface="Times New Roman"/>
              <a:sym typeface="Times New Roman"/>
            </a:endParaRPr>
          </a:p>
          <a:p>
            <a:pPr marL="0" lvl="0" indent="0" algn="ctr" rtl="0">
              <a:lnSpc>
                <a:spcPct val="115000"/>
              </a:lnSpc>
              <a:spcBef>
                <a:spcPts val="1200"/>
              </a:spcBef>
              <a:spcAft>
                <a:spcPts val="0"/>
              </a:spcAft>
              <a:buClr>
                <a:schemeClr val="dk1"/>
              </a:buClr>
              <a:buSzPts val="1100"/>
              <a:buFont typeface="Arial"/>
              <a:buNone/>
            </a:pPr>
            <a:endParaRPr sz="2000" b="1">
              <a:solidFill>
                <a:srgbClr val="980000"/>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457200" lvl="0" indent="0" algn="l" rtl="0">
              <a:spcBef>
                <a:spcPts val="1200"/>
              </a:spcBef>
              <a:spcAft>
                <a:spcPts val="0"/>
              </a:spcAft>
              <a:buNone/>
            </a:pPr>
            <a:endParaRPr sz="22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2200">
              <a:solidFill>
                <a:schemeClr val="dk1"/>
              </a:solidFill>
              <a:latin typeface="Times New Roman"/>
              <a:ea typeface="Times New Roman"/>
              <a:cs typeface="Times New Roman"/>
              <a:sym typeface="Times New Roman"/>
            </a:endParaRPr>
          </a:p>
        </p:txBody>
      </p:sp>
      <p:sp>
        <p:nvSpPr>
          <p:cNvPr id="408" name="Google Shape;408;p20"/>
          <p:cNvSpPr/>
          <p:nvPr/>
        </p:nvSpPr>
        <p:spPr>
          <a:xfrm>
            <a:off x="111557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A. Pilgrimage</a:t>
            </a:r>
            <a:endParaRPr sz="20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409" name="Google Shape;409;p20"/>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410" name="Google Shape;410;p20"/>
          <p:cNvSpPr/>
          <p:nvPr/>
        </p:nvSpPr>
        <p:spPr>
          <a:xfrm>
            <a:off x="1026675" y="28157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C. Affluent</a:t>
            </a: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411" name="Google Shape;411;p20"/>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B. Melting pot</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412" name="Google Shape;412;p20"/>
          <p:cNvSpPr/>
          <p:nvPr/>
        </p:nvSpPr>
        <p:spPr>
          <a:xfrm>
            <a:off x="4962025" y="28763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D. Asphalt</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413" name="Google Shape;413;p20"/>
          <p:cNvSpPr txBox="1"/>
          <p:nvPr/>
        </p:nvSpPr>
        <p:spPr>
          <a:xfrm>
            <a:off x="1407435" y="3809044"/>
            <a:ext cx="6265200" cy="6309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3500" b="1">
                <a:solidFill>
                  <a:schemeClr val="dk2"/>
                </a:solidFill>
                <a:latin typeface="Times New Roman"/>
                <a:ea typeface="Times New Roman"/>
                <a:cs typeface="Times New Roman"/>
                <a:sym typeface="Times New Roman"/>
              </a:rPr>
              <a:t>B. Melting pot </a:t>
            </a:r>
            <a:endParaRPr sz="3500" b="1" i="0" u="none" strike="noStrike" cap="none">
              <a:solidFill>
                <a:schemeClr val="dk2"/>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18"/>
        <p:cNvGrpSpPr/>
        <p:nvPr/>
      </p:nvGrpSpPr>
      <p:grpSpPr>
        <a:xfrm>
          <a:off x="0" y="0"/>
          <a:ext cx="0" cy="0"/>
          <a:chOff x="0" y="0"/>
          <a:chExt cx="0" cy="0"/>
        </a:xfrm>
      </p:grpSpPr>
      <p:pic>
        <p:nvPicPr>
          <p:cNvPr id="419" name="Google Shape;419;p29"/>
          <p:cNvPicPr preferRelativeResize="0"/>
          <p:nvPr/>
        </p:nvPicPr>
        <p:blipFill rotWithShape="1">
          <a:blip r:embed="rId4">
            <a:alphaModFix/>
          </a:blip>
          <a:srcRect l="19247" t="24739" r="29600" b="36554"/>
          <a:stretch/>
        </p:blipFill>
        <p:spPr>
          <a:xfrm>
            <a:off x="4649021" y="3795280"/>
            <a:ext cx="1343892" cy="1191491"/>
          </a:xfrm>
          <a:prstGeom prst="rect">
            <a:avLst/>
          </a:prstGeom>
          <a:noFill/>
          <a:ln>
            <a:noFill/>
          </a:ln>
        </p:spPr>
      </p:pic>
      <p:pic>
        <p:nvPicPr>
          <p:cNvPr id="420" name="Google Shape;420;p29"/>
          <p:cNvPicPr preferRelativeResize="0"/>
          <p:nvPr/>
        </p:nvPicPr>
        <p:blipFill rotWithShape="1">
          <a:blip r:embed="rId5">
            <a:alphaModFix/>
          </a:blip>
          <a:srcRect l="22337" t="25780" r="28229" b="37109"/>
          <a:stretch/>
        </p:blipFill>
        <p:spPr>
          <a:xfrm>
            <a:off x="2675877" y="3819870"/>
            <a:ext cx="1272094" cy="1142310"/>
          </a:xfrm>
          <a:prstGeom prst="rect">
            <a:avLst/>
          </a:prstGeom>
          <a:noFill/>
          <a:ln>
            <a:noFill/>
          </a:ln>
        </p:spPr>
      </p:pic>
      <p:pic>
        <p:nvPicPr>
          <p:cNvPr id="421" name="Google Shape;421;p29" descr="Image result for death eater logo"/>
          <p:cNvPicPr preferRelativeResize="0"/>
          <p:nvPr/>
        </p:nvPicPr>
        <p:blipFill rotWithShape="1">
          <a:blip r:embed="rId6">
            <a:alphaModFix/>
          </a:blip>
          <a:srcRect l="44230"/>
          <a:stretch/>
        </p:blipFill>
        <p:spPr>
          <a:xfrm>
            <a:off x="7292755" y="3570763"/>
            <a:ext cx="537487" cy="1504950"/>
          </a:xfrm>
          <a:prstGeom prst="rect">
            <a:avLst/>
          </a:prstGeom>
          <a:noFill/>
          <a:ln>
            <a:noFill/>
          </a:ln>
        </p:spPr>
      </p:pic>
      <p:pic>
        <p:nvPicPr>
          <p:cNvPr id="422" name="Google Shape;422;p29" descr="Image result for harry potter wand"/>
          <p:cNvPicPr preferRelativeResize="0"/>
          <p:nvPr/>
        </p:nvPicPr>
        <p:blipFill rotWithShape="1">
          <a:blip r:embed="rId7">
            <a:alphaModFix/>
          </a:blip>
          <a:srcRect t="30713" b="30713"/>
          <a:stretch/>
        </p:blipFill>
        <p:spPr>
          <a:xfrm>
            <a:off x="4979481" y="1278992"/>
            <a:ext cx="3790514" cy="429905"/>
          </a:xfrm>
          <a:prstGeom prst="rect">
            <a:avLst/>
          </a:prstGeom>
          <a:noFill/>
          <a:ln>
            <a:noFill/>
          </a:ln>
          <a:effectLst>
            <a:outerShdw blurRad="50800" dist="114300" dir="2700000" algn="tl" rotWithShape="0">
              <a:srgbClr val="000000">
                <a:alpha val="40000"/>
              </a:srgbClr>
            </a:outerShdw>
          </a:effectLst>
        </p:spPr>
      </p:pic>
      <p:pic>
        <p:nvPicPr>
          <p:cNvPr id="423" name="Google Shape;423;p29" descr="Image result for harry potter wand"/>
          <p:cNvPicPr preferRelativeResize="0"/>
          <p:nvPr/>
        </p:nvPicPr>
        <p:blipFill rotWithShape="1">
          <a:blip r:embed="rId8">
            <a:alphaModFix/>
          </a:blip>
          <a:srcRect t="37902" b="37901"/>
          <a:stretch/>
        </p:blipFill>
        <p:spPr>
          <a:xfrm>
            <a:off x="5033289" y="1716663"/>
            <a:ext cx="4186911" cy="385805"/>
          </a:xfrm>
          <a:prstGeom prst="rect">
            <a:avLst/>
          </a:prstGeom>
          <a:noFill/>
          <a:ln>
            <a:noFill/>
          </a:ln>
          <a:effectLst>
            <a:outerShdw blurRad="50800" dist="114300" dir="2700000" algn="tl" rotWithShape="0">
              <a:srgbClr val="000000">
                <a:alpha val="40000"/>
              </a:srgbClr>
            </a:outerShdw>
          </a:effectLst>
        </p:spPr>
      </p:pic>
      <p:pic>
        <p:nvPicPr>
          <p:cNvPr id="424" name="Google Shape;424;p29" descr="Image result for harry potter wand"/>
          <p:cNvPicPr preferRelativeResize="0"/>
          <p:nvPr/>
        </p:nvPicPr>
        <p:blipFill rotWithShape="1">
          <a:blip r:embed="rId9">
            <a:alphaModFix/>
          </a:blip>
          <a:srcRect t="35159" b="35159"/>
          <a:stretch/>
        </p:blipFill>
        <p:spPr>
          <a:xfrm>
            <a:off x="4851717" y="2181391"/>
            <a:ext cx="3614159" cy="429099"/>
          </a:xfrm>
          <a:prstGeom prst="rect">
            <a:avLst/>
          </a:prstGeom>
          <a:noFill/>
          <a:ln>
            <a:noFill/>
          </a:ln>
          <a:effectLst>
            <a:outerShdw blurRad="50800" dist="114300" dir="2700000" algn="tl" rotWithShape="0">
              <a:srgbClr val="000000">
                <a:alpha val="40000"/>
              </a:srgbClr>
            </a:outerShdw>
          </a:effectLst>
        </p:spPr>
      </p:pic>
      <p:pic>
        <p:nvPicPr>
          <p:cNvPr id="425" name="Google Shape;425;p29" descr="Image result for harry potter wand"/>
          <p:cNvPicPr preferRelativeResize="0"/>
          <p:nvPr/>
        </p:nvPicPr>
        <p:blipFill rotWithShape="1">
          <a:blip r:embed="rId10">
            <a:alphaModFix/>
          </a:blip>
          <a:srcRect t="43661" b="43661"/>
          <a:stretch/>
        </p:blipFill>
        <p:spPr>
          <a:xfrm>
            <a:off x="4890528" y="2751393"/>
            <a:ext cx="3970578" cy="201357"/>
          </a:xfrm>
          <a:prstGeom prst="rect">
            <a:avLst/>
          </a:prstGeom>
          <a:noFill/>
          <a:ln>
            <a:noFill/>
          </a:ln>
          <a:effectLst>
            <a:outerShdw blurRad="50800" dist="114300" dir="2700000" algn="tl" rotWithShape="0">
              <a:srgbClr val="000000">
                <a:alpha val="40000"/>
              </a:srgbClr>
            </a:outerShdw>
          </a:effectLst>
        </p:spPr>
      </p:pic>
      <p:pic>
        <p:nvPicPr>
          <p:cNvPr id="426" name="Google Shape;426;p29" descr="Image result for harry potter potions book"/>
          <p:cNvPicPr preferRelativeResize="0"/>
          <p:nvPr/>
        </p:nvPicPr>
        <p:blipFill rotWithShape="1">
          <a:blip r:embed="rId11">
            <a:alphaModFix/>
          </a:blip>
          <a:srcRect t="2" b="46354"/>
          <a:stretch/>
        </p:blipFill>
        <p:spPr>
          <a:xfrm>
            <a:off x="231228" y="3466121"/>
            <a:ext cx="1889763" cy="1689605"/>
          </a:xfrm>
          <a:prstGeom prst="rect">
            <a:avLst/>
          </a:prstGeom>
          <a:noFill/>
          <a:ln>
            <a:noFill/>
          </a:ln>
          <a:effectLst>
            <a:outerShdw blurRad="50800" dist="165100" dir="2700000" algn="tl" rotWithShape="0">
              <a:srgbClr val="000000">
                <a:alpha val="40000"/>
              </a:srgbClr>
            </a:outerShdw>
          </a:effectLst>
        </p:spPr>
      </p:pic>
      <p:pic>
        <p:nvPicPr>
          <p:cNvPr id="427" name="Google Shape;427;p29" descr="https://vignette.wikia.nocookie.net/harrypotter/images/d/dd/Dark_Arts_Defence_Basics_For_Beginners.png/revision/latest/scale-to-width-down/350?cb=20150114125958"/>
          <p:cNvPicPr preferRelativeResize="0"/>
          <p:nvPr/>
        </p:nvPicPr>
        <p:blipFill rotWithShape="1">
          <a:blip r:embed="rId12">
            <a:alphaModFix/>
          </a:blip>
          <a:srcRect t="1" b="36417"/>
          <a:stretch/>
        </p:blipFill>
        <p:spPr>
          <a:xfrm>
            <a:off x="2274874" y="3486151"/>
            <a:ext cx="2147303" cy="1669576"/>
          </a:xfrm>
          <a:prstGeom prst="rect">
            <a:avLst/>
          </a:prstGeom>
          <a:noFill/>
          <a:ln>
            <a:noFill/>
          </a:ln>
          <a:effectLst>
            <a:outerShdw blurRad="50800" dist="165100" dir="2700000" algn="tl" rotWithShape="0">
              <a:srgbClr val="000000">
                <a:alpha val="40000"/>
              </a:srgbClr>
            </a:outerShdw>
          </a:effectLst>
        </p:spPr>
      </p:pic>
      <p:pic>
        <p:nvPicPr>
          <p:cNvPr id="428" name="Google Shape;428;p29" descr="Related image"/>
          <p:cNvPicPr preferRelativeResize="0"/>
          <p:nvPr/>
        </p:nvPicPr>
        <p:blipFill rotWithShape="1">
          <a:blip r:embed="rId13">
            <a:alphaModFix/>
          </a:blip>
          <a:srcRect l="2446" t="11549" r="49809" b="39854"/>
          <a:stretch/>
        </p:blipFill>
        <p:spPr>
          <a:xfrm>
            <a:off x="6627413" y="3486151"/>
            <a:ext cx="1868173" cy="1669576"/>
          </a:xfrm>
          <a:prstGeom prst="rect">
            <a:avLst/>
          </a:prstGeom>
          <a:noFill/>
          <a:ln>
            <a:noFill/>
          </a:ln>
          <a:effectLst>
            <a:outerShdw blurRad="50800" dist="165100" dir="2700000" algn="tl" rotWithShape="0">
              <a:srgbClr val="000000">
                <a:alpha val="40000"/>
              </a:srgbClr>
            </a:outerShdw>
          </a:effectLst>
        </p:spPr>
      </p:pic>
      <p:sp>
        <p:nvSpPr>
          <p:cNvPr id="429" name="Google Shape;429;p29"/>
          <p:cNvSpPr txBox="1"/>
          <p:nvPr/>
        </p:nvSpPr>
        <p:spPr>
          <a:xfrm>
            <a:off x="0" y="361950"/>
            <a:ext cx="9144000" cy="530915"/>
          </a:xfrm>
          <a:prstGeom prst="rect">
            <a:avLst/>
          </a:prstGeom>
          <a:noFill/>
          <a:ln>
            <a:noFill/>
          </a:ln>
        </p:spPr>
        <p:txBody>
          <a:bodyPr spcFirstLastPara="1" wrap="square" lIns="91425" tIns="45700" rIns="91425" bIns="45700" anchor="t" anchorCtr="0">
            <a:spAutoFit/>
          </a:bodyPr>
          <a:lstStyle/>
          <a:p>
            <a:pPr marL="0" marR="0" lvl="0" indent="0" algn="ctr" rtl="0">
              <a:lnSpc>
                <a:spcPct val="149166"/>
              </a:lnSpc>
              <a:spcBef>
                <a:spcPts val="0"/>
              </a:spcBef>
              <a:spcAft>
                <a:spcPts val="0"/>
              </a:spcAft>
              <a:buClr>
                <a:srgbClr val="000000"/>
              </a:buClr>
              <a:buSzPts val="2400"/>
              <a:buFont typeface="Arial"/>
              <a:buNone/>
            </a:pPr>
            <a:r>
              <a:rPr lang="en-US" sz="2400" b="1" i="0" u="none" strike="noStrike" cap="none">
                <a:solidFill>
                  <a:srgbClr val="DDD9C3"/>
                </a:solidFill>
                <a:latin typeface="Arial"/>
                <a:ea typeface="Arial"/>
                <a:cs typeface="Arial"/>
                <a:sym typeface="Arial"/>
              </a:rPr>
              <a:t>Buy some school supplies (1 of each)…</a:t>
            </a:r>
            <a:endParaRPr sz="1400" b="0" i="0" u="none" strike="noStrike" cap="none">
              <a:solidFill>
                <a:srgbClr val="000000"/>
              </a:solidFill>
              <a:latin typeface="Arial"/>
              <a:ea typeface="Arial"/>
              <a:cs typeface="Arial"/>
              <a:sym typeface="Arial"/>
            </a:endParaRPr>
          </a:p>
        </p:txBody>
      </p:sp>
      <p:pic>
        <p:nvPicPr>
          <p:cNvPr id="430" name="Google Shape;430;p29" descr="Image result for gryffindor tie"/>
          <p:cNvPicPr preferRelativeResize="0"/>
          <p:nvPr/>
        </p:nvPicPr>
        <p:blipFill rotWithShape="1">
          <a:blip r:embed="rId14">
            <a:alphaModFix/>
          </a:blip>
          <a:srcRect l="27702" r="27701"/>
          <a:stretch/>
        </p:blipFill>
        <p:spPr>
          <a:xfrm>
            <a:off x="304800" y="885714"/>
            <a:ext cx="1102126" cy="2471392"/>
          </a:xfrm>
          <a:prstGeom prst="rect">
            <a:avLst/>
          </a:prstGeom>
          <a:noFill/>
          <a:ln>
            <a:noFill/>
          </a:ln>
          <a:effectLst>
            <a:outerShdw blurRad="50800" dist="101600" dir="2700000" algn="tl" rotWithShape="0">
              <a:srgbClr val="000000">
                <a:alpha val="40000"/>
              </a:srgbClr>
            </a:outerShdw>
          </a:effectLst>
        </p:spPr>
      </p:pic>
      <p:pic>
        <p:nvPicPr>
          <p:cNvPr id="431" name="Google Shape;431;p29" descr="Image result for slytherin tie"/>
          <p:cNvPicPr preferRelativeResize="0"/>
          <p:nvPr/>
        </p:nvPicPr>
        <p:blipFill rotWithShape="1">
          <a:blip r:embed="rId15">
            <a:alphaModFix/>
          </a:blip>
          <a:srcRect l="24892" r="24892"/>
          <a:stretch/>
        </p:blipFill>
        <p:spPr>
          <a:xfrm>
            <a:off x="1372656" y="931315"/>
            <a:ext cx="1218144" cy="2425791"/>
          </a:xfrm>
          <a:prstGeom prst="rect">
            <a:avLst/>
          </a:prstGeom>
          <a:noFill/>
          <a:ln>
            <a:noFill/>
          </a:ln>
          <a:effectLst>
            <a:outerShdw blurRad="50800" dist="101600" dir="2700000" algn="tl" rotWithShape="0">
              <a:srgbClr val="000000">
                <a:alpha val="40000"/>
              </a:srgbClr>
            </a:outerShdw>
          </a:effectLst>
        </p:spPr>
      </p:pic>
      <p:pic>
        <p:nvPicPr>
          <p:cNvPr id="432" name="Google Shape;432;p29" descr="Image result for ravenclaw tie"/>
          <p:cNvPicPr preferRelativeResize="0"/>
          <p:nvPr/>
        </p:nvPicPr>
        <p:blipFill rotWithShape="1">
          <a:blip r:embed="rId16">
            <a:alphaModFix/>
          </a:blip>
          <a:srcRect l="24586" r="24585"/>
          <a:stretch/>
        </p:blipFill>
        <p:spPr>
          <a:xfrm>
            <a:off x="2438400" y="915948"/>
            <a:ext cx="1232970" cy="2425791"/>
          </a:xfrm>
          <a:prstGeom prst="rect">
            <a:avLst/>
          </a:prstGeom>
          <a:noFill/>
          <a:ln>
            <a:noFill/>
          </a:ln>
          <a:effectLst>
            <a:outerShdw blurRad="50800" dist="101600" dir="2700000" algn="tl" rotWithShape="0">
              <a:srgbClr val="000000">
                <a:alpha val="40000"/>
              </a:srgbClr>
            </a:outerShdw>
          </a:effectLst>
        </p:spPr>
      </p:pic>
      <p:pic>
        <p:nvPicPr>
          <p:cNvPr id="433" name="Google Shape;433;p29" descr="Image result for hufflepuff tie"/>
          <p:cNvPicPr preferRelativeResize="0"/>
          <p:nvPr/>
        </p:nvPicPr>
        <p:blipFill rotWithShape="1">
          <a:blip r:embed="rId17">
            <a:alphaModFix/>
          </a:blip>
          <a:srcRect/>
          <a:stretch/>
        </p:blipFill>
        <p:spPr>
          <a:xfrm>
            <a:off x="3455751" y="931314"/>
            <a:ext cx="1344849" cy="2404099"/>
          </a:xfrm>
          <a:prstGeom prst="rect">
            <a:avLst/>
          </a:prstGeom>
          <a:noFill/>
          <a:ln>
            <a:noFill/>
          </a:ln>
          <a:effectLst>
            <a:outerShdw blurRad="50800" dist="101600" dir="2700000" algn="tl" rotWithShape="0">
              <a:srgbClr val="000000">
                <a:alpha val="40000"/>
              </a:srgbClr>
            </a:outerShdw>
          </a:effectLst>
        </p:spPr>
      </p:pic>
      <p:pic>
        <p:nvPicPr>
          <p:cNvPr id="434" name="Google Shape;434;p29" descr="Image result for quidditch through the ages book"/>
          <p:cNvPicPr preferRelativeResize="0"/>
          <p:nvPr/>
        </p:nvPicPr>
        <p:blipFill rotWithShape="1">
          <a:blip r:embed="rId18">
            <a:alphaModFix/>
          </a:blip>
          <a:srcRect b="41733"/>
          <a:stretch/>
        </p:blipFill>
        <p:spPr>
          <a:xfrm>
            <a:off x="4649021" y="3490749"/>
            <a:ext cx="2009775" cy="1664978"/>
          </a:xfrm>
          <a:prstGeom prst="rect">
            <a:avLst/>
          </a:prstGeom>
          <a:noFill/>
          <a:ln>
            <a:noFill/>
          </a:ln>
        </p:spPr>
      </p:pic>
      <p:pic>
        <p:nvPicPr>
          <p:cNvPr id="435" name="Google Shape;435;p29"/>
          <p:cNvPicPr preferRelativeResize="0"/>
          <p:nvPr/>
        </p:nvPicPr>
        <p:blipFill rotWithShape="1">
          <a:blip r:embed="rId19">
            <a:alphaModFix/>
          </a:blip>
          <a:srcRect l="23039" t="25473" r="33651" b="32667"/>
          <a:stretch/>
        </p:blipFill>
        <p:spPr>
          <a:xfrm>
            <a:off x="231228" y="1537154"/>
            <a:ext cx="1011382" cy="1288473"/>
          </a:xfrm>
          <a:prstGeom prst="rect">
            <a:avLst/>
          </a:prstGeom>
          <a:noFill/>
          <a:ln>
            <a:noFill/>
          </a:ln>
        </p:spPr>
      </p:pic>
      <p:pic>
        <p:nvPicPr>
          <p:cNvPr id="436" name="Google Shape;436;p29"/>
          <p:cNvPicPr preferRelativeResize="0"/>
          <p:nvPr/>
        </p:nvPicPr>
        <p:blipFill rotWithShape="1">
          <a:blip r:embed="rId20">
            <a:alphaModFix/>
          </a:blip>
          <a:srcRect l="17315" t="24793" r="28581" b="37055"/>
          <a:stretch/>
        </p:blipFill>
        <p:spPr>
          <a:xfrm>
            <a:off x="3276587" y="1534220"/>
            <a:ext cx="1385454" cy="1174379"/>
          </a:xfrm>
          <a:prstGeom prst="rect">
            <a:avLst/>
          </a:prstGeom>
          <a:noFill/>
          <a:ln>
            <a:noFill/>
          </a:ln>
        </p:spPr>
      </p:pic>
      <p:pic>
        <p:nvPicPr>
          <p:cNvPr id="437" name="Google Shape;437;p29"/>
          <p:cNvPicPr preferRelativeResize="0"/>
          <p:nvPr/>
        </p:nvPicPr>
        <p:blipFill rotWithShape="1">
          <a:blip r:embed="rId21">
            <a:alphaModFix/>
          </a:blip>
          <a:srcRect l="23198" t="23198" r="33574" b="35069"/>
          <a:stretch/>
        </p:blipFill>
        <p:spPr>
          <a:xfrm>
            <a:off x="5943858" y="1452121"/>
            <a:ext cx="1093842" cy="1284576"/>
          </a:xfrm>
          <a:prstGeom prst="rect">
            <a:avLst/>
          </a:prstGeom>
          <a:noFill/>
          <a:ln>
            <a:noFill/>
          </a:ln>
        </p:spPr>
      </p:pic>
      <p:pic>
        <p:nvPicPr>
          <p:cNvPr id="438" name="Google Shape;438;p29"/>
          <p:cNvPicPr preferRelativeResize="0"/>
          <p:nvPr/>
        </p:nvPicPr>
        <p:blipFill rotWithShape="1">
          <a:blip r:embed="rId22">
            <a:alphaModFix/>
          </a:blip>
          <a:srcRect l="22463" t="22464" r="30707" b="34518"/>
          <a:stretch/>
        </p:blipFill>
        <p:spPr>
          <a:xfrm>
            <a:off x="5943858" y="1427262"/>
            <a:ext cx="1259320" cy="1324131"/>
          </a:xfrm>
          <a:prstGeom prst="rect">
            <a:avLst/>
          </a:prstGeom>
          <a:noFill/>
          <a:ln>
            <a:noFill/>
          </a:ln>
        </p:spPr>
      </p:pic>
      <p:pic>
        <p:nvPicPr>
          <p:cNvPr id="439" name="Google Shape;439;p29" descr="Image result for death eater logo"/>
          <p:cNvPicPr preferRelativeResize="0"/>
          <p:nvPr/>
        </p:nvPicPr>
        <p:blipFill rotWithShape="1">
          <a:blip r:embed="rId6">
            <a:alphaModFix/>
          </a:blip>
          <a:srcRect l="44230"/>
          <a:stretch/>
        </p:blipFill>
        <p:spPr>
          <a:xfrm>
            <a:off x="2675877" y="1341934"/>
            <a:ext cx="537487" cy="1504950"/>
          </a:xfrm>
          <a:prstGeom prst="rect">
            <a:avLst/>
          </a:prstGeom>
          <a:noFill/>
          <a:ln>
            <a:noFill/>
          </a:ln>
        </p:spPr>
      </p:pic>
      <p:pic>
        <p:nvPicPr>
          <p:cNvPr id="440" name="Google Shape;440;p29" descr="Image result for death eater logo"/>
          <p:cNvPicPr preferRelativeResize="0"/>
          <p:nvPr/>
        </p:nvPicPr>
        <p:blipFill rotWithShape="1">
          <a:blip r:embed="rId6">
            <a:alphaModFix/>
          </a:blip>
          <a:srcRect l="44230"/>
          <a:stretch/>
        </p:blipFill>
        <p:spPr>
          <a:xfrm>
            <a:off x="6456915" y="1391735"/>
            <a:ext cx="537487" cy="1504950"/>
          </a:xfrm>
          <a:prstGeom prst="rect">
            <a:avLst/>
          </a:prstGeom>
          <a:noFill/>
          <a:ln>
            <a:noFill/>
          </a:ln>
        </p:spPr>
      </p:pic>
      <p:sp>
        <p:nvSpPr>
          <p:cNvPr id="441" name="Google Shape;441;p29"/>
          <p:cNvSpPr txBox="1">
            <a:spLocks noGrp="1"/>
          </p:cNvSpPr>
          <p:nvPr>
            <p:ph type="title" idx="4294967295"/>
          </p:nvPr>
        </p:nvSpPr>
        <p:spPr>
          <a:xfrm>
            <a:off x="457200" y="-10096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C</a:t>
            </a:r>
            <a:endParaRPr/>
          </a:p>
        </p:txBody>
      </p:sp>
      <p:pic>
        <p:nvPicPr>
          <p:cNvPr id="442" name="Google Shape;442;p29" descr="Image result for hogwarts icon">
            <a:hlinkClick r:id="rId23" action="ppaction://hlinksldjump"/>
          </p:cNvPr>
          <p:cNvPicPr preferRelativeResize="0"/>
          <p:nvPr/>
        </p:nvPicPr>
        <p:blipFill rotWithShape="1">
          <a:blip r:embed="rId24">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1000"/>
                                        <p:tgtEl>
                                          <p:spTgt spid="430"/>
                                        </p:tgtEl>
                                      </p:cBhvr>
                                    </p:animEffect>
                                    <p:set>
                                      <p:cBhvr>
                                        <p:cTn id="7" dur="1" fill="hold">
                                          <p:stCondLst>
                                            <p:cond delay="1000"/>
                                          </p:stCondLst>
                                        </p:cTn>
                                        <p:tgtEl>
                                          <p:spTgt spid="430"/>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435"/>
                                        </p:tgtEl>
                                        <p:attrNameLst>
                                          <p:attrName>style.visibility</p:attrName>
                                        </p:attrNameLst>
                                      </p:cBhvr>
                                      <p:to>
                                        <p:strVal val="visible"/>
                                      </p:to>
                                    </p:set>
                                    <p:animEffect transition="in" filter="fade">
                                      <p:cBhvr>
                                        <p:cTn id="10" dur="500"/>
                                        <p:tgtEl>
                                          <p:spTgt spid="43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1000"/>
                                        <p:tgtEl>
                                          <p:spTgt spid="425"/>
                                        </p:tgtEl>
                                      </p:cBhvr>
                                    </p:animEffect>
                                    <p:set>
                                      <p:cBhvr>
                                        <p:cTn id="15" dur="1" fill="hold">
                                          <p:stCondLst>
                                            <p:cond delay="1000"/>
                                          </p:stCondLst>
                                        </p:cTn>
                                        <p:tgtEl>
                                          <p:spTgt spid="425"/>
                                        </p:tgtEl>
                                        <p:attrNameLst>
                                          <p:attrName>style.visibility</p:attrName>
                                        </p:attrNameLst>
                                      </p:cBhvr>
                                      <p:to>
                                        <p:strVal val="hidden"/>
                                      </p:to>
                                    </p:set>
                                  </p:childTnLst>
                                </p:cTn>
                              </p:par>
                              <p:par>
                                <p:cTn id="16" presetID="10" presetClass="entr" presetSubtype="0" fill="hold" nodeType="withEffect">
                                  <p:stCondLst>
                                    <p:cond delay="0"/>
                                  </p:stCondLst>
                                  <p:childTnLst>
                                    <p:set>
                                      <p:cBhvr>
                                        <p:cTn id="17" dur="1" fill="hold">
                                          <p:stCondLst>
                                            <p:cond delay="0"/>
                                          </p:stCondLst>
                                        </p:cTn>
                                        <p:tgtEl>
                                          <p:spTgt spid="437"/>
                                        </p:tgtEl>
                                        <p:attrNameLst>
                                          <p:attrName>style.visibility</p:attrName>
                                        </p:attrNameLst>
                                      </p:cBhvr>
                                      <p:to>
                                        <p:strVal val="visible"/>
                                      </p:to>
                                    </p:set>
                                    <p:animEffect transition="in" filter="fade">
                                      <p:cBhvr>
                                        <p:cTn id="18" dur="500"/>
                                        <p:tgtEl>
                                          <p:spTgt spid="43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nodeType="clickEffect">
                                  <p:stCondLst>
                                    <p:cond delay="0"/>
                                  </p:stCondLst>
                                  <p:childTnLst>
                                    <p:animEffect transition="out" filter="fade">
                                      <p:cBhvr>
                                        <p:cTn id="22" dur="1000"/>
                                        <p:tgtEl>
                                          <p:spTgt spid="432"/>
                                        </p:tgtEl>
                                      </p:cBhvr>
                                    </p:animEffect>
                                    <p:set>
                                      <p:cBhvr>
                                        <p:cTn id="23" dur="1" fill="hold">
                                          <p:stCondLst>
                                            <p:cond delay="1000"/>
                                          </p:stCondLst>
                                        </p:cTn>
                                        <p:tgtEl>
                                          <p:spTgt spid="432"/>
                                        </p:tgtEl>
                                        <p:attrNameLst>
                                          <p:attrName>style.visibility</p:attrName>
                                        </p:attrNameLst>
                                      </p:cBhvr>
                                      <p:to>
                                        <p:strVal val="hidden"/>
                                      </p:to>
                                    </p:set>
                                  </p:childTnLst>
                                </p:cTn>
                              </p:par>
                              <p:par>
                                <p:cTn id="24" presetID="10" presetClass="entr" presetSubtype="0" fill="hold" nodeType="withEffect">
                                  <p:stCondLst>
                                    <p:cond delay="0"/>
                                  </p:stCondLst>
                                  <p:childTnLst>
                                    <p:set>
                                      <p:cBhvr>
                                        <p:cTn id="25" dur="1" fill="hold">
                                          <p:stCondLst>
                                            <p:cond delay="0"/>
                                          </p:stCondLst>
                                        </p:cTn>
                                        <p:tgtEl>
                                          <p:spTgt spid="439"/>
                                        </p:tgtEl>
                                        <p:attrNameLst>
                                          <p:attrName>style.visibility</p:attrName>
                                        </p:attrNameLst>
                                      </p:cBhvr>
                                      <p:to>
                                        <p:strVal val="visible"/>
                                      </p:to>
                                    </p:set>
                                    <p:animEffect transition="in" filter="fade">
                                      <p:cBhvr>
                                        <p:cTn id="26" dur="500"/>
                                        <p:tgtEl>
                                          <p:spTgt spid="43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nodeType="clickEffect">
                                  <p:stCondLst>
                                    <p:cond delay="0"/>
                                  </p:stCondLst>
                                  <p:childTnLst>
                                    <p:animEffect transition="out" filter="fade">
                                      <p:cBhvr>
                                        <p:cTn id="30" dur="1000"/>
                                        <p:tgtEl>
                                          <p:spTgt spid="433"/>
                                        </p:tgtEl>
                                      </p:cBhvr>
                                    </p:animEffect>
                                    <p:set>
                                      <p:cBhvr>
                                        <p:cTn id="31" dur="1" fill="hold">
                                          <p:stCondLst>
                                            <p:cond delay="1000"/>
                                          </p:stCondLst>
                                        </p:cTn>
                                        <p:tgtEl>
                                          <p:spTgt spid="433"/>
                                        </p:tgtEl>
                                        <p:attrNameLst>
                                          <p:attrName>style.visibility</p:attrName>
                                        </p:attrNameLst>
                                      </p:cBhvr>
                                      <p:to>
                                        <p:strVal val="hidden"/>
                                      </p:to>
                                    </p:set>
                                  </p:childTnLst>
                                </p:cTn>
                              </p:par>
                              <p:par>
                                <p:cTn id="32" presetID="10" presetClass="entr" presetSubtype="0" fill="hold" nodeType="withEffect">
                                  <p:stCondLst>
                                    <p:cond delay="0"/>
                                  </p:stCondLst>
                                  <p:childTnLst>
                                    <p:set>
                                      <p:cBhvr>
                                        <p:cTn id="33" dur="1" fill="hold">
                                          <p:stCondLst>
                                            <p:cond delay="0"/>
                                          </p:stCondLst>
                                        </p:cTn>
                                        <p:tgtEl>
                                          <p:spTgt spid="436"/>
                                        </p:tgtEl>
                                        <p:attrNameLst>
                                          <p:attrName>style.visibility</p:attrName>
                                        </p:attrNameLst>
                                      </p:cBhvr>
                                      <p:to>
                                        <p:strVal val="visible"/>
                                      </p:to>
                                    </p:set>
                                    <p:animEffect transition="in" filter="fade">
                                      <p:cBhvr>
                                        <p:cTn id="34" dur="500"/>
                                        <p:tgtEl>
                                          <p:spTgt spid="43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nodeType="clickEffect">
                                  <p:stCondLst>
                                    <p:cond delay="0"/>
                                  </p:stCondLst>
                                  <p:childTnLst>
                                    <p:animEffect transition="out" filter="fade">
                                      <p:cBhvr>
                                        <p:cTn id="38" dur="1000"/>
                                        <p:tgtEl>
                                          <p:spTgt spid="426"/>
                                        </p:tgtEl>
                                      </p:cBhvr>
                                    </p:animEffect>
                                    <p:set>
                                      <p:cBhvr>
                                        <p:cTn id="39" dur="1" fill="hold">
                                          <p:stCondLst>
                                            <p:cond delay="1000"/>
                                          </p:stCondLst>
                                        </p:cTn>
                                        <p:tgtEl>
                                          <p:spTgt spid="426"/>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nodeType="clickEffect">
                                  <p:stCondLst>
                                    <p:cond delay="0"/>
                                  </p:stCondLst>
                                  <p:childTnLst>
                                    <p:animEffect transition="out" filter="fade">
                                      <p:cBhvr>
                                        <p:cTn id="43" dur="1000"/>
                                        <p:tgtEl>
                                          <p:spTgt spid="427"/>
                                        </p:tgtEl>
                                      </p:cBhvr>
                                    </p:animEffect>
                                    <p:set>
                                      <p:cBhvr>
                                        <p:cTn id="44" dur="1" fill="hold">
                                          <p:stCondLst>
                                            <p:cond delay="1000"/>
                                          </p:stCondLst>
                                        </p:cTn>
                                        <p:tgtEl>
                                          <p:spTgt spid="427"/>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nodeType="clickEffect">
                                  <p:stCondLst>
                                    <p:cond delay="0"/>
                                  </p:stCondLst>
                                  <p:childTnLst>
                                    <p:animEffect transition="out" filter="fade">
                                      <p:cBhvr>
                                        <p:cTn id="48" dur="1000"/>
                                        <p:tgtEl>
                                          <p:spTgt spid="431"/>
                                        </p:tgtEl>
                                      </p:cBhvr>
                                    </p:animEffect>
                                    <p:set>
                                      <p:cBhvr>
                                        <p:cTn id="49" dur="1" fill="hold">
                                          <p:stCondLst>
                                            <p:cond delay="1000"/>
                                          </p:stCondLst>
                                        </p:cTn>
                                        <p:tgtEl>
                                          <p:spTgt spid="431"/>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10" presetClass="exit" presetSubtype="0" fill="hold" nodeType="clickEffect">
                                  <p:stCondLst>
                                    <p:cond delay="0"/>
                                  </p:stCondLst>
                                  <p:childTnLst>
                                    <p:animEffect transition="out" filter="fade">
                                      <p:cBhvr>
                                        <p:cTn id="53" dur="1000"/>
                                        <p:tgtEl>
                                          <p:spTgt spid="422"/>
                                        </p:tgtEl>
                                      </p:cBhvr>
                                    </p:animEffect>
                                    <p:set>
                                      <p:cBhvr>
                                        <p:cTn id="54" dur="1" fill="hold">
                                          <p:stCondLst>
                                            <p:cond delay="1000"/>
                                          </p:stCondLst>
                                        </p:cTn>
                                        <p:tgtEl>
                                          <p:spTgt spid="422"/>
                                        </p:tgtEl>
                                        <p:attrNameLst>
                                          <p:attrName>style.visibility</p:attrName>
                                        </p:attrNameLst>
                                      </p:cBhvr>
                                      <p:to>
                                        <p:strVal val="hidden"/>
                                      </p:to>
                                    </p:set>
                                  </p:childTnLst>
                                </p:cTn>
                              </p:par>
                              <p:par>
                                <p:cTn id="55" presetID="10" presetClass="entr" presetSubtype="0" fill="hold" nodeType="withEffect">
                                  <p:stCondLst>
                                    <p:cond delay="0"/>
                                  </p:stCondLst>
                                  <p:childTnLst>
                                    <p:set>
                                      <p:cBhvr>
                                        <p:cTn id="56" dur="1" fill="hold">
                                          <p:stCondLst>
                                            <p:cond delay="0"/>
                                          </p:stCondLst>
                                        </p:cTn>
                                        <p:tgtEl>
                                          <p:spTgt spid="440"/>
                                        </p:tgtEl>
                                        <p:attrNameLst>
                                          <p:attrName>style.visibility</p:attrName>
                                        </p:attrNameLst>
                                      </p:cBhvr>
                                      <p:to>
                                        <p:strVal val="visible"/>
                                      </p:to>
                                    </p:set>
                                    <p:animEffect transition="in" filter="fade">
                                      <p:cBhvr>
                                        <p:cTn id="57" dur="500"/>
                                        <p:tgtEl>
                                          <p:spTgt spid="440"/>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xit" presetSubtype="0" fill="hold" nodeType="clickEffect">
                                  <p:stCondLst>
                                    <p:cond delay="0"/>
                                  </p:stCondLst>
                                  <p:childTnLst>
                                    <p:animEffect transition="out" filter="fade">
                                      <p:cBhvr>
                                        <p:cTn id="61" dur="1000"/>
                                        <p:tgtEl>
                                          <p:spTgt spid="434"/>
                                        </p:tgtEl>
                                      </p:cBhvr>
                                    </p:animEffect>
                                    <p:set>
                                      <p:cBhvr>
                                        <p:cTn id="62" dur="1" fill="hold">
                                          <p:stCondLst>
                                            <p:cond delay="1000"/>
                                          </p:stCondLst>
                                        </p:cTn>
                                        <p:tgtEl>
                                          <p:spTgt spid="434"/>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0" presetClass="exit" presetSubtype="0" fill="hold" nodeType="clickEffect">
                                  <p:stCondLst>
                                    <p:cond delay="0"/>
                                  </p:stCondLst>
                                  <p:childTnLst>
                                    <p:animEffect transition="out" filter="fade">
                                      <p:cBhvr>
                                        <p:cTn id="66" dur="1000"/>
                                        <p:tgtEl>
                                          <p:spTgt spid="428"/>
                                        </p:tgtEl>
                                      </p:cBhvr>
                                    </p:animEffect>
                                    <p:set>
                                      <p:cBhvr>
                                        <p:cTn id="67" dur="1" fill="hold">
                                          <p:stCondLst>
                                            <p:cond delay="1000"/>
                                          </p:stCondLst>
                                        </p:cTn>
                                        <p:tgtEl>
                                          <p:spTgt spid="428"/>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0" presetClass="exit" presetSubtype="0" fill="hold" nodeType="clickEffect">
                                  <p:stCondLst>
                                    <p:cond delay="0"/>
                                  </p:stCondLst>
                                  <p:childTnLst>
                                    <p:animEffect transition="out" filter="fade">
                                      <p:cBhvr>
                                        <p:cTn id="71" dur="1000"/>
                                        <p:tgtEl>
                                          <p:spTgt spid="423"/>
                                        </p:tgtEl>
                                      </p:cBhvr>
                                    </p:animEffect>
                                    <p:set>
                                      <p:cBhvr>
                                        <p:cTn id="72" dur="1" fill="hold">
                                          <p:stCondLst>
                                            <p:cond delay="1000"/>
                                          </p:stCondLst>
                                        </p:cTn>
                                        <p:tgtEl>
                                          <p:spTgt spid="423"/>
                                        </p:tgtEl>
                                        <p:attrNameLst>
                                          <p:attrName>style.visibility</p:attrName>
                                        </p:attrNameLst>
                                      </p:cBhvr>
                                      <p:to>
                                        <p:strVal val="hidden"/>
                                      </p:to>
                                    </p:set>
                                  </p:childTnLst>
                                </p:cTn>
                              </p:par>
                              <p:par>
                                <p:cTn id="73" presetID="10" presetClass="entr" presetSubtype="0" fill="hold" nodeType="withEffect">
                                  <p:stCondLst>
                                    <p:cond delay="0"/>
                                  </p:stCondLst>
                                  <p:childTnLst>
                                    <p:set>
                                      <p:cBhvr>
                                        <p:cTn id="74" dur="1" fill="hold">
                                          <p:stCondLst>
                                            <p:cond delay="0"/>
                                          </p:stCondLst>
                                        </p:cTn>
                                        <p:tgtEl>
                                          <p:spTgt spid="438"/>
                                        </p:tgtEl>
                                        <p:attrNameLst>
                                          <p:attrName>style.visibility</p:attrName>
                                        </p:attrNameLst>
                                      </p:cBhvr>
                                      <p:to>
                                        <p:strVal val="visible"/>
                                      </p:to>
                                    </p:set>
                                    <p:animEffect transition="in" filter="fade">
                                      <p:cBhvr>
                                        <p:cTn id="75" dur="500"/>
                                        <p:tgtEl>
                                          <p:spTgt spid="438"/>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xit" presetSubtype="0" fill="hold" nodeType="clickEffect">
                                  <p:stCondLst>
                                    <p:cond delay="0"/>
                                  </p:stCondLst>
                                  <p:childTnLst>
                                    <p:animEffect transition="out" filter="fade">
                                      <p:cBhvr>
                                        <p:cTn id="79" dur="1000"/>
                                        <p:tgtEl>
                                          <p:spTgt spid="424"/>
                                        </p:tgtEl>
                                      </p:cBhvr>
                                    </p:animEffect>
                                    <p:set>
                                      <p:cBhvr>
                                        <p:cTn id="80" dur="1" fill="hold">
                                          <p:stCondLst>
                                            <p:cond delay="1000"/>
                                          </p:stCondLst>
                                        </p:cTn>
                                        <p:tgtEl>
                                          <p:spTgt spid="4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47"/>
        <p:cNvGrpSpPr/>
        <p:nvPr/>
      </p:nvGrpSpPr>
      <p:grpSpPr>
        <a:xfrm>
          <a:off x="0" y="0"/>
          <a:ext cx="0" cy="0"/>
          <a:chOff x="0" y="0"/>
          <a:chExt cx="0" cy="0"/>
        </a:xfrm>
      </p:grpSpPr>
      <p:pic>
        <p:nvPicPr>
          <p:cNvPr id="448" name="Google Shape;448;p30" descr="Image result for hermione"/>
          <p:cNvPicPr preferRelativeResize="0"/>
          <p:nvPr/>
        </p:nvPicPr>
        <p:blipFill rotWithShape="1">
          <a:blip r:embed="rId4">
            <a:alphaModFix/>
          </a:blip>
          <a:srcRect t="1" b="45508"/>
          <a:stretch/>
        </p:blipFill>
        <p:spPr>
          <a:xfrm>
            <a:off x="6068291" y="1428749"/>
            <a:ext cx="1400441" cy="3855770"/>
          </a:xfrm>
          <a:prstGeom prst="rect">
            <a:avLst/>
          </a:prstGeom>
          <a:noFill/>
          <a:ln>
            <a:noFill/>
          </a:ln>
        </p:spPr>
      </p:pic>
      <p:pic>
        <p:nvPicPr>
          <p:cNvPr id="449" name="Google Shape;449;p30" descr="0494_HP5_SP_PHGL.png"/>
          <p:cNvPicPr preferRelativeResize="0"/>
          <p:nvPr/>
        </p:nvPicPr>
        <p:blipFill rotWithShape="1">
          <a:blip r:embed="rId5">
            <a:alphaModFix/>
          </a:blip>
          <a:srcRect t="2" b="45386"/>
          <a:stretch/>
        </p:blipFill>
        <p:spPr>
          <a:xfrm>
            <a:off x="1454727" y="1289481"/>
            <a:ext cx="2362200" cy="3995038"/>
          </a:xfrm>
          <a:prstGeom prst="rect">
            <a:avLst/>
          </a:prstGeom>
          <a:noFill/>
          <a:ln>
            <a:noFill/>
          </a:ln>
        </p:spPr>
      </p:pic>
      <p:pic>
        <p:nvPicPr>
          <p:cNvPr id="450" name="Google Shape;450;p30" descr="Image result for harry potter"/>
          <p:cNvPicPr preferRelativeResize="0"/>
          <p:nvPr/>
        </p:nvPicPr>
        <p:blipFill rotWithShape="1">
          <a:blip r:embed="rId6">
            <a:alphaModFix/>
          </a:blip>
          <a:srcRect l="18681" r="2970" b="45407"/>
          <a:stretch/>
        </p:blipFill>
        <p:spPr>
          <a:xfrm>
            <a:off x="3311236" y="1290993"/>
            <a:ext cx="2992582" cy="3993525"/>
          </a:xfrm>
          <a:prstGeom prst="rect">
            <a:avLst/>
          </a:prstGeom>
          <a:noFill/>
          <a:ln>
            <a:noFill/>
          </a:ln>
        </p:spPr>
      </p:pic>
      <p:sp>
        <p:nvSpPr>
          <p:cNvPr id="451" name="Google Shape;451;p30"/>
          <p:cNvSpPr txBox="1"/>
          <p:nvPr/>
        </p:nvSpPr>
        <p:spPr>
          <a:xfrm>
            <a:off x="0" y="521553"/>
            <a:ext cx="9144000"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n-US" sz="4400" b="1" i="0" u="none" strike="noStrike" cap="none">
                <a:solidFill>
                  <a:srgbClr val="DDD9C3"/>
                </a:solidFill>
                <a:latin typeface="Arial"/>
                <a:ea typeface="Arial"/>
                <a:cs typeface="Arial"/>
                <a:sym typeface="Arial"/>
              </a:rPr>
              <a:t>Choose your best friend…</a:t>
            </a:r>
            <a:endParaRPr sz="1400" b="0" i="0" u="none" strike="noStrike" cap="none">
              <a:solidFill>
                <a:srgbClr val="000000"/>
              </a:solidFill>
              <a:latin typeface="Arial"/>
              <a:ea typeface="Arial"/>
              <a:cs typeface="Arial"/>
              <a:sym typeface="Arial"/>
            </a:endParaRPr>
          </a:p>
        </p:txBody>
      </p:sp>
      <p:pic>
        <p:nvPicPr>
          <p:cNvPr id="452" name="Google Shape;452;p30"/>
          <p:cNvPicPr preferRelativeResize="0"/>
          <p:nvPr/>
        </p:nvPicPr>
        <p:blipFill rotWithShape="1">
          <a:blip r:embed="rId7">
            <a:alphaModFix/>
          </a:blip>
          <a:srcRect l="10107" t="19018" r="10235" b="31034"/>
          <a:stretch/>
        </p:blipFill>
        <p:spPr>
          <a:xfrm>
            <a:off x="852055" y="3793284"/>
            <a:ext cx="3361170" cy="1068863"/>
          </a:xfrm>
          <a:prstGeom prst="rect">
            <a:avLst/>
          </a:prstGeom>
          <a:noFill/>
          <a:ln>
            <a:noFill/>
          </a:ln>
        </p:spPr>
      </p:pic>
      <p:pic>
        <p:nvPicPr>
          <p:cNvPr id="453" name="Google Shape;453;p30"/>
          <p:cNvPicPr preferRelativeResize="0"/>
          <p:nvPr/>
        </p:nvPicPr>
        <p:blipFill rotWithShape="1">
          <a:blip r:embed="rId8">
            <a:alphaModFix/>
          </a:blip>
          <a:srcRect l="19231" t="25026" r="18062" b="25026"/>
          <a:stretch/>
        </p:blipFill>
        <p:spPr>
          <a:xfrm>
            <a:off x="3565200" y="3968415"/>
            <a:ext cx="2484654" cy="1068863"/>
          </a:xfrm>
          <a:prstGeom prst="rect">
            <a:avLst/>
          </a:prstGeom>
          <a:noFill/>
          <a:ln>
            <a:noFill/>
          </a:ln>
        </p:spPr>
      </p:pic>
      <p:pic>
        <p:nvPicPr>
          <p:cNvPr id="454" name="Google Shape;454;p30"/>
          <p:cNvPicPr preferRelativeResize="0"/>
          <p:nvPr/>
        </p:nvPicPr>
        <p:blipFill rotWithShape="1">
          <a:blip r:embed="rId9">
            <a:alphaModFix/>
          </a:blip>
          <a:srcRect l="21162" t="24845" r="23366" b="30736"/>
          <a:stretch/>
        </p:blipFill>
        <p:spPr>
          <a:xfrm>
            <a:off x="5791200" y="3968415"/>
            <a:ext cx="2197957" cy="950561"/>
          </a:xfrm>
          <a:prstGeom prst="rect">
            <a:avLst/>
          </a:prstGeom>
          <a:noFill/>
          <a:ln>
            <a:noFill/>
          </a:ln>
        </p:spPr>
      </p:pic>
      <p:sp>
        <p:nvSpPr>
          <p:cNvPr id="455" name="Google Shape;455;p30"/>
          <p:cNvSpPr txBox="1">
            <a:spLocks noGrp="1"/>
          </p:cNvSpPr>
          <p:nvPr>
            <p:ph type="title" idx="4294967295"/>
          </p:nvPr>
        </p:nvSpPr>
        <p:spPr>
          <a:xfrm>
            <a:off x="457200" y="-10096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D</a:t>
            </a:r>
            <a:endParaRPr/>
          </a:p>
        </p:txBody>
      </p:sp>
      <p:pic>
        <p:nvPicPr>
          <p:cNvPr id="456" name="Google Shape;456;p30" descr="Image result for hogwarts icon">
            <a:hlinkClick r:id="rId10" action="ppaction://hlinksldjump"/>
          </p:cNvPr>
          <p:cNvPicPr preferRelativeResize="0"/>
          <p:nvPr/>
        </p:nvPicPr>
        <p:blipFill rotWithShape="1">
          <a:blip r:embed="rId11">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2"/>
                                        </p:tgtEl>
                                        <p:attrNameLst>
                                          <p:attrName>style.visibility</p:attrName>
                                        </p:attrNameLst>
                                      </p:cBhvr>
                                      <p:to>
                                        <p:strVal val="visible"/>
                                      </p:to>
                                    </p:set>
                                    <p:animEffect transition="in" filter="fade">
                                      <p:cBhvr>
                                        <p:cTn id="7" dur="1000"/>
                                        <p:tgtEl>
                                          <p:spTgt spid="45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53"/>
                                        </p:tgtEl>
                                        <p:attrNameLst>
                                          <p:attrName>style.visibility</p:attrName>
                                        </p:attrNameLst>
                                      </p:cBhvr>
                                      <p:to>
                                        <p:strVal val="visible"/>
                                      </p:to>
                                    </p:set>
                                    <p:animEffect transition="in" filter="fade">
                                      <p:cBhvr>
                                        <p:cTn id="12" dur="1000"/>
                                        <p:tgtEl>
                                          <p:spTgt spid="45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4"/>
                                        </p:tgtEl>
                                        <p:attrNameLst>
                                          <p:attrName>style.visibility</p:attrName>
                                        </p:attrNameLst>
                                      </p:cBhvr>
                                      <p:to>
                                        <p:strVal val="visible"/>
                                      </p:to>
                                    </p:set>
                                    <p:animEffect transition="in" filter="fade">
                                      <p:cBhvr>
                                        <p:cTn id="17" dur="1000"/>
                                        <p:tgtEl>
                                          <p:spTgt spid="4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pic>
        <p:nvPicPr>
          <p:cNvPr id="462" name="Google Shape;462;p32"/>
          <p:cNvPicPr preferRelativeResize="0"/>
          <p:nvPr/>
        </p:nvPicPr>
        <p:blipFill rotWithShape="1">
          <a:blip r:embed="rId3">
            <a:alphaModFix/>
          </a:blip>
          <a:srcRect/>
          <a:stretch/>
        </p:blipFill>
        <p:spPr>
          <a:xfrm>
            <a:off x="-44200" y="0"/>
            <a:ext cx="9232400" cy="5143500"/>
          </a:xfrm>
          <a:prstGeom prst="rect">
            <a:avLst/>
          </a:prstGeom>
          <a:noFill/>
          <a:ln>
            <a:noFill/>
          </a:ln>
        </p:spPr>
      </p:pic>
      <p:sp>
        <p:nvSpPr>
          <p:cNvPr id="463" name="Google Shape;463;p32"/>
          <p:cNvSpPr txBox="1"/>
          <p:nvPr/>
        </p:nvSpPr>
        <p:spPr>
          <a:xfrm>
            <a:off x="1905000" y="3809821"/>
            <a:ext cx="5334000"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chemeClr val="lt2"/>
                </a:solidFill>
                <a:latin typeface="Arial"/>
                <a:ea typeface="Arial"/>
                <a:cs typeface="Arial"/>
                <a:sym typeface="Arial"/>
              </a:rPr>
              <a:t>You finally get your </a:t>
            </a:r>
            <a:br>
              <a:rPr lang="en-US" sz="3600" b="0" i="0" u="none" strike="noStrike" cap="none">
                <a:solidFill>
                  <a:schemeClr val="lt2"/>
                </a:solidFill>
                <a:latin typeface="Arial"/>
                <a:ea typeface="Arial"/>
                <a:cs typeface="Arial"/>
                <a:sym typeface="Arial"/>
              </a:rPr>
            </a:br>
            <a:r>
              <a:rPr lang="en-US" sz="3600" b="0" i="0" u="none" strike="noStrike" cap="none">
                <a:solidFill>
                  <a:schemeClr val="lt2"/>
                </a:solidFill>
                <a:latin typeface="Arial"/>
                <a:ea typeface="Arial"/>
                <a:cs typeface="Arial"/>
                <a:sym typeface="Arial"/>
              </a:rPr>
              <a:t>letter from Hogwarts!</a:t>
            </a:r>
            <a:endParaRPr sz="1400" b="0" i="0" u="none" strike="noStrike" cap="none">
              <a:solidFill>
                <a:srgbClr val="000000"/>
              </a:solidFill>
              <a:latin typeface="Arial"/>
              <a:ea typeface="Arial"/>
              <a:cs typeface="Arial"/>
              <a:sym typeface="Arial"/>
            </a:endParaRPr>
          </a:p>
        </p:txBody>
      </p:sp>
      <p:pic>
        <p:nvPicPr>
          <p:cNvPr id="464" name="Google Shape;464;p32">
            <a:hlinkClick r:id="rId4" action="ppaction://hlinksldjump"/>
          </p:cNvPr>
          <p:cNvPicPr preferRelativeResize="0"/>
          <p:nvPr/>
        </p:nvPicPr>
        <p:blipFill rotWithShape="1">
          <a:blip r:embed="rId5">
            <a:alphaModFix/>
          </a:blip>
          <a:srcRect l="11701" t="11122" r="11413" b="25052"/>
          <a:stretch/>
        </p:blipFill>
        <p:spPr>
          <a:xfrm>
            <a:off x="493486" y="3495554"/>
            <a:ext cx="1335314" cy="1365813"/>
          </a:xfrm>
          <a:prstGeom prst="rect">
            <a:avLst/>
          </a:prstGeom>
          <a:noFill/>
          <a:ln>
            <a:noFill/>
          </a:ln>
        </p:spPr>
      </p:pic>
      <p:pic>
        <p:nvPicPr>
          <p:cNvPr id="465" name="Google Shape;465;p32">
            <a:hlinkClick r:id="rId6" action="ppaction://hlinksldjump"/>
          </p:cNvPr>
          <p:cNvPicPr preferRelativeResize="0"/>
          <p:nvPr/>
        </p:nvPicPr>
        <p:blipFill rotWithShape="1">
          <a:blip r:embed="rId7">
            <a:alphaModFix/>
          </a:blip>
          <a:srcRect l="8781" t="11122" r="9536" b="25052"/>
          <a:stretch/>
        </p:blipFill>
        <p:spPr>
          <a:xfrm>
            <a:off x="7391400" y="3495554"/>
            <a:ext cx="1349828" cy="1365813"/>
          </a:xfrm>
          <a:prstGeom prst="rect">
            <a:avLst/>
          </a:prstGeom>
          <a:noFill/>
          <a:ln>
            <a:noFill/>
          </a:ln>
        </p:spPr>
      </p:pic>
      <p:sp>
        <p:nvSpPr>
          <p:cNvPr id="466" name="Google Shape;466;p32"/>
          <p:cNvSpPr txBox="1">
            <a:spLocks noGrp="1"/>
          </p:cNvSpPr>
          <p:nvPr>
            <p:ph type="title" idx="4294967295"/>
          </p:nvPr>
        </p:nvSpPr>
        <p:spPr>
          <a:xfrm>
            <a:off x="457200" y="-1162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F Question</a:t>
            </a:r>
            <a:endParaRPr/>
          </a:p>
        </p:txBody>
      </p:sp>
    </p:spTree>
  </p:cSld>
  <p:clrMapOvr>
    <a:masterClrMapping/>
  </p:clrMapOvr>
  <p:transition spd="slow">
    <p:fade thruBlk="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pic>
        <p:nvPicPr>
          <p:cNvPr id="472" name="Google Shape;472;p33"/>
          <p:cNvPicPr preferRelativeResize="0"/>
          <p:nvPr/>
        </p:nvPicPr>
        <p:blipFill rotWithShape="1">
          <a:blip r:embed="rId3">
            <a:alphaModFix/>
          </a:blip>
          <a:srcRect/>
          <a:stretch/>
        </p:blipFill>
        <p:spPr>
          <a:xfrm>
            <a:off x="-2209800" y="-1"/>
            <a:ext cx="12808716" cy="5143502"/>
          </a:xfrm>
          <a:prstGeom prst="rect">
            <a:avLst/>
          </a:prstGeom>
          <a:noFill/>
          <a:ln>
            <a:noFill/>
          </a:ln>
        </p:spPr>
      </p:pic>
      <p:sp>
        <p:nvSpPr>
          <p:cNvPr id="473" name="Google Shape;473;p33"/>
          <p:cNvSpPr txBox="1"/>
          <p:nvPr/>
        </p:nvSpPr>
        <p:spPr>
          <a:xfrm>
            <a:off x="2306781" y="2952750"/>
            <a:ext cx="4932219"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rgbClr val="DDD9C3"/>
                </a:solidFill>
                <a:latin typeface="Arial"/>
                <a:ea typeface="Arial"/>
                <a:cs typeface="Arial"/>
                <a:sym typeface="Arial"/>
              </a:rPr>
              <a:t>Welcome to Hogwarts!</a:t>
            </a:r>
            <a:endParaRPr sz="1400" b="0" i="0" u="none" strike="noStrike" cap="none">
              <a:solidFill>
                <a:srgbClr val="000000"/>
              </a:solidFill>
              <a:latin typeface="Arial"/>
              <a:ea typeface="Arial"/>
              <a:cs typeface="Arial"/>
              <a:sym typeface="Arial"/>
            </a:endParaRPr>
          </a:p>
        </p:txBody>
      </p:sp>
      <p:pic>
        <p:nvPicPr>
          <p:cNvPr id="474" name="Google Shape;474;p33"/>
          <p:cNvPicPr preferRelativeResize="0"/>
          <p:nvPr/>
        </p:nvPicPr>
        <p:blipFill rotWithShape="1">
          <a:blip r:embed="rId4">
            <a:alphaModFix/>
          </a:blip>
          <a:srcRect l="19190" t="24140" r="28182" b="33550"/>
          <a:stretch/>
        </p:blipFill>
        <p:spPr>
          <a:xfrm>
            <a:off x="3632906" y="3486150"/>
            <a:ext cx="1604112" cy="1302327"/>
          </a:xfrm>
          <a:prstGeom prst="rect">
            <a:avLst/>
          </a:prstGeom>
          <a:noFill/>
          <a:ln>
            <a:noFill/>
          </a:ln>
        </p:spPr>
      </p:pic>
      <p:sp>
        <p:nvSpPr>
          <p:cNvPr id="475" name="Google Shape;475;p33"/>
          <p:cNvSpPr txBox="1">
            <a:spLocks noGrp="1"/>
          </p:cNvSpPr>
          <p:nvPr>
            <p:ph type="title" idx="4294967295"/>
          </p:nvPr>
        </p:nvSpPr>
        <p:spPr>
          <a:xfrm>
            <a:off x="457200" y="-10096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F - A</a:t>
            </a:r>
            <a:endParaRPr/>
          </a:p>
        </p:txBody>
      </p:sp>
      <p:pic>
        <p:nvPicPr>
          <p:cNvPr id="476" name="Google Shape;476;p33" descr="Image result for hogwarts icon">
            <a:hlinkClick r:id="rId5" action="ppaction://hlinksldjump"/>
          </p:cNvPr>
          <p:cNvPicPr preferRelativeResize="0"/>
          <p:nvPr/>
        </p:nvPicPr>
        <p:blipFill rotWithShape="1">
          <a:blip r:embed="rId6">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pic>
        <p:nvPicPr>
          <p:cNvPr id="482" name="Google Shape;482;p34"/>
          <p:cNvPicPr preferRelativeResize="0"/>
          <p:nvPr/>
        </p:nvPicPr>
        <p:blipFill rotWithShape="1">
          <a:blip r:embed="rId3">
            <a:alphaModFix/>
          </a:blip>
          <a:srcRect/>
          <a:stretch/>
        </p:blipFill>
        <p:spPr>
          <a:xfrm>
            <a:off x="-1659467" y="-933450"/>
            <a:ext cx="12462934" cy="7010400"/>
          </a:xfrm>
          <a:prstGeom prst="rect">
            <a:avLst/>
          </a:prstGeom>
          <a:noFill/>
          <a:ln>
            <a:noFill/>
          </a:ln>
        </p:spPr>
      </p:pic>
      <p:sp>
        <p:nvSpPr>
          <p:cNvPr id="483" name="Google Shape;483;p34"/>
          <p:cNvSpPr txBox="1"/>
          <p:nvPr/>
        </p:nvSpPr>
        <p:spPr>
          <a:xfrm>
            <a:off x="381001" y="3043695"/>
            <a:ext cx="3810000"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0" i="0" u="none" strike="noStrike" cap="none">
                <a:solidFill>
                  <a:srgbClr val="DDD9C3"/>
                </a:solidFill>
                <a:latin typeface="Arial"/>
                <a:ea typeface="Arial"/>
                <a:cs typeface="Arial"/>
                <a:sym typeface="Arial"/>
              </a:rPr>
              <a:t>You were caught </a:t>
            </a:r>
            <a:br>
              <a:rPr lang="en-US" sz="3600" b="0" i="0" u="none" strike="noStrike" cap="none">
                <a:solidFill>
                  <a:srgbClr val="DDD9C3"/>
                </a:solidFill>
                <a:latin typeface="Arial"/>
                <a:ea typeface="Arial"/>
                <a:cs typeface="Arial"/>
                <a:sym typeface="Arial"/>
              </a:rPr>
            </a:br>
            <a:r>
              <a:rPr lang="en-US" sz="3600" b="0" i="0" u="none" strike="noStrike" cap="none">
                <a:solidFill>
                  <a:srgbClr val="DDD9C3"/>
                </a:solidFill>
                <a:latin typeface="Arial"/>
                <a:ea typeface="Arial"/>
                <a:cs typeface="Arial"/>
                <a:sym typeface="Arial"/>
              </a:rPr>
              <a:t>by the Dursleys!</a:t>
            </a:r>
            <a:endParaRPr sz="1400" b="0" i="0" u="none" strike="noStrike" cap="none">
              <a:solidFill>
                <a:srgbClr val="000000"/>
              </a:solidFill>
              <a:latin typeface="Arial"/>
              <a:ea typeface="Arial"/>
              <a:cs typeface="Arial"/>
              <a:sym typeface="Arial"/>
            </a:endParaRPr>
          </a:p>
        </p:txBody>
      </p:sp>
      <p:pic>
        <p:nvPicPr>
          <p:cNvPr id="484" name="Google Shape;484;p34"/>
          <p:cNvPicPr preferRelativeResize="0"/>
          <p:nvPr/>
        </p:nvPicPr>
        <p:blipFill rotWithShape="1">
          <a:blip r:embed="rId4">
            <a:alphaModFix/>
          </a:blip>
          <a:srcRect l="19231" t="25026" r="18062" b="25026"/>
          <a:stretch/>
        </p:blipFill>
        <p:spPr>
          <a:xfrm>
            <a:off x="914400" y="4017487"/>
            <a:ext cx="2484654" cy="1068863"/>
          </a:xfrm>
          <a:prstGeom prst="rect">
            <a:avLst/>
          </a:prstGeom>
          <a:noFill/>
          <a:ln>
            <a:noFill/>
          </a:ln>
        </p:spPr>
      </p:pic>
      <p:sp>
        <p:nvSpPr>
          <p:cNvPr id="485" name="Google Shape;485;p34"/>
          <p:cNvSpPr txBox="1">
            <a:spLocks noGrp="1"/>
          </p:cNvSpPr>
          <p:nvPr>
            <p:ph type="title" idx="4294967295"/>
          </p:nvPr>
        </p:nvSpPr>
        <p:spPr>
          <a:xfrm>
            <a:off x="457200" y="-1924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F - B</a:t>
            </a:r>
            <a:endParaRPr/>
          </a:p>
        </p:txBody>
      </p:sp>
      <p:pic>
        <p:nvPicPr>
          <p:cNvPr id="486" name="Google Shape;486;p34" descr="Image result for hogwarts icon">
            <a:hlinkClick r:id="rId5" action="ppaction://hlinksldjump"/>
          </p:cNvPr>
          <p:cNvPicPr preferRelativeResize="0"/>
          <p:nvPr/>
        </p:nvPicPr>
        <p:blipFill rotWithShape="1">
          <a:blip r:embed="rId6">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91"/>
        <p:cNvGrpSpPr/>
        <p:nvPr/>
      </p:nvGrpSpPr>
      <p:grpSpPr>
        <a:xfrm>
          <a:off x="0" y="0"/>
          <a:ext cx="0" cy="0"/>
          <a:chOff x="0" y="0"/>
          <a:chExt cx="0" cy="0"/>
        </a:xfrm>
      </p:grpSpPr>
      <p:sp>
        <p:nvSpPr>
          <p:cNvPr id="492" name="Google Shape;492;p36" descr="Image result for hogwarts background"/>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3" name="Google Shape;493;p36" descr="Image result for hogwarts background"/>
          <p:cNvSpPr/>
          <p:nvPr/>
        </p:nvSpPr>
        <p:spPr>
          <a:xfrm>
            <a:off x="307975" y="7937"/>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494" name="Google Shape;494;p36" descr="Image result for draco malfoy"/>
          <p:cNvPicPr preferRelativeResize="0"/>
          <p:nvPr/>
        </p:nvPicPr>
        <p:blipFill rotWithShape="1">
          <a:blip r:embed="rId4">
            <a:alphaModFix/>
          </a:blip>
          <a:srcRect/>
          <a:stretch/>
        </p:blipFill>
        <p:spPr>
          <a:xfrm>
            <a:off x="696805" y="1219199"/>
            <a:ext cx="3195667" cy="4019551"/>
          </a:xfrm>
          <a:prstGeom prst="rect">
            <a:avLst/>
          </a:prstGeom>
          <a:noFill/>
          <a:ln>
            <a:noFill/>
          </a:ln>
        </p:spPr>
      </p:pic>
      <p:pic>
        <p:nvPicPr>
          <p:cNvPr id="495" name="Google Shape;495;p36" descr="Image result for pansy parkinson"/>
          <p:cNvPicPr preferRelativeResize="0"/>
          <p:nvPr/>
        </p:nvPicPr>
        <p:blipFill rotWithShape="1">
          <a:blip r:embed="rId5">
            <a:alphaModFix/>
          </a:blip>
          <a:srcRect b="44481"/>
          <a:stretch/>
        </p:blipFill>
        <p:spPr>
          <a:xfrm>
            <a:off x="6096000" y="1386243"/>
            <a:ext cx="2032950" cy="3852507"/>
          </a:xfrm>
          <a:prstGeom prst="rect">
            <a:avLst/>
          </a:prstGeom>
          <a:noFill/>
          <a:ln>
            <a:noFill/>
          </a:ln>
        </p:spPr>
      </p:pic>
      <p:pic>
        <p:nvPicPr>
          <p:cNvPr id="496" name="Google Shape;496;p36" descr="Image result for severus snape"/>
          <p:cNvPicPr preferRelativeResize="0"/>
          <p:nvPr/>
        </p:nvPicPr>
        <p:blipFill rotWithShape="1">
          <a:blip r:embed="rId6">
            <a:alphaModFix/>
          </a:blip>
          <a:srcRect l="32797" r="20211" b="49792"/>
          <a:stretch/>
        </p:blipFill>
        <p:spPr>
          <a:xfrm>
            <a:off x="3304309" y="953808"/>
            <a:ext cx="2660074" cy="4284942"/>
          </a:xfrm>
          <a:prstGeom prst="rect">
            <a:avLst/>
          </a:prstGeom>
          <a:noFill/>
          <a:ln>
            <a:noFill/>
          </a:ln>
        </p:spPr>
      </p:pic>
      <p:sp>
        <p:nvSpPr>
          <p:cNvPr id="497" name="Google Shape;497;p36"/>
          <p:cNvSpPr txBox="1"/>
          <p:nvPr/>
        </p:nvSpPr>
        <p:spPr>
          <a:xfrm>
            <a:off x="0" y="521553"/>
            <a:ext cx="9144000"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DDD9C3"/>
                </a:solidFill>
                <a:latin typeface="Arial"/>
                <a:ea typeface="Arial"/>
                <a:cs typeface="Arial"/>
                <a:sym typeface="Arial"/>
              </a:rPr>
              <a:t>Choose someone to duel…</a:t>
            </a:r>
            <a:endParaRPr sz="1400" b="0" i="0" u="none" strike="noStrike" cap="none">
              <a:solidFill>
                <a:srgbClr val="000000"/>
              </a:solidFill>
              <a:latin typeface="Arial"/>
              <a:ea typeface="Arial"/>
              <a:cs typeface="Arial"/>
              <a:sym typeface="Arial"/>
            </a:endParaRPr>
          </a:p>
        </p:txBody>
      </p:sp>
      <p:pic>
        <p:nvPicPr>
          <p:cNvPr id="498" name="Google Shape;498;p36"/>
          <p:cNvPicPr preferRelativeResize="0"/>
          <p:nvPr/>
        </p:nvPicPr>
        <p:blipFill rotWithShape="1">
          <a:blip r:embed="rId7">
            <a:alphaModFix/>
          </a:blip>
          <a:srcRect l="23039" t="25473" r="33651" b="32667"/>
          <a:stretch/>
        </p:blipFill>
        <p:spPr>
          <a:xfrm>
            <a:off x="1788947" y="3487637"/>
            <a:ext cx="1011382" cy="1288473"/>
          </a:xfrm>
          <a:prstGeom prst="rect">
            <a:avLst/>
          </a:prstGeom>
          <a:noFill/>
          <a:ln>
            <a:noFill/>
          </a:ln>
        </p:spPr>
      </p:pic>
      <p:pic>
        <p:nvPicPr>
          <p:cNvPr id="499" name="Google Shape;499;p36"/>
          <p:cNvPicPr preferRelativeResize="0"/>
          <p:nvPr/>
        </p:nvPicPr>
        <p:blipFill rotWithShape="1">
          <a:blip r:embed="rId8">
            <a:alphaModFix/>
          </a:blip>
          <a:srcRect l="23198" t="23198" r="33574" b="35069"/>
          <a:stretch/>
        </p:blipFill>
        <p:spPr>
          <a:xfrm>
            <a:off x="6565554" y="3430487"/>
            <a:ext cx="1093842" cy="1284576"/>
          </a:xfrm>
          <a:prstGeom prst="rect">
            <a:avLst/>
          </a:prstGeom>
          <a:noFill/>
          <a:ln>
            <a:noFill/>
          </a:ln>
        </p:spPr>
      </p:pic>
      <p:pic>
        <p:nvPicPr>
          <p:cNvPr id="500" name="Google Shape;500;p36"/>
          <p:cNvPicPr preferRelativeResize="0"/>
          <p:nvPr/>
        </p:nvPicPr>
        <p:blipFill rotWithShape="1">
          <a:blip r:embed="rId9">
            <a:alphaModFix/>
          </a:blip>
          <a:srcRect l="21864" t="21863" r="28533" b="35070"/>
          <a:stretch/>
        </p:blipFill>
        <p:spPr>
          <a:xfrm>
            <a:off x="3892472" y="3409950"/>
            <a:ext cx="1339418" cy="1325649"/>
          </a:xfrm>
          <a:prstGeom prst="rect">
            <a:avLst/>
          </a:prstGeom>
          <a:noFill/>
          <a:ln>
            <a:noFill/>
          </a:ln>
        </p:spPr>
      </p:pic>
      <p:sp>
        <p:nvSpPr>
          <p:cNvPr id="501" name="Google Shape;501;p36"/>
          <p:cNvSpPr txBox="1">
            <a:spLocks noGrp="1"/>
          </p:cNvSpPr>
          <p:nvPr>
            <p:ph type="title" idx="4294967295"/>
          </p:nvPr>
        </p:nvSpPr>
        <p:spPr>
          <a:xfrm>
            <a:off x="457200" y="-10858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H</a:t>
            </a:r>
            <a:endParaRPr/>
          </a:p>
        </p:txBody>
      </p:sp>
      <p:pic>
        <p:nvPicPr>
          <p:cNvPr id="502" name="Google Shape;502;p36" descr="Image result for hogwarts icon">
            <a:hlinkClick r:id="rId10" action="ppaction://hlinksldjump"/>
          </p:cNvPr>
          <p:cNvPicPr preferRelativeResize="0"/>
          <p:nvPr/>
        </p:nvPicPr>
        <p:blipFill rotWithShape="1">
          <a:blip r:embed="rId11">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8"/>
                                        </p:tgtEl>
                                        <p:attrNameLst>
                                          <p:attrName>style.visibility</p:attrName>
                                        </p:attrNameLst>
                                      </p:cBhvr>
                                      <p:to>
                                        <p:strVal val="visible"/>
                                      </p:to>
                                    </p:set>
                                    <p:animEffect transition="in" filter="fade">
                                      <p:cBhvr>
                                        <p:cTn id="7" dur="1000"/>
                                        <p:tgtEl>
                                          <p:spTgt spid="4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00"/>
                                        </p:tgtEl>
                                        <p:attrNameLst>
                                          <p:attrName>style.visibility</p:attrName>
                                        </p:attrNameLst>
                                      </p:cBhvr>
                                      <p:to>
                                        <p:strVal val="visible"/>
                                      </p:to>
                                    </p:set>
                                    <p:animEffect transition="in" filter="fade">
                                      <p:cBhvr>
                                        <p:cTn id="12" dur="1000"/>
                                        <p:tgtEl>
                                          <p:spTgt spid="50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99"/>
                                        </p:tgtEl>
                                        <p:attrNameLst>
                                          <p:attrName>style.visibility</p:attrName>
                                        </p:attrNameLst>
                                      </p:cBhvr>
                                      <p:to>
                                        <p:strVal val="visible"/>
                                      </p:to>
                                    </p:set>
                                    <p:animEffect transition="in" filter="fade">
                                      <p:cBhvr>
                                        <p:cTn id="17" dur="1000"/>
                                        <p:tgtEl>
                                          <p:spTgt spid="4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07"/>
        <p:cNvGrpSpPr/>
        <p:nvPr/>
      </p:nvGrpSpPr>
      <p:grpSpPr>
        <a:xfrm>
          <a:off x="0" y="0"/>
          <a:ext cx="0" cy="0"/>
          <a:chOff x="0" y="0"/>
          <a:chExt cx="0" cy="0"/>
        </a:xfrm>
      </p:grpSpPr>
      <p:sp>
        <p:nvSpPr>
          <p:cNvPr id="508" name="Google Shape;508;p37"/>
          <p:cNvSpPr txBox="1"/>
          <p:nvPr/>
        </p:nvSpPr>
        <p:spPr>
          <a:xfrm>
            <a:off x="3733800" y="933266"/>
            <a:ext cx="5105400" cy="790601"/>
          </a:xfrm>
          <a:prstGeom prst="rect">
            <a:avLst/>
          </a:prstGeom>
          <a:noFill/>
          <a:ln>
            <a:noFill/>
          </a:ln>
        </p:spPr>
        <p:txBody>
          <a:bodyPr spcFirstLastPara="1" wrap="square" lIns="91425" tIns="45700" rIns="91425" bIns="45700" anchor="t" anchorCtr="0">
            <a:spAutoFit/>
          </a:bodyPr>
          <a:lstStyle/>
          <a:p>
            <a:pPr marL="0" marR="0" lvl="0" indent="0" algn="ctr" rtl="0">
              <a:lnSpc>
                <a:spcPct val="94074"/>
              </a:lnSpc>
              <a:spcBef>
                <a:spcPts val="0"/>
              </a:spcBef>
              <a:spcAft>
                <a:spcPts val="0"/>
              </a:spcAft>
              <a:buClr>
                <a:srgbClr val="000000"/>
              </a:buClr>
              <a:buSzPts val="5400"/>
              <a:buFont typeface="Arial"/>
              <a:buNone/>
            </a:pPr>
            <a:r>
              <a:rPr lang="en-US" sz="5400" b="0" i="0" u="none" strike="noStrike" cap="none">
                <a:solidFill>
                  <a:srgbClr val="DDD9C3"/>
                </a:solidFill>
                <a:latin typeface="Arial"/>
                <a:ea typeface="Arial"/>
                <a:cs typeface="Arial"/>
                <a:sym typeface="Arial"/>
              </a:rPr>
              <a:t>Test your luck!</a:t>
            </a:r>
            <a:endParaRPr sz="1400" b="0" i="0" u="none" strike="noStrike" cap="none">
              <a:solidFill>
                <a:srgbClr val="000000"/>
              </a:solidFill>
              <a:latin typeface="Arial"/>
              <a:ea typeface="Arial"/>
              <a:cs typeface="Arial"/>
              <a:sym typeface="Arial"/>
            </a:endParaRPr>
          </a:p>
        </p:txBody>
      </p:sp>
      <p:sp>
        <p:nvSpPr>
          <p:cNvPr id="509" name="Google Shape;509;p37"/>
          <p:cNvSpPr txBox="1"/>
          <p:nvPr/>
        </p:nvSpPr>
        <p:spPr>
          <a:xfrm>
            <a:off x="3733800" y="1733550"/>
            <a:ext cx="5105400" cy="3041858"/>
          </a:xfrm>
          <a:prstGeom prst="rect">
            <a:avLst/>
          </a:prstGeom>
          <a:noFill/>
          <a:ln>
            <a:noFill/>
          </a:ln>
        </p:spPr>
        <p:txBody>
          <a:bodyPr spcFirstLastPara="1" wrap="square" lIns="91425" tIns="45700" rIns="91425" bIns="45700" anchor="t" anchorCtr="0">
            <a:spAutoFit/>
          </a:bodyPr>
          <a:lstStyle/>
          <a:p>
            <a:pPr marL="0" marR="0" lvl="0" indent="0" algn="ctr" rtl="0">
              <a:lnSpc>
                <a:spcPct val="163571"/>
              </a:lnSpc>
              <a:spcBef>
                <a:spcPts val="0"/>
              </a:spcBef>
              <a:spcAft>
                <a:spcPts val="0"/>
              </a:spcAft>
              <a:buClr>
                <a:srgbClr val="000000"/>
              </a:buClr>
              <a:buSzPts val="2800"/>
              <a:buFont typeface="Arial"/>
              <a:buNone/>
            </a:pPr>
            <a:r>
              <a:rPr lang="en-US" sz="2800" b="0" i="0" u="none" strike="noStrike" cap="none">
                <a:solidFill>
                  <a:srgbClr val="EEECE1"/>
                </a:solidFill>
                <a:latin typeface="Arial"/>
                <a:ea typeface="Arial"/>
                <a:cs typeface="Arial"/>
                <a:sym typeface="Arial"/>
              </a:rPr>
              <a:t>Keep the card you have or draw more for more points. But </a:t>
            </a:r>
            <a:r>
              <a:rPr lang="en-US" sz="2800" b="0" i="0" u="none" strike="noStrike" cap="none">
                <a:solidFill>
                  <a:srgbClr val="E36C09"/>
                </a:solidFill>
                <a:latin typeface="Arial"/>
                <a:ea typeface="Arial"/>
                <a:cs typeface="Arial"/>
                <a:sym typeface="Arial"/>
              </a:rPr>
              <a:t>beware</a:t>
            </a:r>
            <a:r>
              <a:rPr lang="en-US" sz="2800" b="0" i="0" u="none" strike="noStrike" cap="none">
                <a:solidFill>
                  <a:srgbClr val="EEECE1"/>
                </a:solidFill>
                <a:latin typeface="Arial"/>
                <a:ea typeface="Arial"/>
                <a:cs typeface="Arial"/>
                <a:sym typeface="Arial"/>
              </a:rPr>
              <a:t>! If you find a bomb the game is over and you lose all your points.</a:t>
            </a:r>
            <a:endParaRPr sz="1400" b="0" i="0" u="none" strike="noStrike" cap="none">
              <a:solidFill>
                <a:srgbClr val="000000"/>
              </a:solidFill>
              <a:latin typeface="Arial"/>
              <a:ea typeface="Arial"/>
              <a:cs typeface="Arial"/>
              <a:sym typeface="Arial"/>
            </a:endParaRPr>
          </a:p>
        </p:txBody>
      </p:sp>
      <p:grpSp>
        <p:nvGrpSpPr>
          <p:cNvPr id="510" name="Google Shape;510;p37"/>
          <p:cNvGrpSpPr/>
          <p:nvPr/>
        </p:nvGrpSpPr>
        <p:grpSpPr>
          <a:xfrm>
            <a:off x="725109" y="757440"/>
            <a:ext cx="2590800" cy="3689587"/>
            <a:chOff x="-3323646" y="5895898"/>
            <a:chExt cx="2590800" cy="3689587"/>
          </a:xfrm>
        </p:grpSpPr>
        <p:sp>
          <p:nvSpPr>
            <p:cNvPr id="511" name="Google Shape;511;p37"/>
            <p:cNvSpPr/>
            <p:nvPr/>
          </p:nvSpPr>
          <p:spPr>
            <a:xfrm>
              <a:off x="-3323646" y="5895898"/>
              <a:ext cx="2590800" cy="3689587"/>
            </a:xfrm>
            <a:prstGeom prst="roundRect">
              <a:avLst>
                <a:gd name="adj" fmla="val 6174"/>
              </a:avLst>
            </a:prstGeom>
            <a:blipFill rotWithShape="1">
              <a:blip r:embed="rId4">
                <a:alphaModFix/>
              </a:blip>
              <a:tile tx="0" ty="0" sx="100000" sy="100000" flip="none" algn="tl"/>
            </a:blip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512" name="Google Shape;512;p37" descr="Image result for death eater logo"/>
            <p:cNvPicPr preferRelativeResize="0"/>
            <p:nvPr/>
          </p:nvPicPr>
          <p:blipFill rotWithShape="1">
            <a:blip r:embed="rId5">
              <a:alphaModFix/>
            </a:blip>
            <a:srcRect l="25596" r="25597"/>
            <a:stretch/>
          </p:blipFill>
          <p:spPr>
            <a:xfrm>
              <a:off x="-2839673" y="6261545"/>
              <a:ext cx="1441106" cy="2942940"/>
            </a:xfrm>
            <a:prstGeom prst="rect">
              <a:avLst/>
            </a:prstGeom>
            <a:noFill/>
            <a:ln>
              <a:noFill/>
            </a:ln>
          </p:spPr>
        </p:pic>
        <p:pic>
          <p:nvPicPr>
            <p:cNvPr id="513" name="Google Shape;513;p37"/>
            <p:cNvPicPr preferRelativeResize="0"/>
            <p:nvPr/>
          </p:nvPicPr>
          <p:blipFill rotWithShape="1">
            <a:blip r:embed="rId6">
              <a:alphaModFix/>
            </a:blip>
            <a:srcRect l="17477" t="19124" r="12700" b="27505"/>
            <a:stretch/>
          </p:blipFill>
          <p:spPr>
            <a:xfrm>
              <a:off x="-1592572" y="9011364"/>
              <a:ext cx="702734" cy="399904"/>
            </a:xfrm>
            <a:prstGeom prst="rect">
              <a:avLst/>
            </a:prstGeom>
            <a:noFill/>
            <a:ln>
              <a:noFill/>
            </a:ln>
          </p:spPr>
        </p:pic>
      </p:grpSp>
      <p:grpSp>
        <p:nvGrpSpPr>
          <p:cNvPr id="514" name="Google Shape;514;p37"/>
          <p:cNvGrpSpPr/>
          <p:nvPr/>
        </p:nvGrpSpPr>
        <p:grpSpPr>
          <a:xfrm>
            <a:off x="725109" y="757440"/>
            <a:ext cx="2590800" cy="3689587"/>
            <a:chOff x="-3192736" y="-4114776"/>
            <a:chExt cx="2590800" cy="3689587"/>
          </a:xfrm>
        </p:grpSpPr>
        <p:sp>
          <p:nvSpPr>
            <p:cNvPr id="515" name="Google Shape;515;p37"/>
            <p:cNvSpPr/>
            <p:nvPr/>
          </p:nvSpPr>
          <p:spPr>
            <a:xfrm>
              <a:off x="-3192736" y="-4114776"/>
              <a:ext cx="2590800" cy="3689587"/>
            </a:xfrm>
            <a:prstGeom prst="roundRect">
              <a:avLst>
                <a:gd name="adj" fmla="val 6174"/>
              </a:avLst>
            </a:prstGeom>
            <a:blipFill rotWithShape="1">
              <a:blip r:embed="rId4">
                <a:alphaModFix/>
              </a:blip>
              <a:tile tx="0" ty="0" sx="100000" sy="100000" flip="none" algn="tl"/>
            </a:blip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516" name="Google Shape;516;p37" descr="Image result for ravenclaw"/>
            <p:cNvPicPr preferRelativeResize="0"/>
            <p:nvPr/>
          </p:nvPicPr>
          <p:blipFill rotWithShape="1">
            <a:blip r:embed="rId7">
              <a:alphaModFix/>
            </a:blip>
            <a:srcRect/>
            <a:stretch/>
          </p:blipFill>
          <p:spPr>
            <a:xfrm>
              <a:off x="-2674383" y="-3673193"/>
              <a:ext cx="1554094" cy="2806420"/>
            </a:xfrm>
            <a:prstGeom prst="rect">
              <a:avLst/>
            </a:prstGeom>
            <a:noFill/>
            <a:ln>
              <a:noFill/>
            </a:ln>
          </p:spPr>
        </p:pic>
        <p:pic>
          <p:nvPicPr>
            <p:cNvPr id="517" name="Google Shape;517;p37"/>
            <p:cNvPicPr preferRelativeResize="0"/>
            <p:nvPr/>
          </p:nvPicPr>
          <p:blipFill rotWithShape="1">
            <a:blip r:embed="rId8">
              <a:alphaModFix/>
            </a:blip>
            <a:srcRect l="10557" t="6697" r="9849" b="9881"/>
            <a:stretch/>
          </p:blipFill>
          <p:spPr>
            <a:xfrm>
              <a:off x="-3046959" y="-4000324"/>
              <a:ext cx="2319867" cy="3423393"/>
            </a:xfrm>
            <a:prstGeom prst="rect">
              <a:avLst/>
            </a:prstGeom>
            <a:noFill/>
            <a:ln>
              <a:noFill/>
            </a:ln>
          </p:spPr>
        </p:pic>
      </p:grpSp>
      <p:grpSp>
        <p:nvGrpSpPr>
          <p:cNvPr id="518" name="Google Shape;518;p37"/>
          <p:cNvGrpSpPr/>
          <p:nvPr/>
        </p:nvGrpSpPr>
        <p:grpSpPr>
          <a:xfrm>
            <a:off x="725109" y="757440"/>
            <a:ext cx="2590800" cy="3689587"/>
            <a:chOff x="1956730" y="-4114776"/>
            <a:chExt cx="2590800" cy="3689587"/>
          </a:xfrm>
        </p:grpSpPr>
        <p:sp>
          <p:nvSpPr>
            <p:cNvPr id="519" name="Google Shape;519;p37"/>
            <p:cNvSpPr/>
            <p:nvPr/>
          </p:nvSpPr>
          <p:spPr>
            <a:xfrm>
              <a:off x="1956730" y="-4114776"/>
              <a:ext cx="2590800" cy="3689587"/>
            </a:xfrm>
            <a:prstGeom prst="roundRect">
              <a:avLst>
                <a:gd name="adj" fmla="val 6174"/>
              </a:avLst>
            </a:prstGeom>
            <a:blipFill rotWithShape="1">
              <a:blip r:embed="rId4">
                <a:alphaModFix/>
              </a:blip>
              <a:tile tx="0" ty="0" sx="100000" sy="100000" flip="none" algn="tl"/>
            </a:blip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520" name="Google Shape;520;p37" descr="Image result for hufflepuff badger"/>
            <p:cNvPicPr preferRelativeResize="0"/>
            <p:nvPr/>
          </p:nvPicPr>
          <p:blipFill rotWithShape="1">
            <a:blip r:embed="rId9">
              <a:alphaModFix/>
            </a:blip>
            <a:srcRect/>
            <a:stretch/>
          </p:blipFill>
          <p:spPr>
            <a:xfrm rot="5400000">
              <a:off x="1953093" y="-2919500"/>
              <a:ext cx="2598075" cy="1299035"/>
            </a:xfrm>
            <a:prstGeom prst="rect">
              <a:avLst/>
            </a:prstGeom>
            <a:noFill/>
            <a:ln>
              <a:noFill/>
            </a:ln>
          </p:spPr>
        </p:pic>
        <p:pic>
          <p:nvPicPr>
            <p:cNvPr id="521" name="Google Shape;521;p37"/>
            <p:cNvPicPr preferRelativeResize="0"/>
            <p:nvPr/>
          </p:nvPicPr>
          <p:blipFill rotWithShape="1">
            <a:blip r:embed="rId10">
              <a:alphaModFix/>
            </a:blip>
            <a:srcRect l="11703" t="7932" r="10727" b="8986"/>
            <a:stretch/>
          </p:blipFill>
          <p:spPr>
            <a:xfrm>
              <a:off x="2177842" y="-3924767"/>
              <a:ext cx="2175933" cy="3418601"/>
            </a:xfrm>
            <a:prstGeom prst="rect">
              <a:avLst/>
            </a:prstGeom>
            <a:noFill/>
            <a:ln>
              <a:noFill/>
            </a:ln>
          </p:spPr>
        </p:pic>
      </p:grpSp>
      <p:grpSp>
        <p:nvGrpSpPr>
          <p:cNvPr id="522" name="Google Shape;522;p37"/>
          <p:cNvGrpSpPr/>
          <p:nvPr/>
        </p:nvGrpSpPr>
        <p:grpSpPr>
          <a:xfrm>
            <a:off x="725109" y="757440"/>
            <a:ext cx="2590800" cy="3689587"/>
            <a:chOff x="2099128" y="6154027"/>
            <a:chExt cx="2590800" cy="3689587"/>
          </a:xfrm>
        </p:grpSpPr>
        <p:sp>
          <p:nvSpPr>
            <p:cNvPr id="523" name="Google Shape;523;p37"/>
            <p:cNvSpPr/>
            <p:nvPr/>
          </p:nvSpPr>
          <p:spPr>
            <a:xfrm>
              <a:off x="2099128" y="6154027"/>
              <a:ext cx="2590800" cy="3689587"/>
            </a:xfrm>
            <a:prstGeom prst="roundRect">
              <a:avLst>
                <a:gd name="adj" fmla="val 6174"/>
              </a:avLst>
            </a:prstGeom>
            <a:blipFill rotWithShape="1">
              <a:blip r:embed="rId4">
                <a:alphaModFix/>
              </a:blip>
              <a:tile tx="0" ty="0" sx="100000" sy="100000" flip="none" algn="tl"/>
            </a:blip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524" name="Google Shape;524;p37" descr="Image result for slytherin snake"/>
            <p:cNvPicPr preferRelativeResize="0"/>
            <p:nvPr/>
          </p:nvPicPr>
          <p:blipFill rotWithShape="1">
            <a:blip r:embed="rId11">
              <a:alphaModFix/>
            </a:blip>
            <a:srcRect/>
            <a:stretch/>
          </p:blipFill>
          <p:spPr>
            <a:xfrm>
              <a:off x="2456610" y="7321337"/>
              <a:ext cx="1875836" cy="1354966"/>
            </a:xfrm>
            <a:prstGeom prst="rect">
              <a:avLst/>
            </a:prstGeom>
            <a:noFill/>
            <a:ln>
              <a:noFill/>
            </a:ln>
          </p:spPr>
        </p:pic>
        <p:pic>
          <p:nvPicPr>
            <p:cNvPr id="525" name="Google Shape;525;p37"/>
            <p:cNvPicPr preferRelativeResize="0"/>
            <p:nvPr/>
          </p:nvPicPr>
          <p:blipFill rotWithShape="1">
            <a:blip r:embed="rId12">
              <a:alphaModFix/>
            </a:blip>
            <a:srcRect l="11916" t="7932" r="11049" b="10564"/>
            <a:stretch/>
          </p:blipFill>
          <p:spPr>
            <a:xfrm>
              <a:off x="2291782" y="6327166"/>
              <a:ext cx="2230582" cy="3353726"/>
            </a:xfrm>
            <a:prstGeom prst="rect">
              <a:avLst/>
            </a:prstGeom>
            <a:noFill/>
            <a:ln>
              <a:noFill/>
            </a:ln>
          </p:spPr>
        </p:pic>
      </p:grpSp>
      <p:grpSp>
        <p:nvGrpSpPr>
          <p:cNvPr id="526" name="Google Shape;526;p37"/>
          <p:cNvGrpSpPr/>
          <p:nvPr/>
        </p:nvGrpSpPr>
        <p:grpSpPr>
          <a:xfrm>
            <a:off x="725109" y="757440"/>
            <a:ext cx="2590800" cy="3689587"/>
            <a:chOff x="2743200" y="787163"/>
            <a:chExt cx="2590800" cy="3689587"/>
          </a:xfrm>
        </p:grpSpPr>
        <p:sp>
          <p:nvSpPr>
            <p:cNvPr id="527" name="Google Shape;527;p37"/>
            <p:cNvSpPr/>
            <p:nvPr/>
          </p:nvSpPr>
          <p:spPr>
            <a:xfrm>
              <a:off x="2743200" y="787163"/>
              <a:ext cx="2590800" cy="3689587"/>
            </a:xfrm>
            <a:prstGeom prst="roundRect">
              <a:avLst>
                <a:gd name="adj" fmla="val 6174"/>
              </a:avLst>
            </a:prstGeom>
            <a:blipFill rotWithShape="1">
              <a:blip r:embed="rId4">
                <a:alphaModFix/>
              </a:blip>
              <a:tile tx="0" ty="0" sx="100000" sy="100000" flip="none" algn="tl"/>
            </a:blip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528" name="Google Shape;528;p37" descr="Image result for hogwarts logo"/>
            <p:cNvPicPr preferRelativeResize="0"/>
            <p:nvPr/>
          </p:nvPicPr>
          <p:blipFill rotWithShape="1">
            <a:blip r:embed="rId13">
              <a:alphaModFix/>
            </a:blip>
            <a:srcRect/>
            <a:stretch/>
          </p:blipFill>
          <p:spPr>
            <a:xfrm>
              <a:off x="2895600" y="1434863"/>
              <a:ext cx="2286000" cy="2286000"/>
            </a:xfrm>
            <a:prstGeom prst="rect">
              <a:avLst/>
            </a:prstGeom>
            <a:noFill/>
            <a:ln>
              <a:noFill/>
            </a:ln>
          </p:spPr>
        </p:pic>
      </p:grpSp>
      <p:sp>
        <p:nvSpPr>
          <p:cNvPr id="529" name="Google Shape;529;p37"/>
          <p:cNvSpPr txBox="1">
            <a:spLocks noGrp="1"/>
          </p:cNvSpPr>
          <p:nvPr>
            <p:ph type="title" idx="4294967295"/>
          </p:nvPr>
        </p:nvSpPr>
        <p:spPr>
          <a:xfrm>
            <a:off x="457200" y="-10858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I</a:t>
            </a:r>
            <a:endParaRPr/>
          </a:p>
        </p:txBody>
      </p:sp>
      <p:pic>
        <p:nvPicPr>
          <p:cNvPr id="530" name="Google Shape;530;p37" descr="Image result for hogwarts icon">
            <a:hlinkClick r:id="rId14" action="ppaction://hlinksldjump"/>
          </p:cNvPr>
          <p:cNvPicPr preferRelativeResize="0"/>
          <p:nvPr/>
        </p:nvPicPr>
        <p:blipFill rotWithShape="1">
          <a:blip r:embed="rId15">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8" fill="hold" nodeType="clickEffect">
                                  <p:stCondLst>
                                    <p:cond delay="0"/>
                                  </p:stCondLst>
                                  <p:childTnLst>
                                    <p:anim calcmode="lin" valueType="num">
                                      <p:cBhvr additive="base">
                                        <p:cTn id="6" dur="500"/>
                                        <p:tgtEl>
                                          <p:spTgt spid="526"/>
                                        </p:tgtEl>
                                        <p:attrNameLst>
                                          <p:attrName>ppt_x</p:attrName>
                                        </p:attrNameLst>
                                      </p:cBhvr>
                                      <p:tavLst>
                                        <p:tav tm="0">
                                          <p:val>
                                            <p:strVal val="#ppt_x"/>
                                          </p:val>
                                        </p:tav>
                                        <p:tav tm="100000">
                                          <p:val>
                                            <p:strVal val="#ppt_x-1"/>
                                          </p:val>
                                        </p:tav>
                                      </p:tavLst>
                                    </p:anim>
                                    <p:set>
                                      <p:cBhvr>
                                        <p:cTn id="7" dur="1" fill="hold">
                                          <p:stCondLst>
                                            <p:cond delay="500"/>
                                          </p:stCondLst>
                                        </p:cTn>
                                        <p:tgtEl>
                                          <p:spTgt spid="52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 presetClass="exit" presetSubtype="8" fill="hold" nodeType="clickEffect">
                                  <p:stCondLst>
                                    <p:cond delay="0"/>
                                  </p:stCondLst>
                                  <p:childTnLst>
                                    <p:anim calcmode="lin" valueType="num">
                                      <p:cBhvr additive="base">
                                        <p:cTn id="11" dur="500"/>
                                        <p:tgtEl>
                                          <p:spTgt spid="522"/>
                                        </p:tgtEl>
                                        <p:attrNameLst>
                                          <p:attrName>ppt_x</p:attrName>
                                        </p:attrNameLst>
                                      </p:cBhvr>
                                      <p:tavLst>
                                        <p:tav tm="0">
                                          <p:val>
                                            <p:strVal val="#ppt_x"/>
                                          </p:val>
                                        </p:tav>
                                        <p:tav tm="100000">
                                          <p:val>
                                            <p:strVal val="#ppt_x-1"/>
                                          </p:val>
                                        </p:tav>
                                      </p:tavLst>
                                    </p:anim>
                                    <p:set>
                                      <p:cBhvr>
                                        <p:cTn id="12" dur="1" fill="hold">
                                          <p:stCondLst>
                                            <p:cond delay="500"/>
                                          </p:stCondLst>
                                        </p:cTn>
                                        <p:tgtEl>
                                          <p:spTgt spid="52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 presetClass="exit" presetSubtype="8" fill="hold" nodeType="clickEffect">
                                  <p:stCondLst>
                                    <p:cond delay="0"/>
                                  </p:stCondLst>
                                  <p:childTnLst>
                                    <p:anim calcmode="lin" valueType="num">
                                      <p:cBhvr additive="base">
                                        <p:cTn id="16" dur="500"/>
                                        <p:tgtEl>
                                          <p:spTgt spid="518"/>
                                        </p:tgtEl>
                                        <p:attrNameLst>
                                          <p:attrName>ppt_x</p:attrName>
                                        </p:attrNameLst>
                                      </p:cBhvr>
                                      <p:tavLst>
                                        <p:tav tm="0">
                                          <p:val>
                                            <p:strVal val="#ppt_x"/>
                                          </p:val>
                                        </p:tav>
                                        <p:tav tm="100000">
                                          <p:val>
                                            <p:strVal val="#ppt_x-1"/>
                                          </p:val>
                                        </p:tav>
                                      </p:tavLst>
                                    </p:anim>
                                    <p:set>
                                      <p:cBhvr>
                                        <p:cTn id="17" dur="1" fill="hold">
                                          <p:stCondLst>
                                            <p:cond delay="500"/>
                                          </p:stCondLst>
                                        </p:cTn>
                                        <p:tgtEl>
                                          <p:spTgt spid="51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 presetClass="exit" presetSubtype="8" fill="hold" nodeType="clickEffect">
                                  <p:stCondLst>
                                    <p:cond delay="0"/>
                                  </p:stCondLst>
                                  <p:childTnLst>
                                    <p:anim calcmode="lin" valueType="num">
                                      <p:cBhvr additive="base">
                                        <p:cTn id="21" dur="500"/>
                                        <p:tgtEl>
                                          <p:spTgt spid="514"/>
                                        </p:tgtEl>
                                        <p:attrNameLst>
                                          <p:attrName>ppt_x</p:attrName>
                                        </p:attrNameLst>
                                      </p:cBhvr>
                                      <p:tavLst>
                                        <p:tav tm="0">
                                          <p:val>
                                            <p:strVal val="#ppt_x"/>
                                          </p:val>
                                        </p:tav>
                                        <p:tav tm="100000">
                                          <p:val>
                                            <p:strVal val="#ppt_x-1"/>
                                          </p:val>
                                        </p:tav>
                                      </p:tavLst>
                                    </p:anim>
                                    <p:set>
                                      <p:cBhvr>
                                        <p:cTn id="22" dur="1" fill="hold">
                                          <p:stCondLst>
                                            <p:cond delay="500"/>
                                          </p:stCondLst>
                                        </p:cTn>
                                        <p:tgtEl>
                                          <p:spTgt spid="5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pic>
        <p:nvPicPr>
          <p:cNvPr id="536" name="Google Shape;536;p38"/>
          <p:cNvPicPr preferRelativeResize="0"/>
          <p:nvPr/>
        </p:nvPicPr>
        <p:blipFill rotWithShape="1">
          <a:blip r:embed="rId3">
            <a:alphaModFix/>
          </a:blip>
          <a:srcRect/>
          <a:stretch/>
        </p:blipFill>
        <p:spPr>
          <a:xfrm>
            <a:off x="-1066800" y="0"/>
            <a:ext cx="11618982" cy="5143500"/>
          </a:xfrm>
          <a:prstGeom prst="rect">
            <a:avLst/>
          </a:prstGeom>
          <a:noFill/>
          <a:ln>
            <a:noFill/>
          </a:ln>
        </p:spPr>
      </p:pic>
      <p:sp>
        <p:nvSpPr>
          <p:cNvPr id="537" name="Google Shape;537;p38" descr="Image result for scared potter gif"/>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538" name="Google Shape;538;p38">
            <a:hlinkClick r:id="rId4" action="ppaction://hlinksldjump"/>
          </p:cNvPr>
          <p:cNvPicPr preferRelativeResize="0"/>
          <p:nvPr/>
        </p:nvPicPr>
        <p:blipFill rotWithShape="1">
          <a:blip r:embed="rId5">
            <a:alphaModFix/>
          </a:blip>
          <a:srcRect l="11701" t="11122" r="11413" b="25052"/>
          <a:stretch/>
        </p:blipFill>
        <p:spPr>
          <a:xfrm>
            <a:off x="493486" y="3495554"/>
            <a:ext cx="1335314" cy="1365813"/>
          </a:xfrm>
          <a:prstGeom prst="rect">
            <a:avLst/>
          </a:prstGeom>
          <a:noFill/>
          <a:ln>
            <a:noFill/>
          </a:ln>
        </p:spPr>
      </p:pic>
      <p:pic>
        <p:nvPicPr>
          <p:cNvPr id="539" name="Google Shape;539;p38">
            <a:hlinkClick r:id="rId6" action="ppaction://hlinksldjump"/>
          </p:cNvPr>
          <p:cNvPicPr preferRelativeResize="0"/>
          <p:nvPr/>
        </p:nvPicPr>
        <p:blipFill rotWithShape="1">
          <a:blip r:embed="rId7">
            <a:alphaModFix/>
          </a:blip>
          <a:srcRect l="8781" t="11122" r="9536" b="25052"/>
          <a:stretch/>
        </p:blipFill>
        <p:spPr>
          <a:xfrm>
            <a:off x="7391400" y="3495554"/>
            <a:ext cx="1349828" cy="1365813"/>
          </a:xfrm>
          <a:prstGeom prst="rect">
            <a:avLst/>
          </a:prstGeom>
          <a:noFill/>
          <a:ln>
            <a:noFill/>
          </a:ln>
        </p:spPr>
      </p:pic>
      <p:sp>
        <p:nvSpPr>
          <p:cNvPr id="540" name="Google Shape;540;p38"/>
          <p:cNvSpPr txBox="1"/>
          <p:nvPr/>
        </p:nvSpPr>
        <p:spPr>
          <a:xfrm>
            <a:off x="2133600" y="3809821"/>
            <a:ext cx="4876800"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rgbClr val="DDD9C3"/>
                </a:solidFill>
                <a:latin typeface="Arial"/>
                <a:ea typeface="Arial"/>
                <a:cs typeface="Arial"/>
                <a:sym typeface="Arial"/>
              </a:rPr>
              <a:t>Your rival challenges</a:t>
            </a:r>
            <a:br>
              <a:rPr lang="en-US" sz="3600" b="0" i="0" u="none" strike="noStrike" cap="none">
                <a:solidFill>
                  <a:srgbClr val="DDD9C3"/>
                </a:solidFill>
                <a:latin typeface="Arial"/>
                <a:ea typeface="Arial"/>
                <a:cs typeface="Arial"/>
                <a:sym typeface="Arial"/>
              </a:rPr>
            </a:br>
            <a:r>
              <a:rPr lang="en-US" sz="3600" b="0" i="0" u="none" strike="noStrike" cap="none">
                <a:solidFill>
                  <a:srgbClr val="DDD9C3"/>
                </a:solidFill>
                <a:latin typeface="Arial"/>
                <a:ea typeface="Arial"/>
                <a:cs typeface="Arial"/>
                <a:sym typeface="Arial"/>
              </a:rPr>
              <a:t>you to a duel.</a:t>
            </a:r>
            <a:endParaRPr sz="1400" b="0" i="0" u="none" strike="noStrike" cap="none">
              <a:solidFill>
                <a:srgbClr val="000000"/>
              </a:solidFill>
              <a:latin typeface="Arial"/>
              <a:ea typeface="Arial"/>
              <a:cs typeface="Arial"/>
              <a:sym typeface="Arial"/>
            </a:endParaRPr>
          </a:p>
        </p:txBody>
      </p:sp>
      <p:sp>
        <p:nvSpPr>
          <p:cNvPr id="541" name="Google Shape;541;p38" descr="Image result for scared potter gif"/>
          <p:cNvSpPr/>
          <p:nvPr/>
        </p:nvSpPr>
        <p:spPr>
          <a:xfrm>
            <a:off x="307975" y="7937"/>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42" name="Google Shape;542;p38"/>
          <p:cNvSpPr txBox="1">
            <a:spLocks noGrp="1"/>
          </p:cNvSpPr>
          <p:nvPr>
            <p:ph type="title" idx="4294967295"/>
          </p:nvPr>
        </p:nvSpPr>
        <p:spPr>
          <a:xfrm>
            <a:off x="457200" y="-1162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J Question</a:t>
            </a:r>
            <a:endParaRPr/>
          </a:p>
        </p:txBody>
      </p:sp>
    </p:spTree>
  </p:cSld>
  <p:clrMapOvr>
    <a:masterClrMapping/>
  </p:clrMapOvr>
  <p:transition spd="slow">
    <p:fade thruBlk="1"/>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pic>
        <p:nvPicPr>
          <p:cNvPr id="548" name="Google Shape;548;p39"/>
          <p:cNvPicPr preferRelativeResize="0"/>
          <p:nvPr/>
        </p:nvPicPr>
        <p:blipFill rotWithShape="1">
          <a:blip r:embed="rId3">
            <a:alphaModFix/>
          </a:blip>
          <a:srcRect/>
          <a:stretch/>
        </p:blipFill>
        <p:spPr>
          <a:xfrm>
            <a:off x="-1600200" y="0"/>
            <a:ext cx="12756466" cy="5143500"/>
          </a:xfrm>
          <a:prstGeom prst="rect">
            <a:avLst/>
          </a:prstGeom>
          <a:noFill/>
          <a:ln>
            <a:noFill/>
          </a:ln>
        </p:spPr>
      </p:pic>
      <p:sp>
        <p:nvSpPr>
          <p:cNvPr id="549" name="Google Shape;549;p39"/>
          <p:cNvSpPr txBox="1"/>
          <p:nvPr/>
        </p:nvSpPr>
        <p:spPr>
          <a:xfrm>
            <a:off x="173181" y="3601819"/>
            <a:ext cx="2743200"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rgbClr val="DDD9C3"/>
                </a:solidFill>
                <a:latin typeface="Arial"/>
                <a:ea typeface="Arial"/>
                <a:cs typeface="Arial"/>
                <a:sym typeface="Arial"/>
              </a:rPr>
              <a:t>You lost!</a:t>
            </a:r>
            <a:endParaRPr sz="1400" b="0" i="0" u="none" strike="noStrike" cap="none">
              <a:solidFill>
                <a:srgbClr val="000000"/>
              </a:solidFill>
              <a:latin typeface="Arial"/>
              <a:ea typeface="Arial"/>
              <a:cs typeface="Arial"/>
              <a:sym typeface="Arial"/>
            </a:endParaRPr>
          </a:p>
        </p:txBody>
      </p:sp>
      <p:pic>
        <p:nvPicPr>
          <p:cNvPr id="550" name="Google Shape;550;p39"/>
          <p:cNvPicPr preferRelativeResize="0"/>
          <p:nvPr/>
        </p:nvPicPr>
        <p:blipFill rotWithShape="1">
          <a:blip r:embed="rId4">
            <a:alphaModFix/>
          </a:blip>
          <a:srcRect l="8452" t="21183" r="7993" b="27670"/>
          <a:stretch/>
        </p:blipFill>
        <p:spPr>
          <a:xfrm>
            <a:off x="1143000" y="3924984"/>
            <a:ext cx="5043055" cy="1094510"/>
          </a:xfrm>
          <a:prstGeom prst="rect">
            <a:avLst/>
          </a:prstGeom>
          <a:noFill/>
          <a:ln>
            <a:noFill/>
          </a:ln>
        </p:spPr>
      </p:pic>
      <p:sp>
        <p:nvSpPr>
          <p:cNvPr id="551" name="Google Shape;551;p39"/>
          <p:cNvSpPr txBox="1">
            <a:spLocks noGrp="1"/>
          </p:cNvSpPr>
          <p:nvPr>
            <p:ph type="title" idx="4294967295"/>
          </p:nvPr>
        </p:nvSpPr>
        <p:spPr>
          <a:xfrm>
            <a:off x="457200" y="-10096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J - B</a:t>
            </a:r>
            <a:endParaRPr/>
          </a:p>
        </p:txBody>
      </p:sp>
      <p:pic>
        <p:nvPicPr>
          <p:cNvPr id="552" name="Google Shape;552;p39" descr="Image result for hogwarts icon">
            <a:hlinkClick r:id="rId5" action="ppaction://hlinksldjump"/>
          </p:cNvPr>
          <p:cNvPicPr preferRelativeResize="0"/>
          <p:nvPr/>
        </p:nvPicPr>
        <p:blipFill rotWithShape="1">
          <a:blip r:embed="rId6">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40" descr="Related image"/>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559" name="Google Shape;559;p40"/>
          <p:cNvPicPr preferRelativeResize="0"/>
          <p:nvPr/>
        </p:nvPicPr>
        <p:blipFill rotWithShape="1">
          <a:blip r:embed="rId3">
            <a:alphaModFix/>
          </a:blip>
          <a:srcRect/>
          <a:stretch/>
        </p:blipFill>
        <p:spPr>
          <a:xfrm>
            <a:off x="-1" y="-60918"/>
            <a:ext cx="9144002" cy="5265336"/>
          </a:xfrm>
          <a:prstGeom prst="rect">
            <a:avLst/>
          </a:prstGeom>
          <a:noFill/>
          <a:ln>
            <a:noFill/>
          </a:ln>
        </p:spPr>
      </p:pic>
      <p:pic>
        <p:nvPicPr>
          <p:cNvPr id="560" name="Google Shape;560;p40"/>
          <p:cNvPicPr preferRelativeResize="0"/>
          <p:nvPr/>
        </p:nvPicPr>
        <p:blipFill rotWithShape="1">
          <a:blip r:embed="rId4">
            <a:alphaModFix/>
          </a:blip>
          <a:srcRect l="10107" t="19018" r="10235" b="31034"/>
          <a:stretch/>
        </p:blipFill>
        <p:spPr>
          <a:xfrm>
            <a:off x="753630" y="3788887"/>
            <a:ext cx="3361170" cy="1068863"/>
          </a:xfrm>
          <a:prstGeom prst="rect">
            <a:avLst/>
          </a:prstGeom>
          <a:noFill/>
          <a:ln>
            <a:noFill/>
          </a:ln>
        </p:spPr>
      </p:pic>
      <p:sp>
        <p:nvSpPr>
          <p:cNvPr id="561" name="Google Shape;561;p40"/>
          <p:cNvSpPr txBox="1"/>
          <p:nvPr/>
        </p:nvSpPr>
        <p:spPr>
          <a:xfrm>
            <a:off x="0" y="3449419"/>
            <a:ext cx="2743200"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rgbClr val="DDD9C3"/>
                </a:solidFill>
                <a:latin typeface="Arial"/>
                <a:ea typeface="Arial"/>
                <a:cs typeface="Arial"/>
                <a:sym typeface="Arial"/>
              </a:rPr>
              <a:t>You won!</a:t>
            </a:r>
            <a:endParaRPr sz="1400" b="0" i="0" u="none" strike="noStrike" cap="none">
              <a:solidFill>
                <a:srgbClr val="000000"/>
              </a:solidFill>
              <a:latin typeface="Arial"/>
              <a:ea typeface="Arial"/>
              <a:cs typeface="Arial"/>
              <a:sym typeface="Arial"/>
            </a:endParaRPr>
          </a:p>
        </p:txBody>
      </p:sp>
      <p:sp>
        <p:nvSpPr>
          <p:cNvPr id="562" name="Google Shape;562;p40"/>
          <p:cNvSpPr txBox="1">
            <a:spLocks noGrp="1"/>
          </p:cNvSpPr>
          <p:nvPr>
            <p:ph type="title" idx="4294967295"/>
          </p:nvPr>
        </p:nvSpPr>
        <p:spPr>
          <a:xfrm>
            <a:off x="457200" y="-1022742"/>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J - A</a:t>
            </a:r>
            <a:endParaRPr/>
          </a:p>
        </p:txBody>
      </p:sp>
      <p:pic>
        <p:nvPicPr>
          <p:cNvPr id="563" name="Google Shape;563;p40" descr="Image result for hogwarts icon">
            <a:hlinkClick r:id="rId5" action="ppaction://hlinksldjump"/>
          </p:cNvPr>
          <p:cNvPicPr preferRelativeResize="0"/>
          <p:nvPr/>
        </p:nvPicPr>
        <p:blipFill rotWithShape="1">
          <a:blip r:embed="rId6">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42" descr="Image result for harry potter gif"/>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570" name="Google Shape;570;p42" descr="Image result for harry and voldemort gif"/>
          <p:cNvPicPr preferRelativeResize="0"/>
          <p:nvPr/>
        </p:nvPicPr>
        <p:blipFill rotWithShape="1">
          <a:blip r:embed="rId3">
            <a:alphaModFix/>
          </a:blip>
          <a:srcRect/>
          <a:stretch/>
        </p:blipFill>
        <p:spPr>
          <a:xfrm>
            <a:off x="-2362200" y="-23404"/>
            <a:ext cx="12165897" cy="5166904"/>
          </a:xfrm>
          <a:prstGeom prst="rect">
            <a:avLst/>
          </a:prstGeom>
          <a:noFill/>
          <a:ln>
            <a:noFill/>
          </a:ln>
        </p:spPr>
      </p:pic>
      <p:sp>
        <p:nvSpPr>
          <p:cNvPr id="571" name="Google Shape;571;p42"/>
          <p:cNvSpPr txBox="1"/>
          <p:nvPr/>
        </p:nvSpPr>
        <p:spPr>
          <a:xfrm>
            <a:off x="2057400" y="4019550"/>
            <a:ext cx="5029200"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rgbClr val="DDD9C3"/>
                </a:solidFill>
                <a:latin typeface="Arial"/>
                <a:ea typeface="Arial"/>
                <a:cs typeface="Arial"/>
                <a:sym typeface="Arial"/>
              </a:rPr>
              <a:t>Voldemort attacks!</a:t>
            </a:r>
            <a:endParaRPr sz="1400" b="0" i="0" u="none" strike="noStrike" cap="none">
              <a:solidFill>
                <a:srgbClr val="000000"/>
              </a:solidFill>
              <a:latin typeface="Arial"/>
              <a:ea typeface="Arial"/>
              <a:cs typeface="Arial"/>
              <a:sym typeface="Arial"/>
            </a:endParaRPr>
          </a:p>
        </p:txBody>
      </p:sp>
      <p:pic>
        <p:nvPicPr>
          <p:cNvPr id="572" name="Google Shape;572;p42">
            <a:hlinkClick r:id="rId4" action="ppaction://hlinksldjump"/>
          </p:cNvPr>
          <p:cNvPicPr preferRelativeResize="0"/>
          <p:nvPr/>
        </p:nvPicPr>
        <p:blipFill rotWithShape="1">
          <a:blip r:embed="rId5">
            <a:alphaModFix/>
          </a:blip>
          <a:srcRect l="11701" t="11122" r="11413" b="25052"/>
          <a:stretch/>
        </p:blipFill>
        <p:spPr>
          <a:xfrm>
            <a:off x="493486" y="3495554"/>
            <a:ext cx="1335314" cy="1365813"/>
          </a:xfrm>
          <a:prstGeom prst="rect">
            <a:avLst/>
          </a:prstGeom>
          <a:noFill/>
          <a:ln>
            <a:noFill/>
          </a:ln>
        </p:spPr>
      </p:pic>
      <p:pic>
        <p:nvPicPr>
          <p:cNvPr id="573" name="Google Shape;573;p42">
            <a:hlinkClick r:id="rId6" action="ppaction://hlinksldjump"/>
          </p:cNvPr>
          <p:cNvPicPr preferRelativeResize="0"/>
          <p:nvPr/>
        </p:nvPicPr>
        <p:blipFill rotWithShape="1">
          <a:blip r:embed="rId7">
            <a:alphaModFix/>
          </a:blip>
          <a:srcRect l="8781" t="11122" r="9536" b="25052"/>
          <a:stretch/>
        </p:blipFill>
        <p:spPr>
          <a:xfrm>
            <a:off x="7391400" y="3495554"/>
            <a:ext cx="1349828" cy="1365813"/>
          </a:xfrm>
          <a:prstGeom prst="rect">
            <a:avLst/>
          </a:prstGeom>
          <a:noFill/>
          <a:ln>
            <a:noFill/>
          </a:ln>
        </p:spPr>
      </p:pic>
      <p:sp>
        <p:nvSpPr>
          <p:cNvPr id="574" name="Google Shape;574;p42"/>
          <p:cNvSpPr txBox="1">
            <a:spLocks noGrp="1"/>
          </p:cNvSpPr>
          <p:nvPr>
            <p:ph type="title" idx="4294967295"/>
          </p:nvPr>
        </p:nvSpPr>
        <p:spPr>
          <a:xfrm>
            <a:off x="457200" y="-1162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M Question</a:t>
            </a:r>
            <a:endParaRPr/>
          </a:p>
        </p:txBody>
      </p:sp>
    </p:spTree>
  </p:cSld>
  <p:clrMapOvr>
    <a:masterClrMapping/>
  </p:clrMapOvr>
  <p:transition spd="slow">
    <p:fade thruBlk="1"/>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43" descr="Image result for voldemort gif"/>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81" name="Google Shape;581;p43" descr="Image result for voldemort gif"/>
          <p:cNvSpPr/>
          <p:nvPr/>
        </p:nvSpPr>
        <p:spPr>
          <a:xfrm>
            <a:off x="307975" y="7937"/>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82" name="Google Shape;582;p43" descr="Image result for voldemort gif"/>
          <p:cNvSpPr/>
          <p:nvPr/>
        </p:nvSpPr>
        <p:spPr>
          <a:xfrm>
            <a:off x="460375" y="160337"/>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83" name="Google Shape;583;p43" descr="Image result for voldemort death gif"/>
          <p:cNvSpPr/>
          <p:nvPr/>
        </p:nvSpPr>
        <p:spPr>
          <a:xfrm>
            <a:off x="612775" y="312737"/>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584" name="Google Shape;584;p43"/>
          <p:cNvPicPr preferRelativeResize="0"/>
          <p:nvPr/>
        </p:nvPicPr>
        <p:blipFill rotWithShape="1">
          <a:blip r:embed="rId3">
            <a:alphaModFix/>
          </a:blip>
          <a:srcRect/>
          <a:stretch/>
        </p:blipFill>
        <p:spPr>
          <a:xfrm>
            <a:off x="-1487044" y="0"/>
            <a:ext cx="12118088" cy="5143500"/>
          </a:xfrm>
          <a:prstGeom prst="rect">
            <a:avLst/>
          </a:prstGeom>
          <a:noFill/>
          <a:ln>
            <a:noFill/>
          </a:ln>
        </p:spPr>
      </p:pic>
      <p:pic>
        <p:nvPicPr>
          <p:cNvPr id="585" name="Google Shape;585;p43"/>
          <p:cNvPicPr preferRelativeResize="0"/>
          <p:nvPr/>
        </p:nvPicPr>
        <p:blipFill rotWithShape="1">
          <a:blip r:embed="rId4">
            <a:alphaModFix/>
          </a:blip>
          <a:srcRect l="21162" t="24845" r="23366" b="30736"/>
          <a:stretch/>
        </p:blipFill>
        <p:spPr>
          <a:xfrm>
            <a:off x="773843" y="3867150"/>
            <a:ext cx="2197957" cy="950561"/>
          </a:xfrm>
          <a:prstGeom prst="rect">
            <a:avLst/>
          </a:prstGeom>
          <a:noFill/>
          <a:ln>
            <a:noFill/>
          </a:ln>
        </p:spPr>
      </p:pic>
      <p:sp>
        <p:nvSpPr>
          <p:cNvPr id="586" name="Google Shape;586;p43"/>
          <p:cNvSpPr txBox="1"/>
          <p:nvPr/>
        </p:nvSpPr>
        <p:spPr>
          <a:xfrm>
            <a:off x="0" y="3449419"/>
            <a:ext cx="2743200"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rgbClr val="DDD9C3"/>
                </a:solidFill>
                <a:latin typeface="Arial"/>
                <a:ea typeface="Arial"/>
                <a:cs typeface="Arial"/>
                <a:sym typeface="Arial"/>
              </a:rPr>
              <a:t>You won!</a:t>
            </a:r>
            <a:endParaRPr sz="1400" b="0" i="0" u="none" strike="noStrike" cap="none">
              <a:solidFill>
                <a:srgbClr val="000000"/>
              </a:solidFill>
              <a:latin typeface="Arial"/>
              <a:ea typeface="Arial"/>
              <a:cs typeface="Arial"/>
              <a:sym typeface="Arial"/>
            </a:endParaRPr>
          </a:p>
        </p:txBody>
      </p:sp>
      <p:sp>
        <p:nvSpPr>
          <p:cNvPr id="587" name="Google Shape;587;p43"/>
          <p:cNvSpPr txBox="1">
            <a:spLocks noGrp="1"/>
          </p:cNvSpPr>
          <p:nvPr>
            <p:ph type="title" idx="4294967295"/>
          </p:nvPr>
        </p:nvSpPr>
        <p:spPr>
          <a:xfrm>
            <a:off x="457200" y="-1162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M - B</a:t>
            </a:r>
            <a:endParaRPr/>
          </a:p>
        </p:txBody>
      </p:sp>
      <p:pic>
        <p:nvPicPr>
          <p:cNvPr id="588" name="Google Shape;588;p43" descr="Image result for hogwarts icon">
            <a:hlinkClick r:id="rId5" action="ppaction://hlinksldjump"/>
          </p:cNvPr>
          <p:cNvPicPr preferRelativeResize="0"/>
          <p:nvPr/>
        </p:nvPicPr>
        <p:blipFill rotWithShape="1">
          <a:blip r:embed="rId6">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pic>
        <p:nvPicPr>
          <p:cNvPr id="594" name="Google Shape;594;p44"/>
          <p:cNvPicPr preferRelativeResize="0"/>
          <p:nvPr/>
        </p:nvPicPr>
        <p:blipFill rotWithShape="1">
          <a:blip r:embed="rId3">
            <a:alphaModFix/>
          </a:blip>
          <a:srcRect/>
          <a:stretch/>
        </p:blipFill>
        <p:spPr>
          <a:xfrm>
            <a:off x="-1657578" y="-1"/>
            <a:ext cx="12459156" cy="5143502"/>
          </a:xfrm>
          <a:prstGeom prst="rect">
            <a:avLst/>
          </a:prstGeom>
          <a:noFill/>
          <a:ln>
            <a:noFill/>
          </a:ln>
        </p:spPr>
      </p:pic>
      <p:sp>
        <p:nvSpPr>
          <p:cNvPr id="595" name="Google Shape;595;p44"/>
          <p:cNvSpPr txBox="1"/>
          <p:nvPr/>
        </p:nvSpPr>
        <p:spPr>
          <a:xfrm>
            <a:off x="173181" y="3601819"/>
            <a:ext cx="2743200"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rgbClr val="DDD9C3"/>
                </a:solidFill>
                <a:latin typeface="Arial"/>
                <a:ea typeface="Arial"/>
                <a:cs typeface="Arial"/>
                <a:sym typeface="Arial"/>
              </a:rPr>
              <a:t>You lost!</a:t>
            </a:r>
            <a:endParaRPr sz="1400" b="0" i="0" u="none" strike="noStrike" cap="none">
              <a:solidFill>
                <a:srgbClr val="000000"/>
              </a:solidFill>
              <a:latin typeface="Arial"/>
              <a:ea typeface="Arial"/>
              <a:cs typeface="Arial"/>
              <a:sym typeface="Arial"/>
            </a:endParaRPr>
          </a:p>
        </p:txBody>
      </p:sp>
      <p:grpSp>
        <p:nvGrpSpPr>
          <p:cNvPr id="596" name="Google Shape;596;p44"/>
          <p:cNvGrpSpPr/>
          <p:nvPr/>
        </p:nvGrpSpPr>
        <p:grpSpPr>
          <a:xfrm>
            <a:off x="935181" y="4007427"/>
            <a:ext cx="5160819" cy="1078923"/>
            <a:chOff x="457200" y="3169227"/>
            <a:chExt cx="5160819" cy="1078923"/>
          </a:xfrm>
        </p:grpSpPr>
        <p:pic>
          <p:nvPicPr>
            <p:cNvPr id="597" name="Google Shape;597;p44"/>
            <p:cNvPicPr preferRelativeResize="0"/>
            <p:nvPr/>
          </p:nvPicPr>
          <p:blipFill rotWithShape="1">
            <a:blip r:embed="rId4">
              <a:alphaModFix/>
            </a:blip>
            <a:srcRect l="17623" t="19807" r="21228" b="54948"/>
            <a:stretch/>
          </p:blipFill>
          <p:spPr>
            <a:xfrm>
              <a:off x="457200" y="3257550"/>
              <a:ext cx="2493819" cy="732559"/>
            </a:xfrm>
            <a:prstGeom prst="rect">
              <a:avLst/>
            </a:prstGeom>
            <a:noFill/>
            <a:ln>
              <a:noFill/>
            </a:ln>
          </p:spPr>
        </p:pic>
        <p:pic>
          <p:nvPicPr>
            <p:cNvPr id="598" name="Google Shape;598;p44"/>
            <p:cNvPicPr preferRelativeResize="0"/>
            <p:nvPr/>
          </p:nvPicPr>
          <p:blipFill rotWithShape="1">
            <a:blip r:embed="rId4">
              <a:alphaModFix/>
            </a:blip>
            <a:srcRect l="19426" t="43481" r="19426" b="19339"/>
            <a:stretch/>
          </p:blipFill>
          <p:spPr>
            <a:xfrm>
              <a:off x="3124200" y="3169227"/>
              <a:ext cx="2493819" cy="1078923"/>
            </a:xfrm>
            <a:prstGeom prst="rect">
              <a:avLst/>
            </a:prstGeom>
            <a:noFill/>
            <a:ln>
              <a:noFill/>
            </a:ln>
          </p:spPr>
        </p:pic>
      </p:grpSp>
      <p:sp>
        <p:nvSpPr>
          <p:cNvPr id="599" name="Google Shape;599;p44"/>
          <p:cNvSpPr txBox="1">
            <a:spLocks noGrp="1"/>
          </p:cNvSpPr>
          <p:nvPr>
            <p:ph type="title" idx="4294967295"/>
          </p:nvPr>
        </p:nvSpPr>
        <p:spPr>
          <a:xfrm>
            <a:off x="457200" y="-10096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M - A</a:t>
            </a:r>
            <a:endParaRPr/>
          </a:p>
        </p:txBody>
      </p:sp>
      <p:pic>
        <p:nvPicPr>
          <p:cNvPr id="600" name="Google Shape;600;p44" descr="Image result for hogwarts icon">
            <a:hlinkClick r:id="rId5" action="ppaction://hlinksldjump"/>
          </p:cNvPr>
          <p:cNvPicPr preferRelativeResize="0"/>
          <p:nvPr/>
        </p:nvPicPr>
        <p:blipFill rotWithShape="1">
          <a:blip r:embed="rId6">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alphaModFix amt="79000"/>
          </a:blip>
          <a:stretch>
            <a:fillRect/>
          </a:stretch>
        </a:blipFill>
        <a:effectLst/>
      </p:bgPr>
    </p:bg>
    <p:spTree>
      <p:nvGrpSpPr>
        <p:cNvPr id="1" name="Shape 605"/>
        <p:cNvGrpSpPr/>
        <p:nvPr/>
      </p:nvGrpSpPr>
      <p:grpSpPr>
        <a:xfrm>
          <a:off x="0" y="0"/>
          <a:ext cx="0" cy="0"/>
          <a:chOff x="0" y="0"/>
          <a:chExt cx="0" cy="0"/>
        </a:xfrm>
      </p:grpSpPr>
      <p:pic>
        <p:nvPicPr>
          <p:cNvPr id="606" name="Google Shape;606;p45" descr="Image result for death eater logo"/>
          <p:cNvPicPr preferRelativeResize="0"/>
          <p:nvPr/>
        </p:nvPicPr>
        <p:blipFill rotWithShape="1">
          <a:blip r:embed="rId4">
            <a:alphaModFix/>
          </a:blip>
          <a:srcRect l="25596" r="25597"/>
          <a:stretch/>
        </p:blipFill>
        <p:spPr>
          <a:xfrm>
            <a:off x="4305329" y="1582719"/>
            <a:ext cx="533342" cy="1089158"/>
          </a:xfrm>
          <a:prstGeom prst="rect">
            <a:avLst/>
          </a:prstGeom>
          <a:noFill/>
          <a:ln>
            <a:noFill/>
          </a:ln>
        </p:spPr>
      </p:pic>
      <p:pic>
        <p:nvPicPr>
          <p:cNvPr id="607" name="Google Shape;607;p45"/>
          <p:cNvPicPr preferRelativeResize="0"/>
          <p:nvPr/>
        </p:nvPicPr>
        <p:blipFill rotWithShape="1">
          <a:blip r:embed="rId5">
            <a:alphaModFix/>
          </a:blip>
          <a:srcRect l="23039" t="25473" r="33651" b="32667"/>
          <a:stretch/>
        </p:blipFill>
        <p:spPr>
          <a:xfrm>
            <a:off x="7678819" y="1538878"/>
            <a:ext cx="818537" cy="1042794"/>
          </a:xfrm>
          <a:prstGeom prst="rect">
            <a:avLst/>
          </a:prstGeom>
          <a:noFill/>
          <a:ln>
            <a:noFill/>
          </a:ln>
        </p:spPr>
      </p:pic>
      <p:pic>
        <p:nvPicPr>
          <p:cNvPr id="608" name="Google Shape;608;p45"/>
          <p:cNvPicPr preferRelativeResize="0"/>
          <p:nvPr/>
        </p:nvPicPr>
        <p:blipFill rotWithShape="1">
          <a:blip r:embed="rId6">
            <a:alphaModFix/>
          </a:blip>
          <a:srcRect l="17315" t="24793" r="28581" b="37055"/>
          <a:stretch/>
        </p:blipFill>
        <p:spPr>
          <a:xfrm>
            <a:off x="2133617" y="3313296"/>
            <a:ext cx="1121283" cy="950455"/>
          </a:xfrm>
          <a:prstGeom prst="rect">
            <a:avLst/>
          </a:prstGeom>
          <a:noFill/>
          <a:ln>
            <a:noFill/>
          </a:ln>
        </p:spPr>
      </p:pic>
      <p:pic>
        <p:nvPicPr>
          <p:cNvPr id="609" name="Google Shape;609;p45"/>
          <p:cNvPicPr preferRelativeResize="0"/>
          <p:nvPr/>
        </p:nvPicPr>
        <p:blipFill rotWithShape="1">
          <a:blip r:embed="rId7">
            <a:alphaModFix/>
          </a:blip>
          <a:srcRect l="23198" t="23198" r="33574" b="35069"/>
          <a:stretch/>
        </p:blipFill>
        <p:spPr>
          <a:xfrm>
            <a:off x="644607" y="1540455"/>
            <a:ext cx="885274" cy="1039640"/>
          </a:xfrm>
          <a:prstGeom prst="rect">
            <a:avLst/>
          </a:prstGeom>
          <a:noFill/>
          <a:ln>
            <a:noFill/>
          </a:ln>
        </p:spPr>
      </p:pic>
      <p:pic>
        <p:nvPicPr>
          <p:cNvPr id="610" name="Google Shape;610;p45"/>
          <p:cNvPicPr preferRelativeResize="0"/>
          <p:nvPr/>
        </p:nvPicPr>
        <p:blipFill rotWithShape="1">
          <a:blip r:embed="rId8">
            <a:alphaModFix/>
          </a:blip>
          <a:srcRect l="22463" t="22464" r="30707" b="34518"/>
          <a:stretch/>
        </p:blipFill>
        <p:spPr>
          <a:xfrm>
            <a:off x="5722930" y="3252697"/>
            <a:ext cx="1019200" cy="1071653"/>
          </a:xfrm>
          <a:prstGeom prst="rect">
            <a:avLst/>
          </a:prstGeom>
          <a:noFill/>
          <a:ln>
            <a:noFill/>
          </a:ln>
        </p:spPr>
      </p:pic>
      <p:pic>
        <p:nvPicPr>
          <p:cNvPr id="611" name="Google Shape;611;p45"/>
          <p:cNvPicPr preferRelativeResize="0"/>
          <p:nvPr/>
        </p:nvPicPr>
        <p:blipFill rotWithShape="1">
          <a:blip r:embed="rId9">
            <a:alphaModFix/>
          </a:blip>
          <a:srcRect l="19247" t="24739" r="29600" b="36554"/>
          <a:stretch/>
        </p:blipFill>
        <p:spPr>
          <a:xfrm>
            <a:off x="393855" y="3306371"/>
            <a:ext cx="1087646" cy="964304"/>
          </a:xfrm>
          <a:prstGeom prst="rect">
            <a:avLst/>
          </a:prstGeom>
          <a:noFill/>
          <a:ln>
            <a:noFill/>
          </a:ln>
        </p:spPr>
      </p:pic>
      <p:pic>
        <p:nvPicPr>
          <p:cNvPr id="612" name="Google Shape;612;p45" descr="Image result for death eater logo"/>
          <p:cNvPicPr preferRelativeResize="0"/>
          <p:nvPr/>
        </p:nvPicPr>
        <p:blipFill rotWithShape="1">
          <a:blip r:embed="rId4">
            <a:alphaModFix/>
          </a:blip>
          <a:srcRect l="25596" r="25597"/>
          <a:stretch/>
        </p:blipFill>
        <p:spPr>
          <a:xfrm>
            <a:off x="4305329" y="3337956"/>
            <a:ext cx="533342" cy="1089158"/>
          </a:xfrm>
          <a:prstGeom prst="rect">
            <a:avLst/>
          </a:prstGeom>
          <a:noFill/>
          <a:ln>
            <a:noFill/>
          </a:ln>
        </p:spPr>
      </p:pic>
      <p:grpSp>
        <p:nvGrpSpPr>
          <p:cNvPr id="613" name="Google Shape;613;p45"/>
          <p:cNvGrpSpPr/>
          <p:nvPr/>
        </p:nvGrpSpPr>
        <p:grpSpPr>
          <a:xfrm>
            <a:off x="2001838" y="1250370"/>
            <a:ext cx="1753856" cy="1753856"/>
            <a:chOff x="2001838" y="1267446"/>
            <a:chExt cx="1753856" cy="1753856"/>
          </a:xfrm>
        </p:grpSpPr>
        <p:pic>
          <p:nvPicPr>
            <p:cNvPr id="614" name="Google Shape;614;p45" descr="Image result for blank book mockup"/>
            <p:cNvPicPr preferRelativeResize="0"/>
            <p:nvPr/>
          </p:nvPicPr>
          <p:blipFill rotWithShape="1">
            <a:blip r:embed="rId10">
              <a:alphaModFix/>
            </a:blip>
            <a:srcRect/>
            <a:stretch/>
          </p:blipFill>
          <p:spPr>
            <a:xfrm>
              <a:off x="2001838" y="1267446"/>
              <a:ext cx="1753856" cy="1753856"/>
            </a:xfrm>
            <a:prstGeom prst="rect">
              <a:avLst/>
            </a:prstGeom>
            <a:noFill/>
            <a:ln>
              <a:noFill/>
            </a:ln>
            <a:effectLst>
              <a:outerShdw blurRad="50800" dist="50800" dir="3000000" sx="99000" sy="99000" algn="tl" rotWithShape="0">
                <a:srgbClr val="000000">
                  <a:alpha val="50980"/>
                </a:srgbClr>
              </a:outerShdw>
            </a:effectLst>
          </p:spPr>
        </p:pic>
        <p:sp>
          <p:nvSpPr>
            <p:cNvPr id="615" name="Google Shape;615;p45"/>
            <p:cNvSpPr txBox="1"/>
            <p:nvPr/>
          </p:nvSpPr>
          <p:spPr>
            <a:xfrm rot="-915095">
              <a:off x="2234910" y="1788992"/>
              <a:ext cx="1463947"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lt1"/>
                  </a:solidFill>
                  <a:latin typeface="Arial"/>
                  <a:ea typeface="Arial"/>
                  <a:cs typeface="Arial"/>
                  <a:sym typeface="Arial"/>
                </a:rPr>
                <a:t>Potions</a:t>
              </a:r>
              <a:endParaRPr sz="1400" b="0" i="0" u="none" strike="noStrike" cap="none">
                <a:solidFill>
                  <a:srgbClr val="000000"/>
                </a:solidFill>
                <a:latin typeface="Arial"/>
                <a:ea typeface="Arial"/>
                <a:cs typeface="Arial"/>
                <a:sym typeface="Arial"/>
              </a:endParaRPr>
            </a:p>
          </p:txBody>
        </p:sp>
      </p:grpSp>
      <p:grpSp>
        <p:nvGrpSpPr>
          <p:cNvPr id="616" name="Google Shape;616;p45"/>
          <p:cNvGrpSpPr/>
          <p:nvPr/>
        </p:nvGrpSpPr>
        <p:grpSpPr>
          <a:xfrm>
            <a:off x="7099269" y="3052413"/>
            <a:ext cx="1937962" cy="1410836"/>
            <a:chOff x="7099269" y="3069489"/>
            <a:chExt cx="1937962" cy="1410836"/>
          </a:xfrm>
        </p:grpSpPr>
        <p:pic>
          <p:nvPicPr>
            <p:cNvPr id="617" name="Google Shape;617;p45" descr="Luxury Book PNG Clipart - High-quality PNG Clipart Image in cattegory Books PNG / Clipart from ClipartPNG.com"/>
            <p:cNvPicPr preferRelativeResize="0"/>
            <p:nvPr/>
          </p:nvPicPr>
          <p:blipFill rotWithShape="1">
            <a:blip r:embed="rId11">
              <a:alphaModFix/>
            </a:blip>
            <a:srcRect/>
            <a:stretch/>
          </p:blipFill>
          <p:spPr>
            <a:xfrm>
              <a:off x="7099269" y="3069489"/>
              <a:ext cx="1937962" cy="1410836"/>
            </a:xfrm>
            <a:prstGeom prst="rect">
              <a:avLst/>
            </a:prstGeom>
            <a:noFill/>
            <a:ln>
              <a:noFill/>
            </a:ln>
            <a:effectLst>
              <a:outerShdw blurRad="50800" dist="50800" dir="3000000" sx="99000" sy="99000" algn="tl" rotWithShape="0">
                <a:srgbClr val="000000">
                  <a:alpha val="50980"/>
                </a:srgbClr>
              </a:outerShdw>
            </a:effectLst>
          </p:spPr>
        </p:pic>
        <p:sp>
          <p:nvSpPr>
            <p:cNvPr id="618" name="Google Shape;618;p45"/>
            <p:cNvSpPr txBox="1"/>
            <p:nvPr/>
          </p:nvSpPr>
          <p:spPr>
            <a:xfrm rot="-338294">
              <a:off x="7356115" y="3425681"/>
              <a:ext cx="1463947"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lt1"/>
                  </a:solidFill>
                  <a:latin typeface="Arial"/>
                  <a:ea typeface="Arial"/>
                  <a:cs typeface="Arial"/>
                  <a:sym typeface="Arial"/>
                </a:rPr>
                <a:t>Charms</a:t>
              </a:r>
              <a:endParaRPr sz="1400" b="0" i="0" u="none" strike="noStrike" cap="none">
                <a:solidFill>
                  <a:srgbClr val="000000"/>
                </a:solidFill>
                <a:latin typeface="Arial"/>
                <a:ea typeface="Arial"/>
                <a:cs typeface="Arial"/>
                <a:sym typeface="Arial"/>
              </a:endParaRPr>
            </a:p>
          </p:txBody>
        </p:sp>
      </p:grpSp>
      <p:grpSp>
        <p:nvGrpSpPr>
          <p:cNvPr id="619" name="Google Shape;619;p45"/>
          <p:cNvGrpSpPr/>
          <p:nvPr/>
        </p:nvGrpSpPr>
        <p:grpSpPr>
          <a:xfrm>
            <a:off x="7236283" y="1226824"/>
            <a:ext cx="1822257" cy="1800948"/>
            <a:chOff x="7236283" y="1243900"/>
            <a:chExt cx="1822257" cy="1800948"/>
          </a:xfrm>
        </p:grpSpPr>
        <p:pic>
          <p:nvPicPr>
            <p:cNvPr id="620" name="Google Shape;620;p45" descr="Image result for blank book mockup"/>
            <p:cNvPicPr preferRelativeResize="0"/>
            <p:nvPr/>
          </p:nvPicPr>
          <p:blipFill rotWithShape="1">
            <a:blip r:embed="rId12">
              <a:alphaModFix/>
            </a:blip>
            <a:srcRect/>
            <a:stretch/>
          </p:blipFill>
          <p:spPr>
            <a:xfrm>
              <a:off x="7236283" y="1243900"/>
              <a:ext cx="1800948" cy="1800948"/>
            </a:xfrm>
            <a:prstGeom prst="rect">
              <a:avLst/>
            </a:prstGeom>
            <a:noFill/>
            <a:ln>
              <a:noFill/>
            </a:ln>
            <a:effectLst>
              <a:outerShdw blurRad="50800" dist="50800" dir="3000000" sx="99000" sy="99000" algn="tl" rotWithShape="0">
                <a:srgbClr val="000000">
                  <a:alpha val="50980"/>
                </a:srgbClr>
              </a:outerShdw>
            </a:effectLst>
          </p:spPr>
        </p:pic>
        <p:sp>
          <p:nvSpPr>
            <p:cNvPr id="621" name="Google Shape;621;p45"/>
            <p:cNvSpPr txBox="1"/>
            <p:nvPr/>
          </p:nvSpPr>
          <p:spPr>
            <a:xfrm rot="-1227527">
              <a:off x="7325385" y="1779079"/>
              <a:ext cx="1711838" cy="430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chemeClr val="lt1"/>
                  </a:solidFill>
                  <a:latin typeface="Arial"/>
                  <a:ea typeface="Arial"/>
                  <a:cs typeface="Arial"/>
                  <a:sym typeface="Arial"/>
                </a:rPr>
                <a:t>Astronomy</a:t>
              </a:r>
              <a:endParaRPr sz="1400" b="0" i="0" u="none" strike="noStrike" cap="none">
                <a:solidFill>
                  <a:srgbClr val="000000"/>
                </a:solidFill>
                <a:latin typeface="Arial"/>
                <a:ea typeface="Arial"/>
                <a:cs typeface="Arial"/>
                <a:sym typeface="Arial"/>
              </a:endParaRPr>
            </a:p>
          </p:txBody>
        </p:sp>
      </p:grpSp>
      <p:grpSp>
        <p:nvGrpSpPr>
          <p:cNvPr id="622" name="Google Shape;622;p45"/>
          <p:cNvGrpSpPr/>
          <p:nvPr/>
        </p:nvGrpSpPr>
        <p:grpSpPr>
          <a:xfrm>
            <a:off x="3580144" y="3027694"/>
            <a:ext cx="1829704" cy="1753856"/>
            <a:chOff x="3580144" y="3044770"/>
            <a:chExt cx="1829704" cy="1753856"/>
          </a:xfrm>
        </p:grpSpPr>
        <p:pic>
          <p:nvPicPr>
            <p:cNvPr id="623" name="Google Shape;623;p45" descr="Image result for blank book mockup"/>
            <p:cNvPicPr preferRelativeResize="0"/>
            <p:nvPr/>
          </p:nvPicPr>
          <p:blipFill rotWithShape="1">
            <a:blip r:embed="rId10">
              <a:alphaModFix/>
            </a:blip>
            <a:srcRect/>
            <a:stretch/>
          </p:blipFill>
          <p:spPr>
            <a:xfrm>
              <a:off x="3580144" y="3044770"/>
              <a:ext cx="1753856" cy="1753856"/>
            </a:xfrm>
            <a:prstGeom prst="rect">
              <a:avLst/>
            </a:prstGeom>
            <a:noFill/>
            <a:ln>
              <a:noFill/>
            </a:ln>
            <a:effectLst>
              <a:outerShdw blurRad="50800" dist="50800" dir="3000000" sx="99000" sy="99000" algn="tl" rotWithShape="0">
                <a:srgbClr val="000000">
                  <a:alpha val="50980"/>
                </a:srgbClr>
              </a:outerShdw>
            </a:effectLst>
          </p:spPr>
        </p:pic>
        <p:sp>
          <p:nvSpPr>
            <p:cNvPr id="624" name="Google Shape;624;p45"/>
            <p:cNvSpPr txBox="1"/>
            <p:nvPr/>
          </p:nvSpPr>
          <p:spPr>
            <a:xfrm rot="-1227527">
              <a:off x="3671314" y="3542163"/>
              <a:ext cx="1711838"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Arial"/>
                  <a:ea typeface="Arial"/>
                  <a:cs typeface="Arial"/>
                  <a:sym typeface="Arial"/>
                </a:rPr>
                <a:t>Herbology</a:t>
              </a:r>
              <a:endParaRPr sz="2400" b="1" i="0" u="none" strike="noStrike" cap="none">
                <a:solidFill>
                  <a:schemeClr val="lt1"/>
                </a:solidFill>
                <a:latin typeface="Arial"/>
                <a:ea typeface="Arial"/>
                <a:cs typeface="Arial"/>
                <a:sym typeface="Arial"/>
              </a:endParaRPr>
            </a:p>
          </p:txBody>
        </p:sp>
      </p:grpSp>
      <p:grpSp>
        <p:nvGrpSpPr>
          <p:cNvPr id="625" name="Google Shape;625;p45"/>
          <p:cNvGrpSpPr/>
          <p:nvPr/>
        </p:nvGrpSpPr>
        <p:grpSpPr>
          <a:xfrm>
            <a:off x="3572579" y="1421880"/>
            <a:ext cx="1937962" cy="1410836"/>
            <a:chOff x="3572579" y="1438956"/>
            <a:chExt cx="1937962" cy="1410836"/>
          </a:xfrm>
        </p:grpSpPr>
        <p:pic>
          <p:nvPicPr>
            <p:cNvPr id="626" name="Google Shape;626;p45" descr="Luxury Book PNG Clipart - High-quality PNG Clipart Image in cattegory Books PNG / Clipart from ClipartPNG.com"/>
            <p:cNvPicPr preferRelativeResize="0"/>
            <p:nvPr/>
          </p:nvPicPr>
          <p:blipFill rotWithShape="1">
            <a:blip r:embed="rId11">
              <a:alphaModFix/>
            </a:blip>
            <a:srcRect/>
            <a:stretch/>
          </p:blipFill>
          <p:spPr>
            <a:xfrm>
              <a:off x="3572579" y="1438956"/>
              <a:ext cx="1937962" cy="1410836"/>
            </a:xfrm>
            <a:prstGeom prst="rect">
              <a:avLst/>
            </a:prstGeom>
            <a:noFill/>
            <a:ln>
              <a:noFill/>
            </a:ln>
            <a:effectLst>
              <a:outerShdw blurRad="50800" dist="50800" dir="3000000" sx="99000" sy="99000" algn="tl" rotWithShape="0">
                <a:srgbClr val="000000">
                  <a:alpha val="50980"/>
                </a:srgbClr>
              </a:outerShdw>
            </a:effectLst>
          </p:spPr>
        </p:pic>
        <p:sp>
          <p:nvSpPr>
            <p:cNvPr id="627" name="Google Shape;627;p45"/>
            <p:cNvSpPr txBox="1"/>
            <p:nvPr/>
          </p:nvSpPr>
          <p:spPr>
            <a:xfrm rot="-338294">
              <a:off x="3878157" y="1579023"/>
              <a:ext cx="1463947"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Arial"/>
                  <a:ea typeface="Arial"/>
                  <a:cs typeface="Arial"/>
                  <a:sym typeface="Arial"/>
                </a:rPr>
                <a:t>History of Magic</a:t>
              </a:r>
              <a:endParaRPr sz="1400" b="0" i="0" u="none" strike="noStrike" cap="none">
                <a:solidFill>
                  <a:srgbClr val="000000"/>
                </a:solidFill>
                <a:latin typeface="Arial"/>
                <a:ea typeface="Arial"/>
                <a:cs typeface="Arial"/>
                <a:sym typeface="Arial"/>
              </a:endParaRPr>
            </a:p>
          </p:txBody>
        </p:sp>
      </p:grpSp>
      <p:grpSp>
        <p:nvGrpSpPr>
          <p:cNvPr id="628" name="Google Shape;628;p45"/>
          <p:cNvGrpSpPr/>
          <p:nvPr/>
        </p:nvGrpSpPr>
        <p:grpSpPr>
          <a:xfrm>
            <a:off x="63876" y="3049696"/>
            <a:ext cx="1984633" cy="1413553"/>
            <a:chOff x="63876" y="3066772"/>
            <a:chExt cx="1984633" cy="1413553"/>
          </a:xfrm>
        </p:grpSpPr>
        <p:pic>
          <p:nvPicPr>
            <p:cNvPr id="629" name="Google Shape;629;p45" descr="Luxury Book PNG Clipart - High-quality PNG Clipart Image in cattegory Books PNG / Clipart from ClipartPNG.com"/>
            <p:cNvPicPr preferRelativeResize="0"/>
            <p:nvPr/>
          </p:nvPicPr>
          <p:blipFill rotWithShape="1">
            <a:blip r:embed="rId11">
              <a:alphaModFix/>
            </a:blip>
            <a:srcRect/>
            <a:stretch/>
          </p:blipFill>
          <p:spPr>
            <a:xfrm>
              <a:off x="63876" y="3069489"/>
              <a:ext cx="1937962" cy="1410836"/>
            </a:xfrm>
            <a:prstGeom prst="rect">
              <a:avLst/>
            </a:prstGeom>
            <a:noFill/>
            <a:ln>
              <a:noFill/>
            </a:ln>
            <a:effectLst>
              <a:outerShdw blurRad="50800" dist="50800" dir="3000000" sx="99000" sy="99000" algn="tl" rotWithShape="0">
                <a:srgbClr val="000000">
                  <a:alpha val="50980"/>
                </a:srgbClr>
              </a:outerShdw>
            </a:effectLst>
          </p:spPr>
        </p:pic>
        <p:sp>
          <p:nvSpPr>
            <p:cNvPr id="630" name="Google Shape;630;p45"/>
            <p:cNvSpPr txBox="1"/>
            <p:nvPr/>
          </p:nvSpPr>
          <p:spPr>
            <a:xfrm rot="-338294">
              <a:off x="111355" y="3157696"/>
              <a:ext cx="1896384"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Arial"/>
                  <a:ea typeface="Arial"/>
                  <a:cs typeface="Arial"/>
                  <a:sym typeface="Arial"/>
                </a:rPr>
                <a:t>Defense </a:t>
              </a:r>
              <a:br>
                <a:rPr lang="en-US" sz="1800" b="1" i="0" u="none" strike="noStrike" cap="none">
                  <a:solidFill>
                    <a:schemeClr val="lt1"/>
                  </a:solidFill>
                  <a:latin typeface="Arial"/>
                  <a:ea typeface="Arial"/>
                  <a:cs typeface="Arial"/>
                  <a:sym typeface="Arial"/>
                </a:rPr>
              </a:br>
              <a:r>
                <a:rPr lang="en-US" sz="1800" b="1" i="0" u="none" strike="noStrike" cap="none">
                  <a:solidFill>
                    <a:schemeClr val="lt1"/>
                  </a:solidFill>
                  <a:latin typeface="Arial"/>
                  <a:ea typeface="Arial"/>
                  <a:cs typeface="Arial"/>
                  <a:sym typeface="Arial"/>
                </a:rPr>
                <a:t>Against </a:t>
              </a:r>
              <a:br>
                <a:rPr lang="en-US" sz="1800" b="1" i="0" u="none" strike="noStrike" cap="none">
                  <a:solidFill>
                    <a:schemeClr val="lt1"/>
                  </a:solidFill>
                  <a:latin typeface="Arial"/>
                  <a:ea typeface="Arial"/>
                  <a:cs typeface="Arial"/>
                  <a:sym typeface="Arial"/>
                </a:rPr>
              </a:br>
              <a:r>
                <a:rPr lang="en-US" sz="1800" b="1" i="0" u="none" strike="noStrike" cap="none">
                  <a:solidFill>
                    <a:schemeClr val="lt1"/>
                  </a:solidFill>
                  <a:latin typeface="Arial"/>
                  <a:ea typeface="Arial"/>
                  <a:cs typeface="Arial"/>
                  <a:sym typeface="Arial"/>
                </a:rPr>
                <a:t>Dark Arts</a:t>
              </a:r>
              <a:endParaRPr sz="1400" b="0" i="0" u="none" strike="noStrike" cap="none">
                <a:solidFill>
                  <a:srgbClr val="000000"/>
                </a:solidFill>
                <a:latin typeface="Arial"/>
                <a:ea typeface="Arial"/>
                <a:cs typeface="Arial"/>
                <a:sym typeface="Arial"/>
              </a:endParaRPr>
            </a:p>
          </p:txBody>
        </p:sp>
      </p:grpSp>
      <p:grpSp>
        <p:nvGrpSpPr>
          <p:cNvPr id="631" name="Google Shape;631;p45"/>
          <p:cNvGrpSpPr/>
          <p:nvPr/>
        </p:nvGrpSpPr>
        <p:grpSpPr>
          <a:xfrm>
            <a:off x="195655" y="1396578"/>
            <a:ext cx="1937962" cy="1453580"/>
            <a:chOff x="195655" y="1413654"/>
            <a:chExt cx="1937962" cy="1453580"/>
          </a:xfrm>
        </p:grpSpPr>
        <p:pic>
          <p:nvPicPr>
            <p:cNvPr id="632" name="Google Shape;632;p45" descr="Brown Book PNG Clipart - High-quality PNG Clipart Image in cattegory Books PNG / Clipart from ClipartPNG.com"/>
            <p:cNvPicPr preferRelativeResize="0"/>
            <p:nvPr/>
          </p:nvPicPr>
          <p:blipFill rotWithShape="1">
            <a:blip r:embed="rId13">
              <a:alphaModFix/>
            </a:blip>
            <a:srcRect/>
            <a:stretch/>
          </p:blipFill>
          <p:spPr>
            <a:xfrm>
              <a:off x="195655" y="1421514"/>
              <a:ext cx="1937962" cy="1445720"/>
            </a:xfrm>
            <a:prstGeom prst="rect">
              <a:avLst/>
            </a:prstGeom>
            <a:noFill/>
            <a:ln>
              <a:noFill/>
            </a:ln>
            <a:effectLst>
              <a:outerShdw blurRad="50800" dist="50800" dir="3000000" sx="99000" sy="99000" algn="tl" rotWithShape="0">
                <a:srgbClr val="000000">
                  <a:alpha val="50980"/>
                </a:srgbClr>
              </a:outerShdw>
            </a:effectLst>
          </p:spPr>
        </p:pic>
        <p:sp>
          <p:nvSpPr>
            <p:cNvPr id="633" name="Google Shape;633;p45"/>
            <p:cNvSpPr txBox="1"/>
            <p:nvPr/>
          </p:nvSpPr>
          <p:spPr>
            <a:xfrm rot="-669882">
              <a:off x="447601" y="1547231"/>
              <a:ext cx="1463947" cy="86177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500"/>
                <a:buFont typeface="Arial"/>
                <a:buNone/>
              </a:pPr>
              <a:r>
                <a:rPr lang="en-US" sz="2500" b="1" i="0" u="none" strike="noStrike" cap="none">
                  <a:solidFill>
                    <a:schemeClr val="lt1"/>
                  </a:solidFill>
                  <a:latin typeface="Arial"/>
                  <a:ea typeface="Arial"/>
                  <a:cs typeface="Arial"/>
                  <a:sym typeface="Arial"/>
                </a:rPr>
                <a:t>Muggle Studies</a:t>
              </a:r>
              <a:endParaRPr sz="1400" b="0" i="0" u="none" strike="noStrike" cap="none">
                <a:solidFill>
                  <a:srgbClr val="000000"/>
                </a:solidFill>
                <a:latin typeface="Arial"/>
                <a:ea typeface="Arial"/>
                <a:cs typeface="Arial"/>
                <a:sym typeface="Arial"/>
              </a:endParaRPr>
            </a:p>
          </p:txBody>
        </p:sp>
      </p:grpSp>
      <p:grpSp>
        <p:nvGrpSpPr>
          <p:cNvPr id="634" name="Google Shape;634;p45"/>
          <p:cNvGrpSpPr/>
          <p:nvPr/>
        </p:nvGrpSpPr>
        <p:grpSpPr>
          <a:xfrm>
            <a:off x="5467703" y="1365679"/>
            <a:ext cx="1937962" cy="1523238"/>
            <a:chOff x="5467703" y="1382755"/>
            <a:chExt cx="1937962" cy="1523238"/>
          </a:xfrm>
        </p:grpSpPr>
        <p:pic>
          <p:nvPicPr>
            <p:cNvPr id="635" name="Google Shape;635;p45" descr="Red Book PNG Clipart - High-quality PNG Clipart Image in cattegory Books PNG / Clipart from ClipartPNG.com"/>
            <p:cNvPicPr preferRelativeResize="0"/>
            <p:nvPr/>
          </p:nvPicPr>
          <p:blipFill rotWithShape="1">
            <a:blip r:embed="rId14">
              <a:alphaModFix/>
            </a:blip>
            <a:srcRect/>
            <a:stretch/>
          </p:blipFill>
          <p:spPr>
            <a:xfrm>
              <a:off x="5467703" y="1382755"/>
              <a:ext cx="1937962" cy="1523238"/>
            </a:xfrm>
            <a:prstGeom prst="rect">
              <a:avLst/>
            </a:prstGeom>
            <a:noFill/>
            <a:ln>
              <a:noFill/>
            </a:ln>
            <a:effectLst>
              <a:outerShdw blurRad="50800" dist="50800" dir="3000000" sx="99000" sy="99000" algn="tl" rotWithShape="0">
                <a:srgbClr val="000000">
                  <a:alpha val="50980"/>
                </a:srgbClr>
              </a:outerShdw>
            </a:effectLst>
          </p:spPr>
        </p:pic>
        <p:sp>
          <p:nvSpPr>
            <p:cNvPr id="636" name="Google Shape;636;p45"/>
            <p:cNvSpPr txBox="1"/>
            <p:nvPr/>
          </p:nvSpPr>
          <p:spPr>
            <a:xfrm rot="-355129">
              <a:off x="5618414" y="1751331"/>
              <a:ext cx="1711838" cy="430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chemeClr val="lt1"/>
                  </a:solidFill>
                  <a:latin typeface="Arial"/>
                  <a:ea typeface="Arial"/>
                  <a:cs typeface="Arial"/>
                  <a:sym typeface="Arial"/>
                </a:rPr>
                <a:t>Divination</a:t>
              </a:r>
              <a:endParaRPr sz="1400" b="0" i="0" u="none" strike="noStrike" cap="none">
                <a:solidFill>
                  <a:srgbClr val="000000"/>
                </a:solidFill>
                <a:latin typeface="Arial"/>
                <a:ea typeface="Arial"/>
                <a:cs typeface="Arial"/>
                <a:sym typeface="Arial"/>
              </a:endParaRPr>
            </a:p>
          </p:txBody>
        </p:sp>
      </p:grpSp>
      <p:grpSp>
        <p:nvGrpSpPr>
          <p:cNvPr id="637" name="Google Shape;637;p45"/>
          <p:cNvGrpSpPr/>
          <p:nvPr/>
        </p:nvGrpSpPr>
        <p:grpSpPr>
          <a:xfrm>
            <a:off x="5244537" y="2928750"/>
            <a:ext cx="2056149" cy="1605549"/>
            <a:chOff x="5244537" y="2945826"/>
            <a:chExt cx="2056149" cy="1605549"/>
          </a:xfrm>
        </p:grpSpPr>
        <p:pic>
          <p:nvPicPr>
            <p:cNvPr id="638" name="Google Shape;638;p45" descr="Brown Book PNG Clipart - High-quality PNG Clipart Image in cattegory Books PNG / Clipart from ClipartPNG.com"/>
            <p:cNvPicPr preferRelativeResize="0"/>
            <p:nvPr/>
          </p:nvPicPr>
          <p:blipFill rotWithShape="1">
            <a:blip r:embed="rId13">
              <a:alphaModFix/>
            </a:blip>
            <a:srcRect/>
            <a:stretch/>
          </p:blipFill>
          <p:spPr>
            <a:xfrm>
              <a:off x="5263549" y="3105655"/>
              <a:ext cx="1937962" cy="1445720"/>
            </a:xfrm>
            <a:prstGeom prst="rect">
              <a:avLst/>
            </a:prstGeom>
            <a:noFill/>
            <a:ln>
              <a:noFill/>
            </a:ln>
            <a:effectLst>
              <a:outerShdw blurRad="50800" dist="50800" dir="3000000" sx="99000" sy="99000" algn="tl" rotWithShape="0">
                <a:srgbClr val="000000">
                  <a:alpha val="50980"/>
                </a:srgbClr>
              </a:outerShdw>
            </a:effectLst>
          </p:spPr>
        </p:pic>
        <p:sp>
          <p:nvSpPr>
            <p:cNvPr id="639" name="Google Shape;639;p45"/>
            <p:cNvSpPr txBox="1"/>
            <p:nvPr/>
          </p:nvSpPr>
          <p:spPr>
            <a:xfrm rot="-664387">
              <a:off x="5324419" y="3118483"/>
              <a:ext cx="1896384"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Arial"/>
                  <a:ea typeface="Arial"/>
                  <a:cs typeface="Arial"/>
                  <a:sym typeface="Arial"/>
                </a:rPr>
                <a:t>Care of </a:t>
              </a:r>
              <a:br>
                <a:rPr lang="en-US" sz="2000" b="1" i="0" u="none" strike="noStrike" cap="none">
                  <a:solidFill>
                    <a:schemeClr val="lt1"/>
                  </a:solidFill>
                  <a:latin typeface="Arial"/>
                  <a:ea typeface="Arial"/>
                  <a:cs typeface="Arial"/>
                  <a:sym typeface="Arial"/>
                </a:rPr>
              </a:br>
              <a:r>
                <a:rPr lang="en-US" sz="2000" b="1" i="0" u="none" strike="noStrike" cap="none">
                  <a:solidFill>
                    <a:schemeClr val="lt1"/>
                  </a:solidFill>
                  <a:latin typeface="Arial"/>
                  <a:ea typeface="Arial"/>
                  <a:cs typeface="Arial"/>
                  <a:sym typeface="Arial"/>
                </a:rPr>
                <a:t>Magical Creatures</a:t>
              </a:r>
              <a:endParaRPr sz="1400" b="0" i="0" u="none" strike="noStrike" cap="none">
                <a:solidFill>
                  <a:srgbClr val="000000"/>
                </a:solidFill>
                <a:latin typeface="Arial"/>
                <a:ea typeface="Arial"/>
                <a:cs typeface="Arial"/>
                <a:sym typeface="Arial"/>
              </a:endParaRPr>
            </a:p>
          </p:txBody>
        </p:sp>
      </p:grpSp>
      <p:grpSp>
        <p:nvGrpSpPr>
          <p:cNvPr id="640" name="Google Shape;640;p45"/>
          <p:cNvGrpSpPr/>
          <p:nvPr/>
        </p:nvGrpSpPr>
        <p:grpSpPr>
          <a:xfrm>
            <a:off x="1828800" y="3033462"/>
            <a:ext cx="1937962" cy="1523238"/>
            <a:chOff x="1828800" y="3050538"/>
            <a:chExt cx="1937962" cy="1523238"/>
          </a:xfrm>
        </p:grpSpPr>
        <p:pic>
          <p:nvPicPr>
            <p:cNvPr id="641" name="Google Shape;641;p45" descr="Red Book PNG Clipart - High-quality PNG Clipart Image in cattegory Books PNG / Clipart from ClipartPNG.com"/>
            <p:cNvPicPr preferRelativeResize="0"/>
            <p:nvPr/>
          </p:nvPicPr>
          <p:blipFill rotWithShape="1">
            <a:blip r:embed="rId14">
              <a:alphaModFix/>
            </a:blip>
            <a:srcRect/>
            <a:stretch/>
          </p:blipFill>
          <p:spPr>
            <a:xfrm>
              <a:off x="1828800" y="3050538"/>
              <a:ext cx="1937962" cy="1523238"/>
            </a:xfrm>
            <a:prstGeom prst="rect">
              <a:avLst/>
            </a:prstGeom>
            <a:noFill/>
            <a:ln>
              <a:noFill/>
            </a:ln>
            <a:effectLst>
              <a:outerShdw blurRad="50800" dist="50800" dir="3000000" sx="99000" sy="99000" algn="tl" rotWithShape="0">
                <a:srgbClr val="000000">
                  <a:alpha val="50980"/>
                </a:srgbClr>
              </a:outerShdw>
            </a:effectLst>
          </p:spPr>
        </p:pic>
        <p:sp>
          <p:nvSpPr>
            <p:cNvPr id="642" name="Google Shape;642;p45"/>
            <p:cNvSpPr txBox="1"/>
            <p:nvPr/>
          </p:nvSpPr>
          <p:spPr>
            <a:xfrm rot="-338294">
              <a:off x="2156307" y="3194848"/>
              <a:ext cx="1463947"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Arial"/>
                  <a:ea typeface="Arial"/>
                  <a:cs typeface="Arial"/>
                  <a:sym typeface="Arial"/>
                </a:rPr>
                <a:t>Magical Theory</a:t>
              </a:r>
              <a:endParaRPr sz="1400" b="0" i="0" u="none" strike="noStrike" cap="none">
                <a:solidFill>
                  <a:srgbClr val="000000"/>
                </a:solidFill>
                <a:latin typeface="Arial"/>
                <a:ea typeface="Arial"/>
                <a:cs typeface="Arial"/>
                <a:sym typeface="Arial"/>
              </a:endParaRPr>
            </a:p>
          </p:txBody>
        </p:sp>
      </p:grpSp>
      <p:sp>
        <p:nvSpPr>
          <p:cNvPr id="643" name="Google Shape;643;p45"/>
          <p:cNvSpPr txBox="1"/>
          <p:nvPr/>
        </p:nvSpPr>
        <p:spPr>
          <a:xfrm>
            <a:off x="1087244" y="666750"/>
            <a:ext cx="7122932" cy="561692"/>
          </a:xfrm>
          <a:prstGeom prst="rect">
            <a:avLst/>
          </a:prstGeom>
          <a:noFill/>
          <a:ln>
            <a:noFill/>
          </a:ln>
        </p:spPr>
        <p:txBody>
          <a:bodyPr spcFirstLastPara="1" wrap="square" lIns="91425" tIns="45700" rIns="91425" bIns="45700" anchor="t" anchorCtr="0">
            <a:spAutoFit/>
          </a:bodyPr>
          <a:lstStyle/>
          <a:p>
            <a:pPr marL="0" marR="0" lvl="0" indent="0" algn="ctr" rtl="0">
              <a:lnSpc>
                <a:spcPct val="111875"/>
              </a:lnSpc>
              <a:spcBef>
                <a:spcPts val="0"/>
              </a:spcBef>
              <a:spcAft>
                <a:spcPts val="0"/>
              </a:spcAft>
              <a:buClr>
                <a:srgbClr val="000000"/>
              </a:buClr>
              <a:buSzPts val="3200"/>
              <a:buFont typeface="Arial"/>
              <a:buNone/>
            </a:pPr>
            <a:r>
              <a:rPr lang="en-US" sz="3200" b="1" i="0" u="none" strike="noStrike" cap="none">
                <a:solidFill>
                  <a:srgbClr val="DDD9C3"/>
                </a:solidFill>
                <a:latin typeface="Arial"/>
                <a:ea typeface="Arial"/>
                <a:cs typeface="Arial"/>
                <a:sym typeface="Arial"/>
              </a:rPr>
              <a:t>Choose 3 classes to take…</a:t>
            </a:r>
            <a:endParaRPr sz="1400" b="0" i="0" u="none" strike="noStrike" cap="none">
              <a:solidFill>
                <a:srgbClr val="000000"/>
              </a:solidFill>
              <a:latin typeface="Arial"/>
              <a:ea typeface="Arial"/>
              <a:cs typeface="Arial"/>
              <a:sym typeface="Arial"/>
            </a:endParaRPr>
          </a:p>
        </p:txBody>
      </p:sp>
      <p:sp>
        <p:nvSpPr>
          <p:cNvPr id="644" name="Google Shape;644;p45"/>
          <p:cNvSpPr txBox="1">
            <a:spLocks noGrp="1"/>
          </p:cNvSpPr>
          <p:nvPr>
            <p:ph type="title" idx="4294967295"/>
          </p:nvPr>
        </p:nvSpPr>
        <p:spPr>
          <a:xfrm>
            <a:off x="457200" y="-1162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N</a:t>
            </a:r>
            <a:endParaRPr/>
          </a:p>
        </p:txBody>
      </p:sp>
      <p:pic>
        <p:nvPicPr>
          <p:cNvPr id="645" name="Google Shape;645;p45" descr="Image result for hogwarts icon">
            <a:hlinkClick r:id="rId15" action="ppaction://hlinksldjump"/>
          </p:cNvPr>
          <p:cNvPicPr preferRelativeResize="0"/>
          <p:nvPr/>
        </p:nvPicPr>
        <p:blipFill rotWithShape="1">
          <a:blip r:embed="rId16">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2000"/>
                                        <p:tgtEl>
                                          <p:spTgt spid="631"/>
                                        </p:tgtEl>
                                      </p:cBhvr>
                                    </p:animEffect>
                                    <p:set>
                                      <p:cBhvr>
                                        <p:cTn id="7" dur="1" fill="hold">
                                          <p:stCondLst>
                                            <p:cond delay="2000"/>
                                          </p:stCondLst>
                                        </p:cTn>
                                        <p:tgtEl>
                                          <p:spTgt spid="631"/>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2000"/>
                                        <p:tgtEl>
                                          <p:spTgt spid="613"/>
                                        </p:tgtEl>
                                      </p:cBhvr>
                                    </p:animEffect>
                                    <p:set>
                                      <p:cBhvr>
                                        <p:cTn id="12" dur="1" fill="hold">
                                          <p:stCondLst>
                                            <p:cond delay="2000"/>
                                          </p:stCondLst>
                                        </p:cTn>
                                        <p:tgtEl>
                                          <p:spTgt spid="61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2000"/>
                                        <p:tgtEl>
                                          <p:spTgt spid="625"/>
                                        </p:tgtEl>
                                      </p:cBhvr>
                                    </p:animEffect>
                                    <p:set>
                                      <p:cBhvr>
                                        <p:cTn id="17" dur="1" fill="hold">
                                          <p:stCondLst>
                                            <p:cond delay="2000"/>
                                          </p:stCondLst>
                                        </p:cTn>
                                        <p:tgtEl>
                                          <p:spTgt spid="62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2000"/>
                                        <p:tgtEl>
                                          <p:spTgt spid="634"/>
                                        </p:tgtEl>
                                      </p:cBhvr>
                                    </p:animEffect>
                                    <p:set>
                                      <p:cBhvr>
                                        <p:cTn id="22" dur="1" fill="hold">
                                          <p:stCondLst>
                                            <p:cond delay="2000"/>
                                          </p:stCondLst>
                                        </p:cTn>
                                        <p:tgtEl>
                                          <p:spTgt spid="63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2000"/>
                                        <p:tgtEl>
                                          <p:spTgt spid="619"/>
                                        </p:tgtEl>
                                      </p:cBhvr>
                                    </p:animEffect>
                                    <p:set>
                                      <p:cBhvr>
                                        <p:cTn id="27" dur="1" fill="hold">
                                          <p:stCondLst>
                                            <p:cond delay="2000"/>
                                          </p:stCondLst>
                                        </p:cTn>
                                        <p:tgtEl>
                                          <p:spTgt spid="619"/>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2000"/>
                                        <p:tgtEl>
                                          <p:spTgt spid="628"/>
                                        </p:tgtEl>
                                      </p:cBhvr>
                                    </p:animEffect>
                                    <p:set>
                                      <p:cBhvr>
                                        <p:cTn id="32" dur="1" fill="hold">
                                          <p:stCondLst>
                                            <p:cond delay="2000"/>
                                          </p:stCondLst>
                                        </p:cTn>
                                        <p:tgtEl>
                                          <p:spTgt spid="62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nodeType="clickEffect">
                                  <p:stCondLst>
                                    <p:cond delay="0"/>
                                  </p:stCondLst>
                                  <p:childTnLst>
                                    <p:animEffect transition="out" filter="fade">
                                      <p:cBhvr>
                                        <p:cTn id="36" dur="2000"/>
                                        <p:tgtEl>
                                          <p:spTgt spid="640"/>
                                        </p:tgtEl>
                                      </p:cBhvr>
                                    </p:animEffect>
                                    <p:set>
                                      <p:cBhvr>
                                        <p:cTn id="37" dur="1" fill="hold">
                                          <p:stCondLst>
                                            <p:cond delay="2000"/>
                                          </p:stCondLst>
                                        </p:cTn>
                                        <p:tgtEl>
                                          <p:spTgt spid="640"/>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nodeType="clickEffect">
                                  <p:stCondLst>
                                    <p:cond delay="0"/>
                                  </p:stCondLst>
                                  <p:childTnLst>
                                    <p:animEffect transition="out" filter="fade">
                                      <p:cBhvr>
                                        <p:cTn id="41" dur="2000"/>
                                        <p:tgtEl>
                                          <p:spTgt spid="622"/>
                                        </p:tgtEl>
                                      </p:cBhvr>
                                    </p:animEffect>
                                    <p:set>
                                      <p:cBhvr>
                                        <p:cTn id="42" dur="1" fill="hold">
                                          <p:stCondLst>
                                            <p:cond delay="2000"/>
                                          </p:stCondLst>
                                        </p:cTn>
                                        <p:tgtEl>
                                          <p:spTgt spid="622"/>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nodeType="clickEffect">
                                  <p:stCondLst>
                                    <p:cond delay="0"/>
                                  </p:stCondLst>
                                  <p:childTnLst>
                                    <p:animEffect transition="out" filter="fade">
                                      <p:cBhvr>
                                        <p:cTn id="46" dur="2000"/>
                                        <p:tgtEl>
                                          <p:spTgt spid="637"/>
                                        </p:tgtEl>
                                      </p:cBhvr>
                                    </p:animEffect>
                                    <p:set>
                                      <p:cBhvr>
                                        <p:cTn id="47" dur="1" fill="hold">
                                          <p:stCondLst>
                                            <p:cond delay="2000"/>
                                          </p:stCondLst>
                                        </p:cTn>
                                        <p:tgtEl>
                                          <p:spTgt spid="637"/>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nodeType="clickEffect">
                                  <p:stCondLst>
                                    <p:cond delay="0"/>
                                  </p:stCondLst>
                                  <p:childTnLst>
                                    <p:animEffect transition="out" filter="fade">
                                      <p:cBhvr>
                                        <p:cTn id="51" dur="2000"/>
                                        <p:tgtEl>
                                          <p:spTgt spid="616"/>
                                        </p:tgtEl>
                                      </p:cBhvr>
                                    </p:animEffect>
                                    <p:set>
                                      <p:cBhvr>
                                        <p:cTn id="52" dur="1" fill="hold">
                                          <p:stCondLst>
                                            <p:cond delay="2000"/>
                                          </p:stCondLst>
                                        </p:cTn>
                                        <p:tgtEl>
                                          <p:spTgt spid="6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0"/>
        <p:cNvGrpSpPr/>
        <p:nvPr/>
      </p:nvGrpSpPr>
      <p:grpSpPr>
        <a:xfrm>
          <a:off x="0" y="0"/>
          <a:ext cx="0" cy="0"/>
          <a:chOff x="0" y="0"/>
          <a:chExt cx="0" cy="0"/>
        </a:xfrm>
      </p:grpSpPr>
      <p:pic>
        <p:nvPicPr>
          <p:cNvPr id="651" name="Google Shape;651;p47" descr="Image result for western screech owl"/>
          <p:cNvPicPr preferRelativeResize="0"/>
          <p:nvPr/>
        </p:nvPicPr>
        <p:blipFill rotWithShape="1">
          <a:blip r:embed="rId4">
            <a:alphaModFix/>
          </a:blip>
          <a:srcRect/>
          <a:stretch/>
        </p:blipFill>
        <p:spPr>
          <a:xfrm>
            <a:off x="3276600" y="1477879"/>
            <a:ext cx="2863914" cy="4027567"/>
          </a:xfrm>
          <a:prstGeom prst="rect">
            <a:avLst/>
          </a:prstGeom>
          <a:noFill/>
          <a:ln>
            <a:noFill/>
          </a:ln>
        </p:spPr>
      </p:pic>
      <p:pic>
        <p:nvPicPr>
          <p:cNvPr id="652" name="Google Shape;652;p47" descr="Image result for owl"/>
          <p:cNvPicPr preferRelativeResize="0"/>
          <p:nvPr/>
        </p:nvPicPr>
        <p:blipFill rotWithShape="1">
          <a:blip r:embed="rId5">
            <a:alphaModFix/>
          </a:blip>
          <a:srcRect/>
          <a:stretch/>
        </p:blipFill>
        <p:spPr>
          <a:xfrm>
            <a:off x="5791200" y="1809750"/>
            <a:ext cx="2557462" cy="3409950"/>
          </a:xfrm>
          <a:prstGeom prst="rect">
            <a:avLst/>
          </a:prstGeom>
          <a:noFill/>
          <a:ln>
            <a:noFill/>
          </a:ln>
        </p:spPr>
      </p:pic>
      <p:grpSp>
        <p:nvGrpSpPr>
          <p:cNvPr id="653" name="Google Shape;653;p47"/>
          <p:cNvGrpSpPr/>
          <p:nvPr/>
        </p:nvGrpSpPr>
        <p:grpSpPr>
          <a:xfrm>
            <a:off x="162873" y="1809750"/>
            <a:ext cx="2769704" cy="3810000"/>
            <a:chOff x="-133730" y="1428750"/>
            <a:chExt cx="3105530" cy="4271962"/>
          </a:xfrm>
        </p:grpSpPr>
        <p:pic>
          <p:nvPicPr>
            <p:cNvPr id="654" name="Google Shape;654;p47" descr="Image result for rock"/>
            <p:cNvPicPr preferRelativeResize="0"/>
            <p:nvPr/>
          </p:nvPicPr>
          <p:blipFill rotWithShape="1">
            <a:blip r:embed="rId6">
              <a:alphaModFix/>
            </a:blip>
            <a:srcRect/>
            <a:stretch/>
          </p:blipFill>
          <p:spPr>
            <a:xfrm>
              <a:off x="508380" y="4095750"/>
              <a:ext cx="2139950" cy="1604962"/>
            </a:xfrm>
            <a:prstGeom prst="rect">
              <a:avLst/>
            </a:prstGeom>
            <a:noFill/>
            <a:ln>
              <a:noFill/>
            </a:ln>
          </p:spPr>
        </p:pic>
        <p:pic>
          <p:nvPicPr>
            <p:cNvPr id="655" name="Google Shape;655;p47" descr="Image result for snowy owl"/>
            <p:cNvPicPr preferRelativeResize="0"/>
            <p:nvPr/>
          </p:nvPicPr>
          <p:blipFill rotWithShape="1">
            <a:blip r:embed="rId7">
              <a:alphaModFix/>
            </a:blip>
            <a:srcRect/>
            <a:stretch/>
          </p:blipFill>
          <p:spPr>
            <a:xfrm>
              <a:off x="-133730" y="1428750"/>
              <a:ext cx="3105530" cy="3771899"/>
            </a:xfrm>
            <a:prstGeom prst="rect">
              <a:avLst/>
            </a:prstGeom>
            <a:noFill/>
            <a:ln>
              <a:noFill/>
            </a:ln>
          </p:spPr>
        </p:pic>
      </p:grpSp>
      <p:sp>
        <p:nvSpPr>
          <p:cNvPr id="656" name="Google Shape;656;p47"/>
          <p:cNvSpPr txBox="1"/>
          <p:nvPr/>
        </p:nvSpPr>
        <p:spPr>
          <a:xfrm>
            <a:off x="0" y="521553"/>
            <a:ext cx="9144000"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DDD9C3"/>
                </a:solidFill>
                <a:latin typeface="Arial"/>
                <a:ea typeface="Arial"/>
                <a:cs typeface="Arial"/>
                <a:sym typeface="Arial"/>
              </a:rPr>
              <a:t>Choose your pet owl…</a:t>
            </a:r>
            <a:endParaRPr sz="1400" b="0" i="0" u="none" strike="noStrike" cap="none">
              <a:solidFill>
                <a:srgbClr val="000000"/>
              </a:solidFill>
              <a:latin typeface="Arial"/>
              <a:ea typeface="Arial"/>
              <a:cs typeface="Arial"/>
              <a:sym typeface="Arial"/>
            </a:endParaRPr>
          </a:p>
        </p:txBody>
      </p:sp>
      <p:pic>
        <p:nvPicPr>
          <p:cNvPr id="657" name="Google Shape;657;p47"/>
          <p:cNvPicPr preferRelativeResize="0"/>
          <p:nvPr/>
        </p:nvPicPr>
        <p:blipFill rotWithShape="1">
          <a:blip r:embed="rId8">
            <a:alphaModFix/>
          </a:blip>
          <a:srcRect l="17315" t="24793" r="28581" b="37055"/>
          <a:stretch/>
        </p:blipFill>
        <p:spPr>
          <a:xfrm>
            <a:off x="4544291" y="1410338"/>
            <a:ext cx="1385454" cy="1174379"/>
          </a:xfrm>
          <a:prstGeom prst="rect">
            <a:avLst/>
          </a:prstGeom>
          <a:noFill/>
          <a:ln>
            <a:noFill/>
          </a:ln>
        </p:spPr>
      </p:pic>
      <p:pic>
        <p:nvPicPr>
          <p:cNvPr id="658" name="Google Shape;658;p47"/>
          <p:cNvPicPr preferRelativeResize="0"/>
          <p:nvPr/>
        </p:nvPicPr>
        <p:blipFill rotWithShape="1">
          <a:blip r:embed="rId9">
            <a:alphaModFix/>
          </a:blip>
          <a:srcRect l="22463" t="22464" r="30707" b="34518"/>
          <a:stretch/>
        </p:blipFill>
        <p:spPr>
          <a:xfrm>
            <a:off x="609600" y="1071484"/>
            <a:ext cx="1259320" cy="1324131"/>
          </a:xfrm>
          <a:prstGeom prst="rect">
            <a:avLst/>
          </a:prstGeom>
          <a:noFill/>
          <a:ln>
            <a:noFill/>
          </a:ln>
        </p:spPr>
      </p:pic>
      <p:pic>
        <p:nvPicPr>
          <p:cNvPr id="659" name="Google Shape;659;p47"/>
          <p:cNvPicPr preferRelativeResize="0"/>
          <p:nvPr/>
        </p:nvPicPr>
        <p:blipFill rotWithShape="1">
          <a:blip r:embed="rId10">
            <a:alphaModFix/>
          </a:blip>
          <a:srcRect l="24450" t="24450" r="33654" b="31299"/>
          <a:stretch/>
        </p:blipFill>
        <p:spPr>
          <a:xfrm>
            <a:off x="7844198" y="1714576"/>
            <a:ext cx="1008927" cy="1362077"/>
          </a:xfrm>
          <a:prstGeom prst="rect">
            <a:avLst/>
          </a:prstGeom>
          <a:noFill/>
          <a:ln>
            <a:noFill/>
          </a:ln>
        </p:spPr>
      </p:pic>
      <p:sp>
        <p:nvSpPr>
          <p:cNvPr id="660" name="Google Shape;660;p47"/>
          <p:cNvSpPr txBox="1">
            <a:spLocks noGrp="1"/>
          </p:cNvSpPr>
          <p:nvPr>
            <p:ph type="title" idx="4294967295"/>
          </p:nvPr>
        </p:nvSpPr>
        <p:spPr>
          <a:xfrm>
            <a:off x="457200" y="-10096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P</a:t>
            </a:r>
            <a:endParaRPr/>
          </a:p>
        </p:txBody>
      </p:sp>
      <p:pic>
        <p:nvPicPr>
          <p:cNvPr id="661" name="Google Shape;661;p47" descr="Image result for hogwarts icon">
            <a:hlinkClick r:id="rId11" action="ppaction://hlinksldjump"/>
          </p:cNvPr>
          <p:cNvPicPr preferRelativeResize="0"/>
          <p:nvPr/>
        </p:nvPicPr>
        <p:blipFill rotWithShape="1">
          <a:blip r:embed="rId12">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58"/>
                                        </p:tgtEl>
                                        <p:attrNameLst>
                                          <p:attrName>style.visibility</p:attrName>
                                        </p:attrNameLst>
                                      </p:cBhvr>
                                      <p:to>
                                        <p:strVal val="visible"/>
                                      </p:to>
                                    </p:set>
                                    <p:animEffect transition="in" filter="fade">
                                      <p:cBhvr>
                                        <p:cTn id="7" dur="1000"/>
                                        <p:tgtEl>
                                          <p:spTgt spid="6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57"/>
                                        </p:tgtEl>
                                        <p:attrNameLst>
                                          <p:attrName>style.visibility</p:attrName>
                                        </p:attrNameLst>
                                      </p:cBhvr>
                                      <p:to>
                                        <p:strVal val="visible"/>
                                      </p:to>
                                    </p:set>
                                    <p:animEffect transition="in" filter="fade">
                                      <p:cBhvr>
                                        <p:cTn id="12" dur="1000"/>
                                        <p:tgtEl>
                                          <p:spTgt spid="65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59"/>
                                        </p:tgtEl>
                                        <p:attrNameLst>
                                          <p:attrName>style.visibility</p:attrName>
                                        </p:attrNameLst>
                                      </p:cBhvr>
                                      <p:to>
                                        <p:strVal val="visible"/>
                                      </p:to>
                                    </p:set>
                                    <p:animEffect transition="in" filter="fade">
                                      <p:cBhvr>
                                        <p:cTn id="17" dur="1000"/>
                                        <p:tgtEl>
                                          <p:spTgt spid="6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66"/>
        <p:cNvGrpSpPr/>
        <p:nvPr/>
      </p:nvGrpSpPr>
      <p:grpSpPr>
        <a:xfrm>
          <a:off x="0" y="0"/>
          <a:ext cx="0" cy="0"/>
          <a:chOff x="0" y="0"/>
          <a:chExt cx="0" cy="0"/>
        </a:xfrm>
      </p:grpSpPr>
      <p:sp>
        <p:nvSpPr>
          <p:cNvPr id="667" name="Google Shape;667;p50"/>
          <p:cNvSpPr txBox="1"/>
          <p:nvPr/>
        </p:nvSpPr>
        <p:spPr>
          <a:xfrm>
            <a:off x="3733800" y="933266"/>
            <a:ext cx="5105400" cy="790601"/>
          </a:xfrm>
          <a:prstGeom prst="rect">
            <a:avLst/>
          </a:prstGeom>
          <a:noFill/>
          <a:ln>
            <a:noFill/>
          </a:ln>
        </p:spPr>
        <p:txBody>
          <a:bodyPr spcFirstLastPara="1" wrap="square" lIns="91425" tIns="45700" rIns="91425" bIns="45700" anchor="t" anchorCtr="0">
            <a:spAutoFit/>
          </a:bodyPr>
          <a:lstStyle/>
          <a:p>
            <a:pPr marL="0" marR="0" lvl="0" indent="0" algn="ctr" rtl="0">
              <a:lnSpc>
                <a:spcPct val="94074"/>
              </a:lnSpc>
              <a:spcBef>
                <a:spcPts val="0"/>
              </a:spcBef>
              <a:spcAft>
                <a:spcPts val="0"/>
              </a:spcAft>
              <a:buClr>
                <a:srgbClr val="000000"/>
              </a:buClr>
              <a:buSzPts val="5400"/>
              <a:buFont typeface="Arial"/>
              <a:buNone/>
            </a:pPr>
            <a:r>
              <a:rPr lang="en-US" sz="5400" b="0" i="0" u="none" strike="noStrike" cap="none">
                <a:solidFill>
                  <a:srgbClr val="DDD9C3"/>
                </a:solidFill>
                <a:latin typeface="Arial"/>
                <a:ea typeface="Arial"/>
                <a:cs typeface="Arial"/>
                <a:sym typeface="Arial"/>
              </a:rPr>
              <a:t>Test your luck!</a:t>
            </a:r>
            <a:endParaRPr sz="1400" b="0" i="0" u="none" strike="noStrike" cap="none">
              <a:solidFill>
                <a:srgbClr val="000000"/>
              </a:solidFill>
              <a:latin typeface="Arial"/>
              <a:ea typeface="Arial"/>
              <a:cs typeface="Arial"/>
              <a:sym typeface="Arial"/>
            </a:endParaRPr>
          </a:p>
        </p:txBody>
      </p:sp>
      <p:sp>
        <p:nvSpPr>
          <p:cNvPr id="668" name="Google Shape;668;p50"/>
          <p:cNvSpPr txBox="1"/>
          <p:nvPr/>
        </p:nvSpPr>
        <p:spPr>
          <a:xfrm>
            <a:off x="3733800" y="1733550"/>
            <a:ext cx="5105400" cy="3041858"/>
          </a:xfrm>
          <a:prstGeom prst="rect">
            <a:avLst/>
          </a:prstGeom>
          <a:noFill/>
          <a:ln>
            <a:noFill/>
          </a:ln>
        </p:spPr>
        <p:txBody>
          <a:bodyPr spcFirstLastPara="1" wrap="square" lIns="91425" tIns="45700" rIns="91425" bIns="45700" anchor="t" anchorCtr="0">
            <a:spAutoFit/>
          </a:bodyPr>
          <a:lstStyle/>
          <a:p>
            <a:pPr marL="0" marR="0" lvl="0" indent="0" algn="ctr" rtl="0">
              <a:lnSpc>
                <a:spcPct val="163571"/>
              </a:lnSpc>
              <a:spcBef>
                <a:spcPts val="0"/>
              </a:spcBef>
              <a:spcAft>
                <a:spcPts val="0"/>
              </a:spcAft>
              <a:buClr>
                <a:srgbClr val="000000"/>
              </a:buClr>
              <a:buSzPts val="2800"/>
              <a:buFont typeface="Arial"/>
              <a:buNone/>
            </a:pPr>
            <a:r>
              <a:rPr lang="en-US" sz="2800" b="0" i="0" u="none" strike="noStrike" cap="none">
                <a:solidFill>
                  <a:srgbClr val="EEECE1"/>
                </a:solidFill>
                <a:latin typeface="Arial"/>
                <a:ea typeface="Arial"/>
                <a:cs typeface="Arial"/>
                <a:sym typeface="Arial"/>
              </a:rPr>
              <a:t>Keep the card you have or draw more for more points. But </a:t>
            </a:r>
            <a:r>
              <a:rPr lang="en-US" sz="2800" b="0" i="0" u="none" strike="noStrike" cap="none">
                <a:solidFill>
                  <a:srgbClr val="E36C09"/>
                </a:solidFill>
                <a:latin typeface="Arial"/>
                <a:ea typeface="Arial"/>
                <a:cs typeface="Arial"/>
                <a:sym typeface="Arial"/>
              </a:rPr>
              <a:t>beware</a:t>
            </a:r>
            <a:r>
              <a:rPr lang="en-US" sz="2800" b="0" i="0" u="none" strike="noStrike" cap="none">
                <a:solidFill>
                  <a:srgbClr val="EEECE1"/>
                </a:solidFill>
                <a:latin typeface="Arial"/>
                <a:ea typeface="Arial"/>
                <a:cs typeface="Arial"/>
                <a:sym typeface="Arial"/>
              </a:rPr>
              <a:t>! If you find a bomb the game is over and you lose all your points.</a:t>
            </a:r>
            <a:endParaRPr sz="1400" b="0" i="0" u="none" strike="noStrike" cap="none">
              <a:solidFill>
                <a:srgbClr val="000000"/>
              </a:solidFill>
              <a:latin typeface="Arial"/>
              <a:ea typeface="Arial"/>
              <a:cs typeface="Arial"/>
              <a:sym typeface="Arial"/>
            </a:endParaRPr>
          </a:p>
        </p:txBody>
      </p:sp>
      <p:grpSp>
        <p:nvGrpSpPr>
          <p:cNvPr id="669" name="Google Shape;669;p50"/>
          <p:cNvGrpSpPr/>
          <p:nvPr/>
        </p:nvGrpSpPr>
        <p:grpSpPr>
          <a:xfrm>
            <a:off x="711684" y="767331"/>
            <a:ext cx="2590800" cy="3689587"/>
            <a:chOff x="768445" y="749672"/>
            <a:chExt cx="2590800" cy="3689587"/>
          </a:xfrm>
        </p:grpSpPr>
        <p:sp>
          <p:nvSpPr>
            <p:cNvPr id="670" name="Google Shape;670;p50"/>
            <p:cNvSpPr/>
            <p:nvPr/>
          </p:nvSpPr>
          <p:spPr>
            <a:xfrm>
              <a:off x="768445" y="749672"/>
              <a:ext cx="2590800" cy="3689587"/>
            </a:xfrm>
            <a:prstGeom prst="roundRect">
              <a:avLst>
                <a:gd name="adj" fmla="val 6174"/>
              </a:avLst>
            </a:prstGeom>
            <a:blipFill rotWithShape="1">
              <a:blip r:embed="rId4">
                <a:alphaModFix/>
              </a:blip>
              <a:tile tx="0" ty="0" sx="100000" sy="100000" flip="none" algn="tl"/>
            </a:blip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71" name="Google Shape;671;p50" descr="Image result for death eater logo"/>
            <p:cNvPicPr preferRelativeResize="0"/>
            <p:nvPr/>
          </p:nvPicPr>
          <p:blipFill rotWithShape="1">
            <a:blip r:embed="rId5">
              <a:alphaModFix/>
            </a:blip>
            <a:srcRect l="25596" r="25597"/>
            <a:stretch/>
          </p:blipFill>
          <p:spPr>
            <a:xfrm>
              <a:off x="1252418" y="1115319"/>
              <a:ext cx="1441106" cy="2942940"/>
            </a:xfrm>
            <a:prstGeom prst="rect">
              <a:avLst/>
            </a:prstGeom>
            <a:noFill/>
            <a:ln>
              <a:noFill/>
            </a:ln>
          </p:spPr>
        </p:pic>
        <p:pic>
          <p:nvPicPr>
            <p:cNvPr id="672" name="Google Shape;672;p50"/>
            <p:cNvPicPr preferRelativeResize="0"/>
            <p:nvPr/>
          </p:nvPicPr>
          <p:blipFill rotWithShape="1">
            <a:blip r:embed="rId6">
              <a:alphaModFix/>
            </a:blip>
            <a:srcRect l="15830" t="19153" r="18234" b="32032"/>
            <a:stretch/>
          </p:blipFill>
          <p:spPr>
            <a:xfrm>
              <a:off x="2521529" y="3947160"/>
              <a:ext cx="663632" cy="365760"/>
            </a:xfrm>
            <a:prstGeom prst="rect">
              <a:avLst/>
            </a:prstGeom>
            <a:noFill/>
            <a:ln>
              <a:noFill/>
            </a:ln>
          </p:spPr>
        </p:pic>
      </p:grpSp>
      <p:grpSp>
        <p:nvGrpSpPr>
          <p:cNvPr id="673" name="Google Shape;673;p50"/>
          <p:cNvGrpSpPr/>
          <p:nvPr/>
        </p:nvGrpSpPr>
        <p:grpSpPr>
          <a:xfrm>
            <a:off x="711684" y="767331"/>
            <a:ext cx="2590800" cy="3689587"/>
            <a:chOff x="2105401" y="723782"/>
            <a:chExt cx="2590800" cy="3689587"/>
          </a:xfrm>
        </p:grpSpPr>
        <p:sp>
          <p:nvSpPr>
            <p:cNvPr id="674" name="Google Shape;674;p50"/>
            <p:cNvSpPr/>
            <p:nvPr/>
          </p:nvSpPr>
          <p:spPr>
            <a:xfrm>
              <a:off x="2105401" y="723782"/>
              <a:ext cx="2590800" cy="3689587"/>
            </a:xfrm>
            <a:prstGeom prst="roundRect">
              <a:avLst>
                <a:gd name="adj" fmla="val 6174"/>
              </a:avLst>
            </a:prstGeom>
            <a:blipFill rotWithShape="1">
              <a:blip r:embed="rId4">
                <a:alphaModFix/>
              </a:blip>
              <a:tile tx="0" ty="0" sx="100000" sy="100000" flip="none" algn="tl"/>
            </a:blip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75" name="Google Shape;675;p50" descr="Image result for ravenclaw"/>
            <p:cNvPicPr preferRelativeResize="0"/>
            <p:nvPr/>
          </p:nvPicPr>
          <p:blipFill rotWithShape="1">
            <a:blip r:embed="rId7">
              <a:alphaModFix/>
            </a:blip>
            <a:srcRect/>
            <a:stretch/>
          </p:blipFill>
          <p:spPr>
            <a:xfrm>
              <a:off x="2623754" y="1165365"/>
              <a:ext cx="1554094" cy="2806420"/>
            </a:xfrm>
            <a:prstGeom prst="rect">
              <a:avLst/>
            </a:prstGeom>
            <a:noFill/>
            <a:ln>
              <a:noFill/>
            </a:ln>
          </p:spPr>
        </p:pic>
        <p:pic>
          <p:nvPicPr>
            <p:cNvPr id="676" name="Google Shape;676;p50"/>
            <p:cNvPicPr preferRelativeResize="0"/>
            <p:nvPr/>
          </p:nvPicPr>
          <p:blipFill rotWithShape="1">
            <a:blip r:embed="rId8">
              <a:alphaModFix/>
            </a:blip>
            <a:srcRect l="11110" t="6771" r="10162" b="10641"/>
            <a:stretch/>
          </p:blipFill>
          <p:spPr>
            <a:xfrm>
              <a:off x="2267309" y="875123"/>
              <a:ext cx="2294627" cy="3393056"/>
            </a:xfrm>
            <a:prstGeom prst="rect">
              <a:avLst/>
            </a:prstGeom>
            <a:noFill/>
            <a:ln>
              <a:noFill/>
            </a:ln>
          </p:spPr>
        </p:pic>
      </p:grpSp>
      <p:grpSp>
        <p:nvGrpSpPr>
          <p:cNvPr id="677" name="Google Shape;677;p50"/>
          <p:cNvGrpSpPr/>
          <p:nvPr/>
        </p:nvGrpSpPr>
        <p:grpSpPr>
          <a:xfrm>
            <a:off x="711684" y="767331"/>
            <a:ext cx="2590800" cy="3689587"/>
            <a:chOff x="2074117" y="723782"/>
            <a:chExt cx="2590800" cy="3689587"/>
          </a:xfrm>
        </p:grpSpPr>
        <p:sp>
          <p:nvSpPr>
            <p:cNvPr id="678" name="Google Shape;678;p50"/>
            <p:cNvSpPr/>
            <p:nvPr/>
          </p:nvSpPr>
          <p:spPr>
            <a:xfrm>
              <a:off x="2074117" y="723782"/>
              <a:ext cx="2590800" cy="3689587"/>
            </a:xfrm>
            <a:prstGeom prst="roundRect">
              <a:avLst>
                <a:gd name="adj" fmla="val 6174"/>
              </a:avLst>
            </a:prstGeom>
            <a:blipFill rotWithShape="1">
              <a:blip r:embed="rId4">
                <a:alphaModFix/>
              </a:blip>
              <a:tile tx="0" ty="0" sx="100000" sy="100000" flip="none" algn="tl"/>
            </a:blip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79" name="Google Shape;679;p50" descr="Image result for hufflepuff badger"/>
            <p:cNvPicPr preferRelativeResize="0"/>
            <p:nvPr/>
          </p:nvPicPr>
          <p:blipFill rotWithShape="1">
            <a:blip r:embed="rId9">
              <a:alphaModFix/>
            </a:blip>
            <a:srcRect/>
            <a:stretch/>
          </p:blipFill>
          <p:spPr>
            <a:xfrm rot="5400000">
              <a:off x="2070480" y="1919058"/>
              <a:ext cx="2598075" cy="1299035"/>
            </a:xfrm>
            <a:prstGeom prst="rect">
              <a:avLst/>
            </a:prstGeom>
            <a:noFill/>
            <a:ln>
              <a:noFill/>
            </a:ln>
          </p:spPr>
        </p:pic>
        <p:pic>
          <p:nvPicPr>
            <p:cNvPr id="680" name="Google Shape;680;p50"/>
            <p:cNvPicPr preferRelativeResize="0"/>
            <p:nvPr/>
          </p:nvPicPr>
          <p:blipFill rotWithShape="1">
            <a:blip r:embed="rId10">
              <a:alphaModFix/>
            </a:blip>
            <a:srcRect l="10035" t="6986" r="10008" b="10123"/>
            <a:stretch/>
          </p:blipFill>
          <p:spPr>
            <a:xfrm>
              <a:off x="2250999" y="872106"/>
              <a:ext cx="2237800" cy="3416061"/>
            </a:xfrm>
            <a:prstGeom prst="rect">
              <a:avLst/>
            </a:prstGeom>
            <a:noFill/>
            <a:ln>
              <a:noFill/>
            </a:ln>
          </p:spPr>
        </p:pic>
      </p:grpSp>
      <p:grpSp>
        <p:nvGrpSpPr>
          <p:cNvPr id="681" name="Google Shape;681;p50"/>
          <p:cNvGrpSpPr/>
          <p:nvPr/>
        </p:nvGrpSpPr>
        <p:grpSpPr>
          <a:xfrm>
            <a:off x="711684" y="767331"/>
            <a:ext cx="2590800" cy="3689587"/>
            <a:chOff x="2074117" y="723782"/>
            <a:chExt cx="2590800" cy="3689587"/>
          </a:xfrm>
        </p:grpSpPr>
        <p:sp>
          <p:nvSpPr>
            <p:cNvPr id="682" name="Google Shape;682;p50"/>
            <p:cNvSpPr/>
            <p:nvPr/>
          </p:nvSpPr>
          <p:spPr>
            <a:xfrm>
              <a:off x="2074117" y="723782"/>
              <a:ext cx="2590800" cy="3689587"/>
            </a:xfrm>
            <a:prstGeom prst="roundRect">
              <a:avLst>
                <a:gd name="adj" fmla="val 6174"/>
              </a:avLst>
            </a:prstGeom>
            <a:blipFill rotWithShape="1">
              <a:blip r:embed="rId4">
                <a:alphaModFix/>
              </a:blip>
              <a:tile tx="0" ty="0" sx="100000" sy="100000" flip="none" algn="tl"/>
            </a:blip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83" name="Google Shape;683;p50" descr="Image result for hufflepuff badger"/>
            <p:cNvPicPr preferRelativeResize="0"/>
            <p:nvPr/>
          </p:nvPicPr>
          <p:blipFill rotWithShape="1">
            <a:blip r:embed="rId9">
              <a:alphaModFix/>
            </a:blip>
            <a:srcRect/>
            <a:stretch/>
          </p:blipFill>
          <p:spPr>
            <a:xfrm rot="5400000">
              <a:off x="2070480" y="1919058"/>
              <a:ext cx="2598075" cy="1299035"/>
            </a:xfrm>
            <a:prstGeom prst="rect">
              <a:avLst/>
            </a:prstGeom>
            <a:noFill/>
            <a:ln>
              <a:noFill/>
            </a:ln>
          </p:spPr>
        </p:pic>
        <p:pic>
          <p:nvPicPr>
            <p:cNvPr id="684" name="Google Shape;684;p50"/>
            <p:cNvPicPr preferRelativeResize="0"/>
            <p:nvPr/>
          </p:nvPicPr>
          <p:blipFill rotWithShape="1">
            <a:blip r:embed="rId10">
              <a:alphaModFix/>
            </a:blip>
            <a:srcRect l="11445" t="6619" r="10882" b="10331"/>
            <a:stretch/>
          </p:blipFill>
          <p:spPr>
            <a:xfrm>
              <a:off x="2290462" y="857014"/>
              <a:ext cx="2173857" cy="3422527"/>
            </a:xfrm>
            <a:prstGeom prst="rect">
              <a:avLst/>
            </a:prstGeom>
            <a:noFill/>
            <a:ln>
              <a:noFill/>
            </a:ln>
          </p:spPr>
        </p:pic>
      </p:grpSp>
      <p:grpSp>
        <p:nvGrpSpPr>
          <p:cNvPr id="685" name="Google Shape;685;p50"/>
          <p:cNvGrpSpPr/>
          <p:nvPr/>
        </p:nvGrpSpPr>
        <p:grpSpPr>
          <a:xfrm>
            <a:off x="711684" y="767331"/>
            <a:ext cx="2590800" cy="3689587"/>
            <a:chOff x="1539325" y="806332"/>
            <a:chExt cx="2590800" cy="3689587"/>
          </a:xfrm>
        </p:grpSpPr>
        <p:sp>
          <p:nvSpPr>
            <p:cNvPr id="686" name="Google Shape;686;p50"/>
            <p:cNvSpPr/>
            <p:nvPr/>
          </p:nvSpPr>
          <p:spPr>
            <a:xfrm>
              <a:off x="1539325" y="806332"/>
              <a:ext cx="2590800" cy="3689587"/>
            </a:xfrm>
            <a:prstGeom prst="roundRect">
              <a:avLst>
                <a:gd name="adj" fmla="val 6174"/>
              </a:avLst>
            </a:prstGeom>
            <a:blipFill rotWithShape="1">
              <a:blip r:embed="rId4">
                <a:alphaModFix/>
              </a:blip>
              <a:tile tx="0" ty="0" sx="100000" sy="100000" flip="none" algn="tl"/>
            </a:blip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87" name="Google Shape;687;p50" descr="Image result for lion watercolor"/>
            <p:cNvPicPr preferRelativeResize="0"/>
            <p:nvPr/>
          </p:nvPicPr>
          <p:blipFill rotWithShape="1">
            <a:blip r:embed="rId11">
              <a:alphaModFix/>
            </a:blip>
            <a:srcRect/>
            <a:stretch/>
          </p:blipFill>
          <p:spPr>
            <a:xfrm>
              <a:off x="1900754" y="1430129"/>
              <a:ext cx="1867942" cy="2441992"/>
            </a:xfrm>
            <a:prstGeom prst="rect">
              <a:avLst/>
            </a:prstGeom>
            <a:noFill/>
            <a:ln>
              <a:noFill/>
            </a:ln>
          </p:spPr>
        </p:pic>
        <p:pic>
          <p:nvPicPr>
            <p:cNvPr id="688" name="Google Shape;688;p50"/>
            <p:cNvPicPr preferRelativeResize="0"/>
            <p:nvPr/>
          </p:nvPicPr>
          <p:blipFill rotWithShape="1">
            <a:blip r:embed="rId12">
              <a:alphaModFix/>
            </a:blip>
            <a:srcRect l="11409" t="7319" r="11975" b="10194"/>
            <a:stretch/>
          </p:blipFill>
          <p:spPr>
            <a:xfrm>
              <a:off x="1693422" y="973825"/>
              <a:ext cx="2265872" cy="3388862"/>
            </a:xfrm>
            <a:prstGeom prst="rect">
              <a:avLst/>
            </a:prstGeom>
            <a:noFill/>
            <a:ln>
              <a:noFill/>
            </a:ln>
          </p:spPr>
        </p:pic>
      </p:grpSp>
      <p:grpSp>
        <p:nvGrpSpPr>
          <p:cNvPr id="689" name="Google Shape;689;p50"/>
          <p:cNvGrpSpPr/>
          <p:nvPr/>
        </p:nvGrpSpPr>
        <p:grpSpPr>
          <a:xfrm>
            <a:off x="711684" y="767331"/>
            <a:ext cx="2590800" cy="3689587"/>
            <a:chOff x="2743200" y="787163"/>
            <a:chExt cx="2590800" cy="3689587"/>
          </a:xfrm>
        </p:grpSpPr>
        <p:sp>
          <p:nvSpPr>
            <p:cNvPr id="690" name="Google Shape;690;p50"/>
            <p:cNvSpPr/>
            <p:nvPr/>
          </p:nvSpPr>
          <p:spPr>
            <a:xfrm>
              <a:off x="2743200" y="787163"/>
              <a:ext cx="2590800" cy="3689587"/>
            </a:xfrm>
            <a:prstGeom prst="roundRect">
              <a:avLst>
                <a:gd name="adj" fmla="val 6174"/>
              </a:avLst>
            </a:prstGeom>
            <a:blipFill rotWithShape="1">
              <a:blip r:embed="rId4">
                <a:alphaModFix/>
              </a:blip>
              <a:tile tx="0" ty="0" sx="100000" sy="100000" flip="none" algn="tl"/>
            </a:blip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91" name="Google Shape;691;p50" descr="Image result for hogwarts logo"/>
            <p:cNvPicPr preferRelativeResize="0"/>
            <p:nvPr/>
          </p:nvPicPr>
          <p:blipFill rotWithShape="1">
            <a:blip r:embed="rId13">
              <a:alphaModFix/>
            </a:blip>
            <a:srcRect/>
            <a:stretch/>
          </p:blipFill>
          <p:spPr>
            <a:xfrm>
              <a:off x="2895600" y="1434863"/>
              <a:ext cx="2286000" cy="2286000"/>
            </a:xfrm>
            <a:prstGeom prst="rect">
              <a:avLst/>
            </a:prstGeom>
            <a:noFill/>
            <a:ln>
              <a:noFill/>
            </a:ln>
          </p:spPr>
        </p:pic>
      </p:grpSp>
      <p:sp>
        <p:nvSpPr>
          <p:cNvPr id="692" name="Google Shape;692;p50"/>
          <p:cNvSpPr txBox="1">
            <a:spLocks noGrp="1"/>
          </p:cNvSpPr>
          <p:nvPr>
            <p:ph type="title" idx="4294967295"/>
          </p:nvPr>
        </p:nvSpPr>
        <p:spPr>
          <a:xfrm>
            <a:off x="457200" y="-10858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T</a:t>
            </a:r>
            <a:endParaRPr/>
          </a:p>
        </p:txBody>
      </p:sp>
      <p:pic>
        <p:nvPicPr>
          <p:cNvPr id="693" name="Google Shape;693;p50" descr="Image result for hogwarts icon">
            <a:hlinkClick r:id="rId14" action="ppaction://hlinksldjump"/>
          </p:cNvPr>
          <p:cNvPicPr preferRelativeResize="0"/>
          <p:nvPr/>
        </p:nvPicPr>
        <p:blipFill rotWithShape="1">
          <a:blip r:embed="rId15">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8" fill="hold" nodeType="clickEffect">
                                  <p:stCondLst>
                                    <p:cond delay="0"/>
                                  </p:stCondLst>
                                  <p:childTnLst>
                                    <p:anim calcmode="lin" valueType="num">
                                      <p:cBhvr additive="base">
                                        <p:cTn id="6" dur="500"/>
                                        <p:tgtEl>
                                          <p:spTgt spid="689"/>
                                        </p:tgtEl>
                                        <p:attrNameLst>
                                          <p:attrName>ppt_x</p:attrName>
                                        </p:attrNameLst>
                                      </p:cBhvr>
                                      <p:tavLst>
                                        <p:tav tm="0">
                                          <p:val>
                                            <p:strVal val="#ppt_x"/>
                                          </p:val>
                                        </p:tav>
                                        <p:tav tm="100000">
                                          <p:val>
                                            <p:strVal val="#ppt_x-1"/>
                                          </p:val>
                                        </p:tav>
                                      </p:tavLst>
                                    </p:anim>
                                    <p:set>
                                      <p:cBhvr>
                                        <p:cTn id="7" dur="1" fill="hold">
                                          <p:stCondLst>
                                            <p:cond delay="500"/>
                                          </p:stCondLst>
                                        </p:cTn>
                                        <p:tgtEl>
                                          <p:spTgt spid="68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 presetClass="exit" presetSubtype="8" fill="hold" nodeType="clickEffect">
                                  <p:stCondLst>
                                    <p:cond delay="0"/>
                                  </p:stCondLst>
                                  <p:childTnLst>
                                    <p:anim calcmode="lin" valueType="num">
                                      <p:cBhvr additive="base">
                                        <p:cTn id="11" dur="500"/>
                                        <p:tgtEl>
                                          <p:spTgt spid="677"/>
                                        </p:tgtEl>
                                        <p:attrNameLst>
                                          <p:attrName>ppt_x</p:attrName>
                                        </p:attrNameLst>
                                      </p:cBhvr>
                                      <p:tavLst>
                                        <p:tav tm="0">
                                          <p:val>
                                            <p:strVal val="#ppt_x"/>
                                          </p:val>
                                        </p:tav>
                                        <p:tav tm="100000">
                                          <p:val>
                                            <p:strVal val="#ppt_x-1"/>
                                          </p:val>
                                        </p:tav>
                                      </p:tavLst>
                                    </p:anim>
                                    <p:set>
                                      <p:cBhvr>
                                        <p:cTn id="12" dur="1" fill="hold">
                                          <p:stCondLst>
                                            <p:cond delay="500"/>
                                          </p:stCondLst>
                                        </p:cTn>
                                        <p:tgtEl>
                                          <p:spTgt spid="67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 presetClass="exit" presetSubtype="8" fill="hold" nodeType="clickEffect">
                                  <p:stCondLst>
                                    <p:cond delay="0"/>
                                  </p:stCondLst>
                                  <p:childTnLst>
                                    <p:anim calcmode="lin" valueType="num">
                                      <p:cBhvr additive="base">
                                        <p:cTn id="16" dur="500"/>
                                        <p:tgtEl>
                                          <p:spTgt spid="673"/>
                                        </p:tgtEl>
                                        <p:attrNameLst>
                                          <p:attrName>ppt_x</p:attrName>
                                        </p:attrNameLst>
                                      </p:cBhvr>
                                      <p:tavLst>
                                        <p:tav tm="0">
                                          <p:val>
                                            <p:strVal val="#ppt_x"/>
                                          </p:val>
                                        </p:tav>
                                        <p:tav tm="100000">
                                          <p:val>
                                            <p:strVal val="#ppt_x-1"/>
                                          </p:val>
                                        </p:tav>
                                      </p:tavLst>
                                    </p:anim>
                                    <p:set>
                                      <p:cBhvr>
                                        <p:cTn id="17" dur="1" fill="hold">
                                          <p:stCondLst>
                                            <p:cond delay="500"/>
                                          </p:stCondLst>
                                        </p:cTn>
                                        <p:tgtEl>
                                          <p:spTgt spid="67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 presetClass="exit" presetSubtype="8" fill="hold" nodeType="clickEffect">
                                  <p:stCondLst>
                                    <p:cond delay="0"/>
                                  </p:stCondLst>
                                  <p:childTnLst>
                                    <p:anim calcmode="lin" valueType="num">
                                      <p:cBhvr additive="base">
                                        <p:cTn id="21" dur="500"/>
                                        <p:tgtEl>
                                          <p:spTgt spid="681"/>
                                        </p:tgtEl>
                                        <p:attrNameLst>
                                          <p:attrName>ppt_x</p:attrName>
                                        </p:attrNameLst>
                                      </p:cBhvr>
                                      <p:tavLst>
                                        <p:tav tm="0">
                                          <p:val>
                                            <p:strVal val="#ppt_x"/>
                                          </p:val>
                                        </p:tav>
                                        <p:tav tm="100000">
                                          <p:val>
                                            <p:strVal val="#ppt_x-1"/>
                                          </p:val>
                                        </p:tav>
                                      </p:tavLst>
                                    </p:anim>
                                    <p:set>
                                      <p:cBhvr>
                                        <p:cTn id="22" dur="1" fill="hold">
                                          <p:stCondLst>
                                            <p:cond delay="500"/>
                                          </p:stCondLst>
                                        </p:cTn>
                                        <p:tgtEl>
                                          <p:spTgt spid="68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 presetClass="exit" presetSubtype="8" fill="hold" nodeType="clickEffect">
                                  <p:stCondLst>
                                    <p:cond delay="0"/>
                                  </p:stCondLst>
                                  <p:childTnLst>
                                    <p:anim calcmode="lin" valueType="num">
                                      <p:cBhvr additive="base">
                                        <p:cTn id="26" dur="500"/>
                                        <p:tgtEl>
                                          <p:spTgt spid="685"/>
                                        </p:tgtEl>
                                        <p:attrNameLst>
                                          <p:attrName>ppt_x</p:attrName>
                                        </p:attrNameLst>
                                      </p:cBhvr>
                                      <p:tavLst>
                                        <p:tav tm="0">
                                          <p:val>
                                            <p:strVal val="#ppt_x"/>
                                          </p:val>
                                        </p:tav>
                                        <p:tav tm="100000">
                                          <p:val>
                                            <p:strVal val="#ppt_x-1"/>
                                          </p:val>
                                        </p:tav>
                                      </p:tavLst>
                                    </p:anim>
                                    <p:set>
                                      <p:cBhvr>
                                        <p:cTn id="27" dur="1" fill="hold">
                                          <p:stCondLst>
                                            <p:cond delay="500"/>
                                          </p:stCondLst>
                                        </p:cTn>
                                        <p:tgtEl>
                                          <p:spTgt spid="68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98"/>
        <p:cNvGrpSpPr/>
        <p:nvPr/>
      </p:nvGrpSpPr>
      <p:grpSpPr>
        <a:xfrm>
          <a:off x="0" y="0"/>
          <a:ext cx="0" cy="0"/>
          <a:chOff x="0" y="0"/>
          <a:chExt cx="0" cy="0"/>
        </a:xfrm>
      </p:grpSpPr>
      <p:pic>
        <p:nvPicPr>
          <p:cNvPr id="699" name="Google Shape;699;p51" descr="Image result for harry potter death eater logo"/>
          <p:cNvPicPr preferRelativeResize="0"/>
          <p:nvPr/>
        </p:nvPicPr>
        <p:blipFill rotWithShape="1">
          <a:blip r:embed="rId4">
            <a:alphaModFix/>
          </a:blip>
          <a:srcRect l="53833" t="-3007" r="-527" b="72563"/>
          <a:stretch/>
        </p:blipFill>
        <p:spPr>
          <a:xfrm>
            <a:off x="3582071" y="2621892"/>
            <a:ext cx="629474" cy="640566"/>
          </a:xfrm>
          <a:prstGeom prst="ellipse">
            <a:avLst/>
          </a:prstGeom>
          <a:noFill/>
          <a:ln>
            <a:noFill/>
          </a:ln>
        </p:spPr>
      </p:pic>
      <p:pic>
        <p:nvPicPr>
          <p:cNvPr id="700" name="Google Shape;700;p51" descr="Image result for harry potter death eater logo"/>
          <p:cNvPicPr preferRelativeResize="0"/>
          <p:nvPr/>
        </p:nvPicPr>
        <p:blipFill rotWithShape="1">
          <a:blip r:embed="rId4">
            <a:alphaModFix/>
          </a:blip>
          <a:srcRect l="53833" t="-3007" r="-527" b="72563"/>
          <a:stretch/>
        </p:blipFill>
        <p:spPr>
          <a:xfrm>
            <a:off x="1045981" y="1203902"/>
            <a:ext cx="629474" cy="640566"/>
          </a:xfrm>
          <a:prstGeom prst="ellipse">
            <a:avLst/>
          </a:prstGeom>
          <a:noFill/>
          <a:ln>
            <a:noFill/>
          </a:ln>
        </p:spPr>
      </p:pic>
      <p:pic>
        <p:nvPicPr>
          <p:cNvPr id="701" name="Google Shape;701;p51"/>
          <p:cNvPicPr preferRelativeResize="0"/>
          <p:nvPr/>
        </p:nvPicPr>
        <p:blipFill rotWithShape="1">
          <a:blip r:embed="rId5">
            <a:alphaModFix/>
          </a:blip>
          <a:srcRect l="23039" t="25473" r="33651" b="32667"/>
          <a:stretch/>
        </p:blipFill>
        <p:spPr>
          <a:xfrm>
            <a:off x="6213226" y="2748367"/>
            <a:ext cx="427802" cy="545008"/>
          </a:xfrm>
          <a:prstGeom prst="rect">
            <a:avLst/>
          </a:prstGeom>
          <a:noFill/>
          <a:ln>
            <a:noFill/>
          </a:ln>
        </p:spPr>
      </p:pic>
      <p:pic>
        <p:nvPicPr>
          <p:cNvPr id="702" name="Google Shape;702;p51"/>
          <p:cNvPicPr preferRelativeResize="0"/>
          <p:nvPr/>
        </p:nvPicPr>
        <p:blipFill rotWithShape="1">
          <a:blip r:embed="rId6">
            <a:alphaModFix/>
          </a:blip>
          <a:srcRect l="17315" t="24793" r="28581" b="37055"/>
          <a:stretch/>
        </p:blipFill>
        <p:spPr>
          <a:xfrm>
            <a:off x="2301951" y="2772498"/>
            <a:ext cx="586029" cy="496747"/>
          </a:xfrm>
          <a:prstGeom prst="rect">
            <a:avLst/>
          </a:prstGeom>
          <a:noFill/>
          <a:ln>
            <a:noFill/>
          </a:ln>
        </p:spPr>
      </p:pic>
      <p:pic>
        <p:nvPicPr>
          <p:cNvPr id="703" name="Google Shape;703;p51"/>
          <p:cNvPicPr preferRelativeResize="0"/>
          <p:nvPr/>
        </p:nvPicPr>
        <p:blipFill rotWithShape="1">
          <a:blip r:embed="rId7">
            <a:alphaModFix/>
          </a:blip>
          <a:srcRect l="23198" t="23198" r="33574" b="35069"/>
          <a:stretch/>
        </p:blipFill>
        <p:spPr>
          <a:xfrm>
            <a:off x="3591827" y="1286763"/>
            <a:ext cx="462681" cy="543359"/>
          </a:xfrm>
          <a:prstGeom prst="rect">
            <a:avLst/>
          </a:prstGeom>
          <a:noFill/>
          <a:ln>
            <a:noFill/>
          </a:ln>
        </p:spPr>
      </p:pic>
      <p:pic>
        <p:nvPicPr>
          <p:cNvPr id="704" name="Google Shape;704;p51"/>
          <p:cNvPicPr preferRelativeResize="0"/>
          <p:nvPr/>
        </p:nvPicPr>
        <p:blipFill rotWithShape="1">
          <a:blip r:embed="rId8">
            <a:alphaModFix/>
          </a:blip>
          <a:srcRect l="22463" t="22464" r="30707" b="34518"/>
          <a:stretch/>
        </p:blipFill>
        <p:spPr>
          <a:xfrm>
            <a:off x="4916072" y="2740826"/>
            <a:ext cx="532676" cy="560090"/>
          </a:xfrm>
          <a:prstGeom prst="rect">
            <a:avLst/>
          </a:prstGeom>
          <a:noFill/>
          <a:ln>
            <a:noFill/>
          </a:ln>
        </p:spPr>
      </p:pic>
      <p:pic>
        <p:nvPicPr>
          <p:cNvPr id="705" name="Google Shape;705;p51"/>
          <p:cNvPicPr preferRelativeResize="0"/>
          <p:nvPr/>
        </p:nvPicPr>
        <p:blipFill rotWithShape="1">
          <a:blip r:embed="rId9">
            <a:alphaModFix/>
          </a:blip>
          <a:srcRect l="19247" t="24739" r="29600" b="36554"/>
          <a:stretch/>
        </p:blipFill>
        <p:spPr>
          <a:xfrm>
            <a:off x="6142902" y="1292335"/>
            <a:ext cx="568449" cy="503985"/>
          </a:xfrm>
          <a:prstGeom prst="rect">
            <a:avLst/>
          </a:prstGeom>
          <a:noFill/>
          <a:ln>
            <a:noFill/>
          </a:ln>
        </p:spPr>
      </p:pic>
      <p:pic>
        <p:nvPicPr>
          <p:cNvPr id="706" name="Google Shape;706;p51"/>
          <p:cNvPicPr preferRelativeResize="0"/>
          <p:nvPr/>
        </p:nvPicPr>
        <p:blipFill rotWithShape="1">
          <a:blip r:embed="rId6">
            <a:alphaModFix/>
          </a:blip>
          <a:srcRect l="17315" t="24793" r="28581" b="37055"/>
          <a:stretch/>
        </p:blipFill>
        <p:spPr>
          <a:xfrm>
            <a:off x="7427650" y="1286763"/>
            <a:ext cx="586029" cy="496747"/>
          </a:xfrm>
          <a:prstGeom prst="rect">
            <a:avLst/>
          </a:prstGeom>
          <a:noFill/>
          <a:ln>
            <a:noFill/>
          </a:ln>
        </p:spPr>
      </p:pic>
      <p:pic>
        <p:nvPicPr>
          <p:cNvPr id="707" name="Google Shape;707;p51"/>
          <p:cNvPicPr preferRelativeResize="0"/>
          <p:nvPr/>
        </p:nvPicPr>
        <p:blipFill rotWithShape="1">
          <a:blip r:embed="rId7">
            <a:alphaModFix/>
          </a:blip>
          <a:srcRect l="23198" t="23198" r="33574" b="35069"/>
          <a:stretch/>
        </p:blipFill>
        <p:spPr>
          <a:xfrm>
            <a:off x="1082201" y="2749192"/>
            <a:ext cx="462681" cy="543359"/>
          </a:xfrm>
          <a:prstGeom prst="rect">
            <a:avLst/>
          </a:prstGeom>
          <a:noFill/>
          <a:ln>
            <a:noFill/>
          </a:ln>
        </p:spPr>
      </p:pic>
      <p:pic>
        <p:nvPicPr>
          <p:cNvPr id="708" name="Google Shape;708;p51" descr="Image result for professor flitwick"/>
          <p:cNvPicPr preferRelativeResize="0"/>
          <p:nvPr/>
        </p:nvPicPr>
        <p:blipFill rotWithShape="1">
          <a:blip r:embed="rId10">
            <a:alphaModFix/>
          </a:blip>
          <a:srcRect/>
          <a:stretch/>
        </p:blipFill>
        <p:spPr>
          <a:xfrm>
            <a:off x="12680144" y="3105150"/>
            <a:ext cx="3505200" cy="4621042"/>
          </a:xfrm>
          <a:prstGeom prst="rect">
            <a:avLst/>
          </a:prstGeom>
          <a:noFill/>
          <a:ln>
            <a:noFill/>
          </a:ln>
        </p:spPr>
      </p:pic>
      <p:sp>
        <p:nvSpPr>
          <p:cNvPr id="709" name="Google Shape;709;p51"/>
          <p:cNvSpPr txBox="1"/>
          <p:nvPr/>
        </p:nvSpPr>
        <p:spPr>
          <a:xfrm>
            <a:off x="-5644" y="433685"/>
            <a:ext cx="9144000"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DDD9C3"/>
                </a:solidFill>
                <a:latin typeface="Arial"/>
                <a:ea typeface="Arial"/>
                <a:cs typeface="Arial"/>
                <a:sym typeface="Arial"/>
              </a:rPr>
              <a:t>Cast Wingardium Leviosa on 3 bowls to reveal your points…</a:t>
            </a:r>
            <a:endParaRPr sz="1400" b="0" i="0" u="none" strike="noStrike" cap="none">
              <a:solidFill>
                <a:srgbClr val="000000"/>
              </a:solidFill>
              <a:latin typeface="Arial"/>
              <a:ea typeface="Arial"/>
              <a:cs typeface="Arial"/>
              <a:sym typeface="Arial"/>
            </a:endParaRPr>
          </a:p>
        </p:txBody>
      </p:sp>
      <p:sp>
        <p:nvSpPr>
          <p:cNvPr id="710" name="Google Shape;710;p51"/>
          <p:cNvSpPr txBox="1"/>
          <p:nvPr/>
        </p:nvSpPr>
        <p:spPr>
          <a:xfrm>
            <a:off x="792332" y="1852940"/>
            <a:ext cx="1112668"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2"/>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711" name="Google Shape;711;p51"/>
          <p:cNvSpPr txBox="1"/>
          <p:nvPr/>
        </p:nvSpPr>
        <p:spPr>
          <a:xfrm>
            <a:off x="2038633" y="1852940"/>
            <a:ext cx="1112668"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2"/>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712" name="Google Shape;712;p51"/>
          <p:cNvSpPr txBox="1"/>
          <p:nvPr/>
        </p:nvSpPr>
        <p:spPr>
          <a:xfrm>
            <a:off x="3320058" y="1852940"/>
            <a:ext cx="1112668"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2"/>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713" name="Google Shape;713;p51"/>
          <p:cNvSpPr txBox="1"/>
          <p:nvPr/>
        </p:nvSpPr>
        <p:spPr>
          <a:xfrm>
            <a:off x="4601483" y="1852940"/>
            <a:ext cx="1112668"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2"/>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714" name="Google Shape;714;p51"/>
          <p:cNvSpPr txBox="1"/>
          <p:nvPr/>
        </p:nvSpPr>
        <p:spPr>
          <a:xfrm>
            <a:off x="5882908" y="1852940"/>
            <a:ext cx="1112668"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2"/>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
        <p:nvSpPr>
          <p:cNvPr id="715" name="Google Shape;715;p51"/>
          <p:cNvSpPr txBox="1"/>
          <p:nvPr/>
        </p:nvSpPr>
        <p:spPr>
          <a:xfrm>
            <a:off x="7164331" y="1852940"/>
            <a:ext cx="1112668"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2"/>
                </a:solidFill>
                <a:latin typeface="Arial"/>
                <a:ea typeface="Arial"/>
                <a:cs typeface="Arial"/>
                <a:sym typeface="Arial"/>
              </a:rPr>
              <a:t>6</a:t>
            </a:r>
            <a:endParaRPr sz="1400" b="0" i="0" u="none" strike="noStrike" cap="none">
              <a:solidFill>
                <a:srgbClr val="000000"/>
              </a:solidFill>
              <a:latin typeface="Arial"/>
              <a:ea typeface="Arial"/>
              <a:cs typeface="Arial"/>
              <a:sym typeface="Arial"/>
            </a:endParaRPr>
          </a:p>
        </p:txBody>
      </p:sp>
      <p:sp>
        <p:nvSpPr>
          <p:cNvPr id="716" name="Google Shape;716;p51"/>
          <p:cNvSpPr txBox="1"/>
          <p:nvPr/>
        </p:nvSpPr>
        <p:spPr>
          <a:xfrm>
            <a:off x="792332" y="3282775"/>
            <a:ext cx="1112668"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2"/>
                </a:solidFill>
                <a:latin typeface="Arial"/>
                <a:ea typeface="Arial"/>
                <a:cs typeface="Arial"/>
                <a:sym typeface="Arial"/>
              </a:rPr>
              <a:t>7</a:t>
            </a:r>
            <a:endParaRPr sz="1400" b="0" i="0" u="none" strike="noStrike" cap="none">
              <a:solidFill>
                <a:srgbClr val="000000"/>
              </a:solidFill>
              <a:latin typeface="Arial"/>
              <a:ea typeface="Arial"/>
              <a:cs typeface="Arial"/>
              <a:sym typeface="Arial"/>
            </a:endParaRPr>
          </a:p>
        </p:txBody>
      </p:sp>
      <p:sp>
        <p:nvSpPr>
          <p:cNvPr id="717" name="Google Shape;717;p51"/>
          <p:cNvSpPr txBox="1"/>
          <p:nvPr/>
        </p:nvSpPr>
        <p:spPr>
          <a:xfrm>
            <a:off x="2038633" y="3282775"/>
            <a:ext cx="1112668"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2"/>
                </a:solidFill>
                <a:latin typeface="Arial"/>
                <a:ea typeface="Arial"/>
                <a:cs typeface="Arial"/>
                <a:sym typeface="Arial"/>
              </a:rPr>
              <a:t>8</a:t>
            </a:r>
            <a:endParaRPr sz="1400" b="0" i="0" u="none" strike="noStrike" cap="none">
              <a:solidFill>
                <a:srgbClr val="000000"/>
              </a:solidFill>
              <a:latin typeface="Arial"/>
              <a:ea typeface="Arial"/>
              <a:cs typeface="Arial"/>
              <a:sym typeface="Arial"/>
            </a:endParaRPr>
          </a:p>
        </p:txBody>
      </p:sp>
      <p:sp>
        <p:nvSpPr>
          <p:cNvPr id="718" name="Google Shape;718;p51"/>
          <p:cNvSpPr txBox="1"/>
          <p:nvPr/>
        </p:nvSpPr>
        <p:spPr>
          <a:xfrm>
            <a:off x="3320058" y="3282775"/>
            <a:ext cx="1112668"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2"/>
                </a:solidFill>
                <a:latin typeface="Arial"/>
                <a:ea typeface="Arial"/>
                <a:cs typeface="Arial"/>
                <a:sym typeface="Arial"/>
              </a:rPr>
              <a:t>9</a:t>
            </a:r>
            <a:endParaRPr sz="1400" b="0" i="0" u="none" strike="noStrike" cap="none">
              <a:solidFill>
                <a:srgbClr val="000000"/>
              </a:solidFill>
              <a:latin typeface="Arial"/>
              <a:ea typeface="Arial"/>
              <a:cs typeface="Arial"/>
              <a:sym typeface="Arial"/>
            </a:endParaRPr>
          </a:p>
        </p:txBody>
      </p:sp>
      <p:sp>
        <p:nvSpPr>
          <p:cNvPr id="719" name="Google Shape;719;p51"/>
          <p:cNvSpPr txBox="1"/>
          <p:nvPr/>
        </p:nvSpPr>
        <p:spPr>
          <a:xfrm>
            <a:off x="4601483" y="3282775"/>
            <a:ext cx="1112668"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2"/>
                </a:solidFill>
                <a:latin typeface="Arial"/>
                <a:ea typeface="Arial"/>
                <a:cs typeface="Arial"/>
                <a:sym typeface="Arial"/>
              </a:rPr>
              <a:t>10</a:t>
            </a:r>
            <a:endParaRPr sz="1400" b="0" i="0" u="none" strike="noStrike" cap="none">
              <a:solidFill>
                <a:srgbClr val="000000"/>
              </a:solidFill>
              <a:latin typeface="Arial"/>
              <a:ea typeface="Arial"/>
              <a:cs typeface="Arial"/>
              <a:sym typeface="Arial"/>
            </a:endParaRPr>
          </a:p>
        </p:txBody>
      </p:sp>
      <p:sp>
        <p:nvSpPr>
          <p:cNvPr id="720" name="Google Shape;720;p51"/>
          <p:cNvSpPr txBox="1"/>
          <p:nvPr/>
        </p:nvSpPr>
        <p:spPr>
          <a:xfrm>
            <a:off x="5882908" y="3282775"/>
            <a:ext cx="1112668"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2"/>
                </a:solidFill>
                <a:latin typeface="Arial"/>
                <a:ea typeface="Arial"/>
                <a:cs typeface="Arial"/>
                <a:sym typeface="Arial"/>
              </a:rPr>
              <a:t>11</a:t>
            </a:r>
            <a:endParaRPr sz="1400" b="0" i="0" u="none" strike="noStrike" cap="none">
              <a:solidFill>
                <a:srgbClr val="000000"/>
              </a:solidFill>
              <a:latin typeface="Arial"/>
              <a:ea typeface="Arial"/>
              <a:cs typeface="Arial"/>
              <a:sym typeface="Arial"/>
            </a:endParaRPr>
          </a:p>
        </p:txBody>
      </p:sp>
      <p:sp>
        <p:nvSpPr>
          <p:cNvPr id="721" name="Google Shape;721;p51"/>
          <p:cNvSpPr txBox="1"/>
          <p:nvPr/>
        </p:nvSpPr>
        <p:spPr>
          <a:xfrm>
            <a:off x="7164331" y="3282775"/>
            <a:ext cx="1112668"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2"/>
                </a:solidFill>
                <a:latin typeface="Arial"/>
                <a:ea typeface="Arial"/>
                <a:cs typeface="Arial"/>
                <a:sym typeface="Arial"/>
              </a:rPr>
              <a:t>12</a:t>
            </a:r>
            <a:endParaRPr sz="1400" b="0" i="0" u="none" strike="noStrike" cap="none">
              <a:solidFill>
                <a:srgbClr val="000000"/>
              </a:solidFill>
              <a:latin typeface="Arial"/>
              <a:ea typeface="Arial"/>
              <a:cs typeface="Arial"/>
              <a:sym typeface="Arial"/>
            </a:endParaRPr>
          </a:p>
        </p:txBody>
      </p:sp>
      <p:grpSp>
        <p:nvGrpSpPr>
          <p:cNvPr id="722" name="Google Shape;722;p51"/>
          <p:cNvGrpSpPr/>
          <p:nvPr/>
        </p:nvGrpSpPr>
        <p:grpSpPr>
          <a:xfrm>
            <a:off x="3544948" y="3257310"/>
            <a:ext cx="2901922" cy="5180038"/>
            <a:chOff x="4238204" y="3501481"/>
            <a:chExt cx="2901922" cy="5180038"/>
          </a:xfrm>
        </p:grpSpPr>
        <p:pic>
          <p:nvPicPr>
            <p:cNvPr id="723" name="Google Shape;723;p51" descr="Image result for harry potter wand"/>
            <p:cNvPicPr preferRelativeResize="0"/>
            <p:nvPr/>
          </p:nvPicPr>
          <p:blipFill rotWithShape="1">
            <a:blip r:embed="rId11">
              <a:alphaModFix/>
            </a:blip>
            <a:srcRect/>
            <a:stretch/>
          </p:blipFill>
          <p:spPr>
            <a:xfrm rot="4229401" flipH="1">
              <a:off x="3450215" y="5624422"/>
              <a:ext cx="4580541" cy="1346845"/>
            </a:xfrm>
            <a:prstGeom prst="rect">
              <a:avLst/>
            </a:prstGeom>
            <a:noFill/>
            <a:ln>
              <a:noFill/>
            </a:ln>
          </p:spPr>
        </p:pic>
        <p:pic>
          <p:nvPicPr>
            <p:cNvPr id="724" name="Google Shape;724;p51" descr="Image result for lens flare"/>
            <p:cNvPicPr preferRelativeResize="0"/>
            <p:nvPr/>
          </p:nvPicPr>
          <p:blipFill rotWithShape="1">
            <a:blip r:embed="rId12">
              <a:alphaModFix/>
            </a:blip>
            <a:srcRect l="29388" t="31464" r="34624" b="31464"/>
            <a:stretch/>
          </p:blipFill>
          <p:spPr>
            <a:xfrm>
              <a:off x="4238204" y="3501481"/>
              <a:ext cx="1371124" cy="1412476"/>
            </a:xfrm>
            <a:prstGeom prst="rect">
              <a:avLst/>
            </a:prstGeom>
            <a:noFill/>
            <a:ln>
              <a:noFill/>
            </a:ln>
          </p:spPr>
        </p:pic>
      </p:grpSp>
      <p:pic>
        <p:nvPicPr>
          <p:cNvPr id="725" name="Google Shape;725;p51" descr="Image result for wood bowl"/>
          <p:cNvPicPr preferRelativeResize="0"/>
          <p:nvPr/>
        </p:nvPicPr>
        <p:blipFill rotWithShape="1">
          <a:blip r:embed="rId13">
            <a:alphaModFix/>
          </a:blip>
          <a:srcRect l="20548" t="49307" r="16554" b="13484"/>
          <a:stretch/>
        </p:blipFill>
        <p:spPr>
          <a:xfrm rot="10800000">
            <a:off x="722084" y="2583000"/>
            <a:ext cx="1182916" cy="699774"/>
          </a:xfrm>
          <a:prstGeom prst="rect">
            <a:avLst/>
          </a:prstGeom>
          <a:noFill/>
          <a:ln>
            <a:noFill/>
          </a:ln>
        </p:spPr>
      </p:pic>
      <p:pic>
        <p:nvPicPr>
          <p:cNvPr id="726" name="Google Shape;726;p51" descr="Image result for wood bowl"/>
          <p:cNvPicPr preferRelativeResize="0"/>
          <p:nvPr/>
        </p:nvPicPr>
        <p:blipFill rotWithShape="1">
          <a:blip r:embed="rId13">
            <a:alphaModFix/>
          </a:blip>
          <a:srcRect l="20548" t="49307" r="16554" b="13484"/>
          <a:stretch/>
        </p:blipFill>
        <p:spPr>
          <a:xfrm rot="10800000">
            <a:off x="2003509" y="2583000"/>
            <a:ext cx="1182916" cy="699774"/>
          </a:xfrm>
          <a:prstGeom prst="rect">
            <a:avLst/>
          </a:prstGeom>
          <a:noFill/>
          <a:ln>
            <a:noFill/>
          </a:ln>
        </p:spPr>
      </p:pic>
      <p:pic>
        <p:nvPicPr>
          <p:cNvPr id="727" name="Google Shape;727;p51" descr="Image result for wood bowl"/>
          <p:cNvPicPr preferRelativeResize="0"/>
          <p:nvPr/>
        </p:nvPicPr>
        <p:blipFill rotWithShape="1">
          <a:blip r:embed="rId13">
            <a:alphaModFix/>
          </a:blip>
          <a:srcRect l="20548" t="49307" r="16554" b="13484"/>
          <a:stretch/>
        </p:blipFill>
        <p:spPr>
          <a:xfrm rot="10800000">
            <a:off x="3284934" y="2583001"/>
            <a:ext cx="1182916" cy="699774"/>
          </a:xfrm>
          <a:prstGeom prst="rect">
            <a:avLst/>
          </a:prstGeom>
          <a:noFill/>
          <a:ln>
            <a:noFill/>
          </a:ln>
        </p:spPr>
      </p:pic>
      <p:pic>
        <p:nvPicPr>
          <p:cNvPr id="728" name="Google Shape;728;p51" descr="Image result for wood bowl"/>
          <p:cNvPicPr preferRelativeResize="0"/>
          <p:nvPr/>
        </p:nvPicPr>
        <p:blipFill rotWithShape="1">
          <a:blip r:embed="rId13">
            <a:alphaModFix/>
          </a:blip>
          <a:srcRect l="20548" t="49307" r="16554" b="13484"/>
          <a:stretch/>
        </p:blipFill>
        <p:spPr>
          <a:xfrm rot="10800000">
            <a:off x="4566359" y="2583000"/>
            <a:ext cx="1182916" cy="699774"/>
          </a:xfrm>
          <a:prstGeom prst="rect">
            <a:avLst/>
          </a:prstGeom>
          <a:noFill/>
          <a:ln>
            <a:noFill/>
          </a:ln>
        </p:spPr>
      </p:pic>
      <p:pic>
        <p:nvPicPr>
          <p:cNvPr id="729" name="Google Shape;729;p51" descr="Image result for wood bowl"/>
          <p:cNvPicPr preferRelativeResize="0"/>
          <p:nvPr/>
        </p:nvPicPr>
        <p:blipFill rotWithShape="1">
          <a:blip r:embed="rId13">
            <a:alphaModFix/>
          </a:blip>
          <a:srcRect l="20548" t="49307" r="16554" b="13484"/>
          <a:stretch/>
        </p:blipFill>
        <p:spPr>
          <a:xfrm rot="10800000">
            <a:off x="5847784" y="2583000"/>
            <a:ext cx="1182916" cy="699774"/>
          </a:xfrm>
          <a:prstGeom prst="rect">
            <a:avLst/>
          </a:prstGeom>
          <a:noFill/>
          <a:ln>
            <a:noFill/>
          </a:ln>
        </p:spPr>
      </p:pic>
      <p:pic>
        <p:nvPicPr>
          <p:cNvPr id="730" name="Google Shape;730;p51" descr="Image result for wood bowl"/>
          <p:cNvPicPr preferRelativeResize="0"/>
          <p:nvPr/>
        </p:nvPicPr>
        <p:blipFill rotWithShape="1">
          <a:blip r:embed="rId13">
            <a:alphaModFix/>
          </a:blip>
          <a:srcRect l="20548" t="49307" r="16554" b="13484"/>
          <a:stretch/>
        </p:blipFill>
        <p:spPr>
          <a:xfrm rot="10800000">
            <a:off x="7129207" y="2583000"/>
            <a:ext cx="1182916" cy="699774"/>
          </a:xfrm>
          <a:prstGeom prst="rect">
            <a:avLst/>
          </a:prstGeom>
          <a:noFill/>
          <a:ln>
            <a:noFill/>
          </a:ln>
        </p:spPr>
      </p:pic>
      <p:pic>
        <p:nvPicPr>
          <p:cNvPr id="731" name="Google Shape;731;p51" descr="Image result for wood bowl"/>
          <p:cNvPicPr preferRelativeResize="0"/>
          <p:nvPr/>
        </p:nvPicPr>
        <p:blipFill rotWithShape="1">
          <a:blip r:embed="rId13">
            <a:alphaModFix/>
          </a:blip>
          <a:srcRect l="20548" t="49307" r="16554" b="13484"/>
          <a:stretch/>
        </p:blipFill>
        <p:spPr>
          <a:xfrm rot="10800000">
            <a:off x="722084" y="1144693"/>
            <a:ext cx="1182916" cy="699774"/>
          </a:xfrm>
          <a:prstGeom prst="rect">
            <a:avLst/>
          </a:prstGeom>
          <a:noFill/>
          <a:ln>
            <a:noFill/>
          </a:ln>
        </p:spPr>
      </p:pic>
      <p:pic>
        <p:nvPicPr>
          <p:cNvPr id="732" name="Google Shape;732;p51" descr="Image result for wood bowl"/>
          <p:cNvPicPr preferRelativeResize="0"/>
          <p:nvPr/>
        </p:nvPicPr>
        <p:blipFill rotWithShape="1">
          <a:blip r:embed="rId13">
            <a:alphaModFix/>
          </a:blip>
          <a:srcRect l="20548" t="49307" r="16554" b="13484"/>
          <a:stretch/>
        </p:blipFill>
        <p:spPr>
          <a:xfrm rot="10800000">
            <a:off x="2003509" y="1144694"/>
            <a:ext cx="1182916" cy="699774"/>
          </a:xfrm>
          <a:prstGeom prst="rect">
            <a:avLst/>
          </a:prstGeom>
          <a:noFill/>
          <a:ln>
            <a:noFill/>
          </a:ln>
        </p:spPr>
      </p:pic>
      <p:pic>
        <p:nvPicPr>
          <p:cNvPr id="733" name="Google Shape;733;p51" descr="Image result for wood bowl"/>
          <p:cNvPicPr preferRelativeResize="0"/>
          <p:nvPr/>
        </p:nvPicPr>
        <p:blipFill rotWithShape="1">
          <a:blip r:embed="rId13">
            <a:alphaModFix/>
          </a:blip>
          <a:srcRect l="20548" t="49307" r="16554" b="13484"/>
          <a:stretch/>
        </p:blipFill>
        <p:spPr>
          <a:xfrm rot="10800000">
            <a:off x="3284934" y="1144694"/>
            <a:ext cx="1182916" cy="699774"/>
          </a:xfrm>
          <a:prstGeom prst="rect">
            <a:avLst/>
          </a:prstGeom>
          <a:noFill/>
          <a:ln>
            <a:noFill/>
          </a:ln>
        </p:spPr>
      </p:pic>
      <p:pic>
        <p:nvPicPr>
          <p:cNvPr id="734" name="Google Shape;734;p51" descr="Image result for wood bowl"/>
          <p:cNvPicPr preferRelativeResize="0"/>
          <p:nvPr/>
        </p:nvPicPr>
        <p:blipFill rotWithShape="1">
          <a:blip r:embed="rId13">
            <a:alphaModFix/>
          </a:blip>
          <a:srcRect l="20548" t="49307" r="16554" b="13484"/>
          <a:stretch/>
        </p:blipFill>
        <p:spPr>
          <a:xfrm rot="10800000">
            <a:off x="4566359" y="1144694"/>
            <a:ext cx="1182916" cy="699774"/>
          </a:xfrm>
          <a:prstGeom prst="rect">
            <a:avLst/>
          </a:prstGeom>
          <a:noFill/>
          <a:ln>
            <a:noFill/>
          </a:ln>
        </p:spPr>
      </p:pic>
      <p:pic>
        <p:nvPicPr>
          <p:cNvPr id="735" name="Google Shape;735;p51" descr="Image result for wood bowl"/>
          <p:cNvPicPr preferRelativeResize="0"/>
          <p:nvPr/>
        </p:nvPicPr>
        <p:blipFill rotWithShape="1">
          <a:blip r:embed="rId13">
            <a:alphaModFix/>
          </a:blip>
          <a:srcRect l="20548" t="49307" r="16554" b="13484"/>
          <a:stretch/>
        </p:blipFill>
        <p:spPr>
          <a:xfrm rot="10800000">
            <a:off x="5847784" y="1144694"/>
            <a:ext cx="1182916" cy="699774"/>
          </a:xfrm>
          <a:prstGeom prst="rect">
            <a:avLst/>
          </a:prstGeom>
          <a:noFill/>
          <a:ln>
            <a:noFill/>
          </a:ln>
        </p:spPr>
      </p:pic>
      <p:pic>
        <p:nvPicPr>
          <p:cNvPr id="736" name="Google Shape;736;p51" descr="Image result for wood bowl"/>
          <p:cNvPicPr preferRelativeResize="0"/>
          <p:nvPr/>
        </p:nvPicPr>
        <p:blipFill rotWithShape="1">
          <a:blip r:embed="rId13">
            <a:alphaModFix/>
          </a:blip>
          <a:srcRect l="20548" t="49307" r="16554" b="13484"/>
          <a:stretch/>
        </p:blipFill>
        <p:spPr>
          <a:xfrm rot="10800000">
            <a:off x="7129207" y="1144694"/>
            <a:ext cx="1182916" cy="699774"/>
          </a:xfrm>
          <a:prstGeom prst="rect">
            <a:avLst/>
          </a:prstGeom>
          <a:noFill/>
          <a:ln>
            <a:noFill/>
          </a:ln>
        </p:spPr>
      </p:pic>
      <p:sp>
        <p:nvSpPr>
          <p:cNvPr id="737" name="Google Shape;737;p51"/>
          <p:cNvSpPr txBox="1">
            <a:spLocks noGrp="1"/>
          </p:cNvSpPr>
          <p:nvPr>
            <p:ph type="title" idx="4294967295"/>
          </p:nvPr>
        </p:nvSpPr>
        <p:spPr>
          <a:xfrm>
            <a:off x="457200" y="-10858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U</a:t>
            </a:r>
            <a:endParaRPr/>
          </a:p>
        </p:txBody>
      </p:sp>
      <p:pic>
        <p:nvPicPr>
          <p:cNvPr id="738" name="Google Shape;738;p51" descr="Image result for hogwarts icon">
            <a:hlinkClick r:id="rId14" action="ppaction://hlinksldjump"/>
          </p:cNvPr>
          <p:cNvPicPr preferRelativeResize="0"/>
          <p:nvPr/>
        </p:nvPicPr>
        <p:blipFill rotWithShape="1">
          <a:blip r:embed="rId15">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pic>
        <p:nvPicPr>
          <p:cNvPr id="744" name="Google Shape;744;p52"/>
          <p:cNvPicPr preferRelativeResize="0"/>
          <p:nvPr/>
        </p:nvPicPr>
        <p:blipFill rotWithShape="1">
          <a:blip r:embed="rId3">
            <a:alphaModFix/>
          </a:blip>
          <a:srcRect/>
          <a:stretch/>
        </p:blipFill>
        <p:spPr>
          <a:xfrm>
            <a:off x="-644681" y="-1"/>
            <a:ext cx="10433362" cy="5143502"/>
          </a:xfrm>
          <a:prstGeom prst="rect">
            <a:avLst/>
          </a:prstGeom>
          <a:noFill/>
          <a:ln>
            <a:noFill/>
          </a:ln>
        </p:spPr>
      </p:pic>
      <p:sp>
        <p:nvSpPr>
          <p:cNvPr id="745" name="Google Shape;745;p52"/>
          <p:cNvSpPr txBox="1"/>
          <p:nvPr/>
        </p:nvSpPr>
        <p:spPr>
          <a:xfrm>
            <a:off x="1981200" y="3809821"/>
            <a:ext cx="5181600"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rgbClr val="DDD9C3"/>
                </a:solidFill>
                <a:latin typeface="Arial"/>
                <a:ea typeface="Arial"/>
                <a:cs typeface="Arial"/>
                <a:sym typeface="Arial"/>
              </a:rPr>
              <a:t>You find a hippogriff</a:t>
            </a:r>
            <a:br>
              <a:rPr lang="en-US" sz="3600" b="0" i="0" u="none" strike="noStrike" cap="none">
                <a:solidFill>
                  <a:srgbClr val="DDD9C3"/>
                </a:solidFill>
                <a:latin typeface="Arial"/>
                <a:ea typeface="Arial"/>
                <a:cs typeface="Arial"/>
                <a:sym typeface="Arial"/>
              </a:rPr>
            </a:br>
            <a:r>
              <a:rPr lang="en-US" sz="3600" b="0" i="0" u="none" strike="noStrike" cap="none">
                <a:solidFill>
                  <a:srgbClr val="DDD9C3"/>
                </a:solidFill>
                <a:latin typeface="Arial"/>
                <a:ea typeface="Arial"/>
                <a:cs typeface="Arial"/>
                <a:sym typeface="Arial"/>
              </a:rPr>
              <a:t>in the forest.</a:t>
            </a:r>
            <a:endParaRPr sz="1400" b="0" i="0" u="none" strike="noStrike" cap="none">
              <a:solidFill>
                <a:srgbClr val="000000"/>
              </a:solidFill>
              <a:latin typeface="Arial"/>
              <a:ea typeface="Arial"/>
              <a:cs typeface="Arial"/>
              <a:sym typeface="Arial"/>
            </a:endParaRPr>
          </a:p>
        </p:txBody>
      </p:sp>
      <p:pic>
        <p:nvPicPr>
          <p:cNvPr id="746" name="Google Shape;746;p52">
            <a:hlinkClick r:id="rId4" action="ppaction://hlinksldjump"/>
          </p:cNvPr>
          <p:cNvPicPr preferRelativeResize="0"/>
          <p:nvPr/>
        </p:nvPicPr>
        <p:blipFill rotWithShape="1">
          <a:blip r:embed="rId5">
            <a:alphaModFix/>
          </a:blip>
          <a:srcRect l="11701" t="11122" r="11413" b="25052"/>
          <a:stretch/>
        </p:blipFill>
        <p:spPr>
          <a:xfrm>
            <a:off x="493486" y="3495554"/>
            <a:ext cx="1335314" cy="1365813"/>
          </a:xfrm>
          <a:prstGeom prst="rect">
            <a:avLst/>
          </a:prstGeom>
          <a:noFill/>
          <a:ln>
            <a:noFill/>
          </a:ln>
        </p:spPr>
      </p:pic>
      <p:pic>
        <p:nvPicPr>
          <p:cNvPr id="747" name="Google Shape;747;p52">
            <a:hlinkClick r:id="rId6" action="ppaction://hlinksldjump"/>
          </p:cNvPr>
          <p:cNvPicPr preferRelativeResize="0"/>
          <p:nvPr/>
        </p:nvPicPr>
        <p:blipFill rotWithShape="1">
          <a:blip r:embed="rId7">
            <a:alphaModFix/>
          </a:blip>
          <a:srcRect l="8781" t="11122" r="9536" b="25052"/>
          <a:stretch/>
        </p:blipFill>
        <p:spPr>
          <a:xfrm>
            <a:off x="7391400" y="3495554"/>
            <a:ext cx="1349828" cy="1365813"/>
          </a:xfrm>
          <a:prstGeom prst="rect">
            <a:avLst/>
          </a:prstGeom>
          <a:noFill/>
          <a:ln>
            <a:noFill/>
          </a:ln>
        </p:spPr>
      </p:pic>
      <p:sp>
        <p:nvSpPr>
          <p:cNvPr id="748" name="Google Shape;748;p52"/>
          <p:cNvSpPr txBox="1">
            <a:spLocks noGrp="1"/>
          </p:cNvSpPr>
          <p:nvPr>
            <p:ph type="title" idx="4294967295"/>
          </p:nvPr>
        </p:nvSpPr>
        <p:spPr>
          <a:xfrm>
            <a:off x="457200" y="-10858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W Question</a:t>
            </a:r>
            <a:endParaRPr/>
          </a:p>
        </p:txBody>
      </p:sp>
    </p:spTree>
  </p:cSld>
  <p:clrMapOvr>
    <a:masterClrMapping/>
  </p:clrMapOvr>
  <p:transition spd="slow">
    <p:fade thruBlk="1"/>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pic>
        <p:nvPicPr>
          <p:cNvPr id="754" name="Google Shape;754;p53"/>
          <p:cNvPicPr preferRelativeResize="0"/>
          <p:nvPr/>
        </p:nvPicPr>
        <p:blipFill rotWithShape="1">
          <a:blip r:embed="rId3">
            <a:alphaModFix/>
          </a:blip>
          <a:srcRect/>
          <a:stretch/>
        </p:blipFill>
        <p:spPr>
          <a:xfrm>
            <a:off x="-304800" y="-12519"/>
            <a:ext cx="12358997" cy="5156019"/>
          </a:xfrm>
          <a:prstGeom prst="rect">
            <a:avLst/>
          </a:prstGeom>
          <a:noFill/>
          <a:ln>
            <a:noFill/>
          </a:ln>
        </p:spPr>
      </p:pic>
      <p:sp>
        <p:nvSpPr>
          <p:cNvPr id="755" name="Google Shape;755;p53"/>
          <p:cNvSpPr txBox="1"/>
          <p:nvPr/>
        </p:nvSpPr>
        <p:spPr>
          <a:xfrm>
            <a:off x="228600" y="2555300"/>
            <a:ext cx="3095748"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rgbClr val="DDD9C3"/>
                </a:solidFill>
                <a:latin typeface="Arial"/>
                <a:ea typeface="Arial"/>
                <a:cs typeface="Arial"/>
                <a:sym typeface="Arial"/>
              </a:rPr>
              <a:t>It sees you </a:t>
            </a:r>
            <a:br>
              <a:rPr lang="en-US" sz="3600" b="0" i="0" u="none" strike="noStrike" cap="none">
                <a:solidFill>
                  <a:srgbClr val="DDD9C3"/>
                </a:solidFill>
                <a:latin typeface="Arial"/>
                <a:ea typeface="Arial"/>
                <a:cs typeface="Arial"/>
                <a:sym typeface="Arial"/>
              </a:rPr>
            </a:br>
            <a:r>
              <a:rPr lang="en-US" sz="3600" b="0" i="0" u="none" strike="noStrike" cap="none">
                <a:solidFill>
                  <a:srgbClr val="DDD9C3"/>
                </a:solidFill>
                <a:latin typeface="Arial"/>
                <a:ea typeface="Arial"/>
                <a:cs typeface="Arial"/>
                <a:sym typeface="Arial"/>
              </a:rPr>
              <a:t>as a friend!</a:t>
            </a:r>
            <a:endParaRPr sz="1400" b="0" i="0" u="none" strike="noStrike" cap="none">
              <a:solidFill>
                <a:srgbClr val="000000"/>
              </a:solidFill>
              <a:latin typeface="Arial"/>
              <a:ea typeface="Arial"/>
              <a:cs typeface="Arial"/>
              <a:sym typeface="Arial"/>
            </a:endParaRPr>
          </a:p>
        </p:txBody>
      </p:sp>
      <p:pic>
        <p:nvPicPr>
          <p:cNvPr id="756" name="Google Shape;756;p53"/>
          <p:cNvPicPr preferRelativeResize="0"/>
          <p:nvPr/>
        </p:nvPicPr>
        <p:blipFill rotWithShape="1">
          <a:blip r:embed="rId4">
            <a:alphaModFix/>
          </a:blip>
          <a:srcRect l="19247" t="24739" r="29600" b="36554"/>
          <a:stretch/>
        </p:blipFill>
        <p:spPr>
          <a:xfrm>
            <a:off x="892876" y="3638550"/>
            <a:ext cx="1343892" cy="1191491"/>
          </a:xfrm>
          <a:prstGeom prst="rect">
            <a:avLst/>
          </a:prstGeom>
          <a:noFill/>
          <a:ln>
            <a:noFill/>
          </a:ln>
        </p:spPr>
      </p:pic>
      <p:sp>
        <p:nvSpPr>
          <p:cNvPr id="757" name="Google Shape;757;p53"/>
          <p:cNvSpPr txBox="1">
            <a:spLocks noGrp="1"/>
          </p:cNvSpPr>
          <p:nvPr>
            <p:ph type="title" idx="4294967295"/>
          </p:nvPr>
        </p:nvSpPr>
        <p:spPr>
          <a:xfrm>
            <a:off x="457200" y="-10858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W - A</a:t>
            </a:r>
            <a:endParaRPr/>
          </a:p>
        </p:txBody>
      </p:sp>
      <p:pic>
        <p:nvPicPr>
          <p:cNvPr id="758" name="Google Shape;758;p53" descr="Image result for hogwarts icon">
            <a:hlinkClick r:id="rId5" action="ppaction://hlinksldjump"/>
          </p:cNvPr>
          <p:cNvPicPr preferRelativeResize="0"/>
          <p:nvPr/>
        </p:nvPicPr>
        <p:blipFill rotWithShape="1">
          <a:blip r:embed="rId6">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pic>
        <p:nvPicPr>
          <p:cNvPr id="764" name="Google Shape;764;p54"/>
          <p:cNvPicPr preferRelativeResize="0"/>
          <p:nvPr/>
        </p:nvPicPr>
        <p:blipFill rotWithShape="1">
          <a:blip r:embed="rId3">
            <a:alphaModFix/>
          </a:blip>
          <a:srcRect/>
          <a:stretch/>
        </p:blipFill>
        <p:spPr>
          <a:xfrm>
            <a:off x="-2146866" y="0"/>
            <a:ext cx="13437732" cy="5143500"/>
          </a:xfrm>
          <a:prstGeom prst="rect">
            <a:avLst/>
          </a:prstGeom>
          <a:noFill/>
          <a:ln>
            <a:noFill/>
          </a:ln>
        </p:spPr>
      </p:pic>
      <p:sp>
        <p:nvSpPr>
          <p:cNvPr id="765" name="Google Shape;765;p54"/>
          <p:cNvSpPr txBox="1"/>
          <p:nvPr/>
        </p:nvSpPr>
        <p:spPr>
          <a:xfrm>
            <a:off x="1905000" y="3790950"/>
            <a:ext cx="3484420"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rgbClr val="DDD9C3"/>
                </a:solidFill>
                <a:latin typeface="Arial"/>
                <a:ea typeface="Arial"/>
                <a:cs typeface="Arial"/>
                <a:sym typeface="Arial"/>
              </a:rPr>
              <a:t>It sees you </a:t>
            </a:r>
            <a:br>
              <a:rPr lang="en-US" sz="3600" b="0" i="0" u="none" strike="noStrike" cap="none">
                <a:solidFill>
                  <a:srgbClr val="DDD9C3"/>
                </a:solidFill>
                <a:latin typeface="Arial"/>
                <a:ea typeface="Arial"/>
                <a:cs typeface="Arial"/>
                <a:sym typeface="Arial"/>
              </a:rPr>
            </a:br>
            <a:r>
              <a:rPr lang="en-US" sz="3600" b="0" i="0" u="none" strike="noStrike" cap="none">
                <a:solidFill>
                  <a:srgbClr val="DDD9C3"/>
                </a:solidFill>
                <a:latin typeface="Arial"/>
                <a:ea typeface="Arial"/>
                <a:cs typeface="Arial"/>
                <a:sym typeface="Arial"/>
              </a:rPr>
              <a:t>as an enemy!</a:t>
            </a:r>
            <a:endParaRPr sz="1400" b="0" i="0" u="none" strike="noStrike" cap="none">
              <a:solidFill>
                <a:srgbClr val="000000"/>
              </a:solidFill>
              <a:latin typeface="Arial"/>
              <a:ea typeface="Arial"/>
              <a:cs typeface="Arial"/>
              <a:sym typeface="Arial"/>
            </a:endParaRPr>
          </a:p>
        </p:txBody>
      </p:sp>
      <p:pic>
        <p:nvPicPr>
          <p:cNvPr id="766" name="Google Shape;766;p54"/>
          <p:cNvPicPr preferRelativeResize="0"/>
          <p:nvPr/>
        </p:nvPicPr>
        <p:blipFill rotWithShape="1">
          <a:blip r:embed="rId4">
            <a:alphaModFix/>
          </a:blip>
          <a:srcRect l="21864" t="21863" r="28533" b="35070"/>
          <a:stretch/>
        </p:blipFill>
        <p:spPr>
          <a:xfrm>
            <a:off x="5029200" y="3665629"/>
            <a:ext cx="1339418" cy="1325649"/>
          </a:xfrm>
          <a:prstGeom prst="rect">
            <a:avLst/>
          </a:prstGeom>
          <a:noFill/>
          <a:ln>
            <a:noFill/>
          </a:ln>
        </p:spPr>
      </p:pic>
      <p:sp>
        <p:nvSpPr>
          <p:cNvPr id="767" name="Google Shape;767;p54"/>
          <p:cNvSpPr txBox="1">
            <a:spLocks noGrp="1"/>
          </p:cNvSpPr>
          <p:nvPr>
            <p:ph type="title" idx="4294967295"/>
          </p:nvPr>
        </p:nvSpPr>
        <p:spPr>
          <a:xfrm>
            <a:off x="457200" y="-10096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W - B</a:t>
            </a:r>
            <a:endParaRPr/>
          </a:p>
        </p:txBody>
      </p:sp>
      <p:pic>
        <p:nvPicPr>
          <p:cNvPr id="768" name="Google Shape;768;p54" descr="Image result for hogwarts icon">
            <a:hlinkClick r:id="rId5" action="ppaction://hlinksldjump"/>
          </p:cNvPr>
          <p:cNvPicPr preferRelativeResize="0"/>
          <p:nvPr/>
        </p:nvPicPr>
        <p:blipFill rotWithShape="1">
          <a:blip r:embed="rId6">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73"/>
        <p:cNvGrpSpPr/>
        <p:nvPr/>
      </p:nvGrpSpPr>
      <p:grpSpPr>
        <a:xfrm>
          <a:off x="0" y="0"/>
          <a:ext cx="0" cy="0"/>
          <a:chOff x="0" y="0"/>
          <a:chExt cx="0" cy="0"/>
        </a:xfrm>
      </p:grpSpPr>
      <p:pic>
        <p:nvPicPr>
          <p:cNvPr id="774" name="Google Shape;774;p56"/>
          <p:cNvPicPr preferRelativeResize="0"/>
          <p:nvPr/>
        </p:nvPicPr>
        <p:blipFill rotWithShape="1">
          <a:blip r:embed="rId4">
            <a:alphaModFix/>
          </a:blip>
          <a:srcRect/>
          <a:stretch/>
        </p:blipFill>
        <p:spPr>
          <a:xfrm>
            <a:off x="-507744" y="-476250"/>
            <a:ext cx="5995728" cy="5951826"/>
          </a:xfrm>
          <a:prstGeom prst="rect">
            <a:avLst/>
          </a:prstGeom>
          <a:noFill/>
          <a:ln>
            <a:noFill/>
          </a:ln>
        </p:spPr>
      </p:pic>
      <p:pic>
        <p:nvPicPr>
          <p:cNvPr id="775" name="Google Shape;775;p56" descr="Image result for harry on broom"/>
          <p:cNvPicPr preferRelativeResize="0"/>
          <p:nvPr/>
        </p:nvPicPr>
        <p:blipFill rotWithShape="1">
          <a:blip r:embed="rId5">
            <a:alphaModFix/>
          </a:blip>
          <a:srcRect/>
          <a:stretch/>
        </p:blipFill>
        <p:spPr>
          <a:xfrm rot="565057">
            <a:off x="4336471" y="1129048"/>
            <a:ext cx="6202456" cy="4114800"/>
          </a:xfrm>
          <a:prstGeom prst="rect">
            <a:avLst/>
          </a:prstGeom>
          <a:noFill/>
          <a:ln>
            <a:noFill/>
          </a:ln>
        </p:spPr>
      </p:pic>
      <p:sp>
        <p:nvSpPr>
          <p:cNvPr id="776" name="Google Shape;776;p56"/>
          <p:cNvSpPr txBox="1"/>
          <p:nvPr/>
        </p:nvSpPr>
        <p:spPr>
          <a:xfrm>
            <a:off x="4038600" y="388263"/>
            <a:ext cx="4876800" cy="43088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200"/>
              <a:buFont typeface="Arial"/>
              <a:buNone/>
            </a:pPr>
            <a:r>
              <a:rPr lang="en-US" sz="2200" b="1" i="0" u="none" strike="noStrike" cap="none">
                <a:solidFill>
                  <a:srgbClr val="DDD9C3"/>
                </a:solidFill>
                <a:latin typeface="Arial"/>
                <a:ea typeface="Arial"/>
                <a:cs typeface="Arial"/>
                <a:sym typeface="Arial"/>
              </a:rPr>
              <a:t>Catch the golden snitch for 10pts!</a:t>
            </a:r>
            <a:endParaRPr sz="1400" b="0" i="0" u="none" strike="noStrike" cap="none">
              <a:solidFill>
                <a:srgbClr val="000000"/>
              </a:solidFill>
              <a:latin typeface="Arial"/>
              <a:ea typeface="Arial"/>
              <a:cs typeface="Arial"/>
              <a:sym typeface="Arial"/>
            </a:endParaRPr>
          </a:p>
        </p:txBody>
      </p:sp>
      <p:sp>
        <p:nvSpPr>
          <p:cNvPr id="777" name="Google Shape;777;p56"/>
          <p:cNvSpPr txBox="1">
            <a:spLocks noGrp="1"/>
          </p:cNvSpPr>
          <p:nvPr>
            <p:ph type="title" idx="4294967295"/>
          </p:nvPr>
        </p:nvSpPr>
        <p:spPr>
          <a:xfrm>
            <a:off x="457200" y="-10096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B, K, Q, V</a:t>
            </a:r>
            <a:endParaRPr/>
          </a:p>
        </p:txBody>
      </p:sp>
      <p:pic>
        <p:nvPicPr>
          <p:cNvPr id="778" name="Google Shape;778;p56" descr="Image result for hogwarts icon">
            <a:hlinkClick r:id="rId6" action="ppaction://hlinksldjump"/>
          </p:cNvPr>
          <p:cNvPicPr preferRelativeResize="0"/>
          <p:nvPr/>
        </p:nvPicPr>
        <p:blipFill rotWithShape="1">
          <a:blip r:embed="rId7">
            <a:alphaModFix/>
          </a:blip>
          <a:srcRect/>
          <a:stretch/>
        </p:blipFill>
        <p:spPr>
          <a:xfrm>
            <a:off x="8665090" y="4698868"/>
            <a:ext cx="311282" cy="311282"/>
          </a:xfrm>
          <a:prstGeom prst="rect">
            <a:avLst/>
          </a:prstGeom>
          <a:noFill/>
          <a:ln>
            <a:noFill/>
          </a:ln>
        </p:spPr>
      </p:pic>
      <p:sp>
        <p:nvSpPr>
          <p:cNvPr id="779" name="Google Shape;779;p56"/>
          <p:cNvSpPr/>
          <p:nvPr/>
        </p:nvSpPr>
        <p:spPr>
          <a:xfrm>
            <a:off x="-61946" y="71404"/>
            <a:ext cx="4993680" cy="4993680"/>
          </a:xfrm>
          <a:prstGeom prst="pie">
            <a:avLst>
              <a:gd name="adj1" fmla="val 14731141"/>
              <a:gd name="adj2" fmla="val 16200000"/>
            </a:avLst>
          </a:prstGeom>
          <a:solidFill>
            <a:srgbClr val="FFFFFF">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0" name="Google Shape;780;p56"/>
          <p:cNvSpPr/>
          <p:nvPr/>
        </p:nvSpPr>
        <p:spPr>
          <a:xfrm>
            <a:off x="-40680" y="92670"/>
            <a:ext cx="4993680" cy="4993680"/>
          </a:xfrm>
          <a:prstGeom prst="pie">
            <a:avLst>
              <a:gd name="adj1" fmla="val 13016881"/>
              <a:gd name="adj2" fmla="val 14729193"/>
            </a:avLst>
          </a:prstGeom>
          <a:solidFill>
            <a:srgbClr val="FFFFFF">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1" name="Google Shape;781;p56"/>
          <p:cNvSpPr/>
          <p:nvPr/>
        </p:nvSpPr>
        <p:spPr>
          <a:xfrm>
            <a:off x="-51313" y="71404"/>
            <a:ext cx="4993680" cy="4993680"/>
          </a:xfrm>
          <a:prstGeom prst="pie">
            <a:avLst>
              <a:gd name="adj1" fmla="val 11207155"/>
              <a:gd name="adj2" fmla="val 13057019"/>
            </a:avLst>
          </a:prstGeom>
          <a:solidFill>
            <a:srgbClr val="FFFFFF">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2" name="Google Shape;782;p56"/>
          <p:cNvSpPr/>
          <p:nvPr/>
        </p:nvSpPr>
        <p:spPr>
          <a:xfrm>
            <a:off x="-51313" y="60771"/>
            <a:ext cx="4993680" cy="4993680"/>
          </a:xfrm>
          <a:prstGeom prst="pie">
            <a:avLst>
              <a:gd name="adj1" fmla="val 9633659"/>
              <a:gd name="adj2" fmla="val 11219078"/>
            </a:avLst>
          </a:prstGeom>
          <a:solidFill>
            <a:srgbClr val="FFFFFF">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3" name="Google Shape;783;p56"/>
          <p:cNvSpPr/>
          <p:nvPr/>
        </p:nvSpPr>
        <p:spPr>
          <a:xfrm>
            <a:off x="-61946" y="50138"/>
            <a:ext cx="4993680" cy="4993680"/>
          </a:xfrm>
          <a:prstGeom prst="pie">
            <a:avLst>
              <a:gd name="adj1" fmla="val 7802604"/>
              <a:gd name="adj2" fmla="val 9692033"/>
            </a:avLst>
          </a:prstGeom>
          <a:solidFill>
            <a:srgbClr val="FFFFFF">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4" name="Google Shape;784;p56"/>
          <p:cNvSpPr/>
          <p:nvPr/>
        </p:nvSpPr>
        <p:spPr>
          <a:xfrm>
            <a:off x="-72579" y="39505"/>
            <a:ext cx="4993680" cy="4993680"/>
          </a:xfrm>
          <a:prstGeom prst="pie">
            <a:avLst>
              <a:gd name="adj1" fmla="val 6211351"/>
              <a:gd name="adj2" fmla="val 7825586"/>
            </a:avLst>
          </a:prstGeom>
          <a:solidFill>
            <a:srgbClr val="FFFFFF">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5" name="Google Shape;785;p56"/>
          <p:cNvSpPr/>
          <p:nvPr/>
        </p:nvSpPr>
        <p:spPr>
          <a:xfrm>
            <a:off x="-72579" y="7606"/>
            <a:ext cx="4993680" cy="4993680"/>
          </a:xfrm>
          <a:prstGeom prst="pie">
            <a:avLst>
              <a:gd name="adj1" fmla="val 4193332"/>
              <a:gd name="adj2" fmla="val 6276380"/>
            </a:avLst>
          </a:prstGeom>
          <a:solidFill>
            <a:srgbClr val="FFFFFF">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6" name="Google Shape;786;p56"/>
          <p:cNvSpPr/>
          <p:nvPr/>
        </p:nvSpPr>
        <p:spPr>
          <a:xfrm>
            <a:off x="-61946" y="50138"/>
            <a:ext cx="4993680" cy="4993680"/>
          </a:xfrm>
          <a:prstGeom prst="pie">
            <a:avLst>
              <a:gd name="adj1" fmla="val 2473775"/>
              <a:gd name="adj2" fmla="val 4244731"/>
            </a:avLst>
          </a:prstGeom>
          <a:solidFill>
            <a:srgbClr val="FFFFFF">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7" name="Google Shape;787;p56"/>
          <p:cNvSpPr/>
          <p:nvPr/>
        </p:nvSpPr>
        <p:spPr>
          <a:xfrm>
            <a:off x="-61946" y="50138"/>
            <a:ext cx="4993680" cy="4993680"/>
          </a:xfrm>
          <a:prstGeom prst="pie">
            <a:avLst>
              <a:gd name="adj1" fmla="val 812988"/>
              <a:gd name="adj2" fmla="val 2525879"/>
            </a:avLst>
          </a:prstGeom>
          <a:solidFill>
            <a:srgbClr val="FFFFFF">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8" name="Google Shape;788;p56"/>
          <p:cNvSpPr/>
          <p:nvPr/>
        </p:nvSpPr>
        <p:spPr>
          <a:xfrm>
            <a:off x="-93845" y="50138"/>
            <a:ext cx="4993680" cy="4993680"/>
          </a:xfrm>
          <a:prstGeom prst="pie">
            <a:avLst>
              <a:gd name="adj1" fmla="val 20854368"/>
              <a:gd name="adj2" fmla="val 878621"/>
            </a:avLst>
          </a:prstGeom>
          <a:solidFill>
            <a:srgbClr val="FFFFFF">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9" name="Google Shape;789;p56"/>
          <p:cNvSpPr/>
          <p:nvPr/>
        </p:nvSpPr>
        <p:spPr>
          <a:xfrm>
            <a:off x="-61946" y="50138"/>
            <a:ext cx="4993680" cy="4993680"/>
          </a:xfrm>
          <a:prstGeom prst="pie">
            <a:avLst>
              <a:gd name="adj1" fmla="val 19127233"/>
              <a:gd name="adj2" fmla="val 20892450"/>
            </a:avLst>
          </a:prstGeom>
          <a:solidFill>
            <a:srgbClr val="FFFFFF">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90" name="Google Shape;790;p56"/>
          <p:cNvSpPr/>
          <p:nvPr/>
        </p:nvSpPr>
        <p:spPr>
          <a:xfrm>
            <a:off x="-72579" y="71404"/>
            <a:ext cx="4993680" cy="4993680"/>
          </a:xfrm>
          <a:prstGeom prst="pie">
            <a:avLst>
              <a:gd name="adj1" fmla="val 17661212"/>
              <a:gd name="adj2" fmla="val 19151085"/>
            </a:avLst>
          </a:prstGeom>
          <a:solidFill>
            <a:srgbClr val="FFFFFF">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91" name="Google Shape;791;p56"/>
          <p:cNvSpPr/>
          <p:nvPr/>
        </p:nvSpPr>
        <p:spPr>
          <a:xfrm>
            <a:off x="-72579" y="82037"/>
            <a:ext cx="4993680" cy="4993680"/>
          </a:xfrm>
          <a:prstGeom prst="pie">
            <a:avLst>
              <a:gd name="adj1" fmla="val 16155007"/>
              <a:gd name="adj2" fmla="val 17707494"/>
            </a:avLst>
          </a:prstGeom>
          <a:solidFill>
            <a:srgbClr val="FFFFFF">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3000" fill="hold"/>
                                        <p:tgtEl>
                                          <p:spTgt spid="774"/>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8" presetClass="emph" presetSubtype="0" fill="hold" nodeType="clickEffect">
                                  <p:stCondLst>
                                    <p:cond delay="0"/>
                                  </p:stCondLst>
                                  <p:childTnLst>
                                    <p:animRot by="-21600000">
                                      <p:cBhvr>
                                        <p:cTn id="10" dur="3000" fill="hold"/>
                                        <p:tgtEl>
                                          <p:spTgt spid="774"/>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8" presetClass="emph" presetSubtype="0" fill="hold" nodeType="clickEffect">
                                  <p:stCondLst>
                                    <p:cond delay="0"/>
                                  </p:stCondLst>
                                  <p:childTnLst>
                                    <p:animRot by="-21600000">
                                      <p:cBhvr>
                                        <p:cTn id="14" dur="3000" fill="hold"/>
                                        <p:tgtEl>
                                          <p:spTgt spid="774"/>
                                        </p:tgtEl>
                                        <p:attrNameLst>
                                          <p:attrName>r</p:attrName>
                                        </p:attrNameLst>
                                      </p:cBhvr>
                                    </p:animRot>
                                  </p:childTnLst>
                                </p:cTn>
                              </p:par>
                            </p:childTnLst>
                          </p:cTn>
                        </p:par>
                      </p:childTnLst>
                    </p:cTn>
                  </p:par>
                  <p:par>
                    <p:cTn id="15" fill="hold">
                      <p:stCondLst>
                        <p:cond delay="indefinite"/>
                      </p:stCondLst>
                      <p:childTnLst>
                        <p:par>
                          <p:cTn id="16" fill="hold">
                            <p:stCondLst>
                              <p:cond delay="0"/>
                            </p:stCondLst>
                            <p:childTnLst>
                              <p:par>
                                <p:cTn id="17" presetID="8" presetClass="emph" presetSubtype="0" fill="hold" nodeType="clickEffect">
                                  <p:stCondLst>
                                    <p:cond delay="0"/>
                                  </p:stCondLst>
                                  <p:childTnLst>
                                    <p:animRot by="-21600000">
                                      <p:cBhvr>
                                        <p:cTn id="18" dur="3000" fill="hold"/>
                                        <p:tgtEl>
                                          <p:spTgt spid="774"/>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8" presetClass="emph" presetSubtype="0" fill="hold" nodeType="clickEffect">
                                  <p:stCondLst>
                                    <p:cond delay="0"/>
                                  </p:stCondLst>
                                  <p:childTnLst>
                                    <p:animRot by="-21600000">
                                      <p:cBhvr>
                                        <p:cTn id="22" dur="3000" fill="hold"/>
                                        <p:tgtEl>
                                          <p:spTgt spid="774"/>
                                        </p:tgtEl>
                                        <p:attrNameLst>
                                          <p:attrName>r</p:attrName>
                                        </p:attrNameLst>
                                      </p:cBhvr>
                                    </p:animRot>
                                  </p:childTnLst>
                                </p:cTn>
                              </p:par>
                            </p:childTnLst>
                          </p:cTn>
                        </p:par>
                      </p:childTnLst>
                    </p:cTn>
                  </p:par>
                  <p:par>
                    <p:cTn id="23" fill="hold">
                      <p:stCondLst>
                        <p:cond delay="indefinite"/>
                      </p:stCondLst>
                      <p:childTnLst>
                        <p:par>
                          <p:cTn id="24" fill="hold">
                            <p:stCondLst>
                              <p:cond delay="0"/>
                            </p:stCondLst>
                            <p:childTnLst>
                              <p:par>
                                <p:cTn id="25" presetID="8" presetClass="emph" presetSubtype="0" fill="hold" nodeType="clickEffect">
                                  <p:stCondLst>
                                    <p:cond delay="0"/>
                                  </p:stCondLst>
                                  <p:childTnLst>
                                    <p:animRot by="-21600000">
                                      <p:cBhvr>
                                        <p:cTn id="26" dur="3000" fill="hold"/>
                                        <p:tgtEl>
                                          <p:spTgt spid="774"/>
                                        </p:tgtEl>
                                        <p:attrNameLst>
                                          <p:attrName>r</p:attrName>
                                        </p:attrNameLst>
                                      </p:cBhvr>
                                    </p:animRot>
                                  </p:childTnLst>
                                </p:cTn>
                              </p:par>
                            </p:childTnLst>
                          </p:cTn>
                        </p:par>
                      </p:childTnLst>
                    </p:cTn>
                  </p:par>
                  <p:par>
                    <p:cTn id="27" fill="hold">
                      <p:stCondLst>
                        <p:cond delay="indefinite"/>
                      </p:stCondLst>
                      <p:childTnLst>
                        <p:par>
                          <p:cTn id="28" fill="hold">
                            <p:stCondLst>
                              <p:cond delay="0"/>
                            </p:stCondLst>
                            <p:childTnLst>
                              <p:par>
                                <p:cTn id="29" presetID="8" presetClass="emph" presetSubtype="0" fill="hold" nodeType="clickEffect">
                                  <p:stCondLst>
                                    <p:cond delay="0"/>
                                  </p:stCondLst>
                                  <p:childTnLst>
                                    <p:animRot by="-21600000">
                                      <p:cBhvr>
                                        <p:cTn id="30" dur="3000" fill="hold"/>
                                        <p:tgtEl>
                                          <p:spTgt spid="774"/>
                                        </p:tgtEl>
                                        <p:attrNameLst>
                                          <p:attrName>r</p:attrName>
                                        </p:attrNameLst>
                                      </p:cBhvr>
                                    </p:animRot>
                                  </p:childTnLst>
                                </p:cTn>
                              </p:par>
                            </p:childTnLst>
                          </p:cTn>
                        </p:par>
                      </p:childTnLst>
                    </p:cTn>
                  </p:par>
                  <p:par>
                    <p:cTn id="31" fill="hold">
                      <p:stCondLst>
                        <p:cond delay="indefinite"/>
                      </p:stCondLst>
                      <p:childTnLst>
                        <p:par>
                          <p:cTn id="32" fill="hold">
                            <p:stCondLst>
                              <p:cond delay="0"/>
                            </p:stCondLst>
                            <p:childTnLst>
                              <p:par>
                                <p:cTn id="33" presetID="8" presetClass="emph" presetSubtype="0" fill="hold" nodeType="clickEffect">
                                  <p:stCondLst>
                                    <p:cond delay="0"/>
                                  </p:stCondLst>
                                  <p:childTnLst>
                                    <p:animRot by="-21600000">
                                      <p:cBhvr>
                                        <p:cTn id="34" dur="3000" fill="hold"/>
                                        <p:tgtEl>
                                          <p:spTgt spid="774"/>
                                        </p:tgtEl>
                                        <p:attrNameLst>
                                          <p:attrName>r</p:attrName>
                                        </p:attrNameLst>
                                      </p:cBhvr>
                                    </p:animRot>
                                  </p:childTnLst>
                                </p:cTn>
                              </p:par>
                            </p:childTnLst>
                          </p:cTn>
                        </p:par>
                      </p:childTnLst>
                    </p:cTn>
                  </p:par>
                  <p:par>
                    <p:cTn id="35" fill="hold">
                      <p:stCondLst>
                        <p:cond delay="indefinite"/>
                      </p:stCondLst>
                      <p:childTnLst>
                        <p:par>
                          <p:cTn id="36" fill="hold">
                            <p:stCondLst>
                              <p:cond delay="0"/>
                            </p:stCondLst>
                            <p:childTnLst>
                              <p:par>
                                <p:cTn id="37" presetID="8" presetClass="emph" presetSubtype="0" fill="hold" nodeType="clickEffect">
                                  <p:stCondLst>
                                    <p:cond delay="0"/>
                                  </p:stCondLst>
                                  <p:childTnLst>
                                    <p:animRot by="-21600000">
                                      <p:cBhvr>
                                        <p:cTn id="38" dur="3000" fill="hold"/>
                                        <p:tgtEl>
                                          <p:spTgt spid="774"/>
                                        </p:tgtEl>
                                        <p:attrNameLst>
                                          <p:attrName>r</p:attrName>
                                        </p:attrNameLst>
                                      </p:cBhvr>
                                    </p:animRot>
                                  </p:childTnLst>
                                </p:cTn>
                              </p:par>
                            </p:childTnLst>
                          </p:cTn>
                        </p:par>
                      </p:childTnLst>
                    </p:cTn>
                  </p:par>
                  <p:par>
                    <p:cTn id="39" fill="hold">
                      <p:stCondLst>
                        <p:cond delay="indefinite"/>
                      </p:stCondLst>
                      <p:childTnLst>
                        <p:par>
                          <p:cTn id="40" fill="hold">
                            <p:stCondLst>
                              <p:cond delay="0"/>
                            </p:stCondLst>
                            <p:childTnLst>
                              <p:par>
                                <p:cTn id="41" presetID="8" presetClass="emph" presetSubtype="0" fill="hold" nodeType="clickEffect">
                                  <p:stCondLst>
                                    <p:cond delay="0"/>
                                  </p:stCondLst>
                                  <p:childTnLst>
                                    <p:animRot by="-21600000">
                                      <p:cBhvr>
                                        <p:cTn id="42" dur="3000" fill="hold"/>
                                        <p:tgtEl>
                                          <p:spTgt spid="774"/>
                                        </p:tgtEl>
                                        <p:attrNameLst>
                                          <p:attrName>r</p:attrName>
                                        </p:attrNameLst>
                                      </p:cBhvr>
                                    </p:animRot>
                                  </p:childTnLst>
                                </p:cTn>
                              </p:par>
                            </p:childTnLst>
                          </p:cTn>
                        </p:par>
                      </p:childTnLst>
                    </p:cTn>
                  </p:par>
                  <p:par>
                    <p:cTn id="43" fill="hold">
                      <p:stCondLst>
                        <p:cond delay="indefinite"/>
                      </p:stCondLst>
                      <p:childTnLst>
                        <p:par>
                          <p:cTn id="44" fill="hold">
                            <p:stCondLst>
                              <p:cond delay="0"/>
                            </p:stCondLst>
                            <p:childTnLst>
                              <p:par>
                                <p:cTn id="45" presetID="8" presetClass="emph" presetSubtype="0" fill="hold" nodeType="clickEffect">
                                  <p:stCondLst>
                                    <p:cond delay="0"/>
                                  </p:stCondLst>
                                  <p:childTnLst>
                                    <p:animRot by="-21600000">
                                      <p:cBhvr>
                                        <p:cTn id="46" dur="3000" fill="hold"/>
                                        <p:tgtEl>
                                          <p:spTgt spid="774"/>
                                        </p:tgtEl>
                                        <p:attrNameLst>
                                          <p:attrName>r</p:attrName>
                                        </p:attrNameLst>
                                      </p:cBhvr>
                                    </p:animRot>
                                  </p:childTnLst>
                                </p:cTn>
                              </p:par>
                            </p:childTnLst>
                          </p:cTn>
                        </p:par>
                      </p:childTnLst>
                    </p:cTn>
                  </p:par>
                  <p:par>
                    <p:cTn id="47" fill="hold">
                      <p:stCondLst>
                        <p:cond delay="indefinite"/>
                      </p:stCondLst>
                      <p:childTnLst>
                        <p:par>
                          <p:cTn id="48" fill="hold">
                            <p:stCondLst>
                              <p:cond delay="0"/>
                            </p:stCondLst>
                            <p:childTnLst>
                              <p:par>
                                <p:cTn id="49" presetID="8" presetClass="emph" presetSubtype="0" fill="hold" nodeType="clickEffect">
                                  <p:stCondLst>
                                    <p:cond delay="0"/>
                                  </p:stCondLst>
                                  <p:childTnLst>
                                    <p:animRot by="-21600000">
                                      <p:cBhvr>
                                        <p:cTn id="50" dur="3000" fill="hold"/>
                                        <p:tgtEl>
                                          <p:spTgt spid="774"/>
                                        </p:tgtEl>
                                        <p:attrNameLst>
                                          <p:attrName>r</p:attrName>
                                        </p:attrNameLst>
                                      </p:cBhvr>
                                    </p:animRot>
                                  </p:childTnLst>
                                </p:cTn>
                              </p:par>
                            </p:childTnLst>
                          </p:cTn>
                        </p:par>
                      </p:childTnLst>
                    </p:cTn>
                  </p:par>
                  <p:par>
                    <p:cTn id="51" fill="hold">
                      <p:stCondLst>
                        <p:cond delay="indefinite"/>
                      </p:stCondLst>
                      <p:childTnLst>
                        <p:par>
                          <p:cTn id="52" fill="hold">
                            <p:stCondLst>
                              <p:cond delay="0"/>
                            </p:stCondLst>
                            <p:childTnLst>
                              <p:par>
                                <p:cTn id="53" presetID="8" presetClass="emph" presetSubtype="0" fill="hold" nodeType="clickEffect">
                                  <p:stCondLst>
                                    <p:cond delay="0"/>
                                  </p:stCondLst>
                                  <p:childTnLst>
                                    <p:animRot by="-21600000">
                                      <p:cBhvr>
                                        <p:cTn id="54" dur="3000" fill="hold"/>
                                        <p:tgtEl>
                                          <p:spTgt spid="774"/>
                                        </p:tgtEl>
                                        <p:attrNameLst>
                                          <p:attrName>r</p:attrName>
                                        </p:attrNameLst>
                                      </p:cBhvr>
                                    </p:animRot>
                                  </p:childTnLst>
                                </p:cTn>
                              </p:par>
                            </p:childTnLst>
                          </p:cTn>
                        </p:par>
                      </p:childTnLst>
                    </p:cTn>
                  </p:par>
                  <p:par>
                    <p:cTn id="55" fill="hold">
                      <p:stCondLst>
                        <p:cond delay="indefinite"/>
                      </p:stCondLst>
                      <p:childTnLst>
                        <p:par>
                          <p:cTn id="56" fill="hold">
                            <p:stCondLst>
                              <p:cond delay="0"/>
                            </p:stCondLst>
                            <p:childTnLst>
                              <p:par>
                                <p:cTn id="57" presetID="8" presetClass="emph" presetSubtype="0" fill="hold" nodeType="clickEffect">
                                  <p:stCondLst>
                                    <p:cond delay="0"/>
                                  </p:stCondLst>
                                  <p:childTnLst>
                                    <p:animRot by="-21600000">
                                      <p:cBhvr>
                                        <p:cTn id="58" dur="3000" fill="hold"/>
                                        <p:tgtEl>
                                          <p:spTgt spid="774"/>
                                        </p:tgtEl>
                                        <p:attrNameLst>
                                          <p:attrName>r</p:attrName>
                                        </p:attrNameLst>
                                      </p:cBhvr>
                                    </p:animRot>
                                  </p:childTnLst>
                                </p:cTn>
                              </p:par>
                            </p:childTnLst>
                          </p:cTn>
                        </p:par>
                      </p:childTnLst>
                    </p:cTn>
                  </p:par>
                  <p:par>
                    <p:cTn id="59" fill="hold">
                      <p:stCondLst>
                        <p:cond delay="indefinite"/>
                      </p:stCondLst>
                      <p:childTnLst>
                        <p:par>
                          <p:cTn id="60" fill="hold">
                            <p:stCondLst>
                              <p:cond delay="0"/>
                            </p:stCondLst>
                            <p:childTnLst>
                              <p:par>
                                <p:cTn id="61" presetID="8" presetClass="emph" presetSubtype="0" fill="hold" nodeType="clickEffect">
                                  <p:stCondLst>
                                    <p:cond delay="0"/>
                                  </p:stCondLst>
                                  <p:childTnLst>
                                    <p:animRot by="-21600000">
                                      <p:cBhvr>
                                        <p:cTn id="62" dur="3000" fill="hold"/>
                                        <p:tgtEl>
                                          <p:spTgt spid="774"/>
                                        </p:tgtEl>
                                        <p:attrNameLst>
                                          <p:attrName>r</p:attrName>
                                        </p:attrNameLst>
                                      </p:cBhvr>
                                    </p:animRot>
                                  </p:childTnLst>
                                </p:cTn>
                              </p:par>
                            </p:childTnLst>
                          </p:cTn>
                        </p:par>
                      </p:childTnLst>
                    </p:cTn>
                  </p:par>
                  <p:par>
                    <p:cTn id="63" fill="hold">
                      <p:stCondLst>
                        <p:cond delay="indefinite"/>
                      </p:stCondLst>
                      <p:childTnLst>
                        <p:par>
                          <p:cTn id="64" fill="hold">
                            <p:stCondLst>
                              <p:cond delay="0"/>
                            </p:stCondLst>
                            <p:childTnLst>
                              <p:par>
                                <p:cTn id="65" presetID="8" presetClass="emph" presetSubtype="0" fill="hold" nodeType="clickEffect">
                                  <p:stCondLst>
                                    <p:cond delay="0"/>
                                  </p:stCondLst>
                                  <p:childTnLst>
                                    <p:animRot by="-21600000">
                                      <p:cBhvr>
                                        <p:cTn id="66" dur="3000" fill="hold"/>
                                        <p:tgtEl>
                                          <p:spTgt spid="774"/>
                                        </p:tgtEl>
                                        <p:attrNameLst>
                                          <p:attrName>r</p:attrName>
                                        </p:attrNameLst>
                                      </p:cBhvr>
                                    </p:animRot>
                                  </p:childTnLst>
                                </p:cTn>
                              </p:par>
                            </p:childTnLst>
                          </p:cTn>
                        </p:par>
                      </p:childTnLst>
                    </p:cTn>
                  </p:par>
                  <p:par>
                    <p:cTn id="67" fill="hold">
                      <p:stCondLst>
                        <p:cond delay="indefinite"/>
                      </p:stCondLst>
                      <p:childTnLst>
                        <p:par>
                          <p:cTn id="68" fill="hold">
                            <p:stCondLst>
                              <p:cond delay="0"/>
                            </p:stCondLst>
                            <p:childTnLst>
                              <p:par>
                                <p:cTn id="69" presetID="8" presetClass="emph" presetSubtype="0" fill="hold" nodeType="clickEffect">
                                  <p:stCondLst>
                                    <p:cond delay="0"/>
                                  </p:stCondLst>
                                  <p:childTnLst>
                                    <p:animRot by="-21600000">
                                      <p:cBhvr>
                                        <p:cTn id="70" dur="3000" fill="hold"/>
                                        <p:tgtEl>
                                          <p:spTgt spid="774"/>
                                        </p:tgtEl>
                                        <p:attrNameLst>
                                          <p:attrName>r</p:attrName>
                                        </p:attrNameLst>
                                      </p:cBhvr>
                                    </p:animRot>
                                  </p:childTnLst>
                                </p:cTn>
                              </p:par>
                            </p:childTnLst>
                          </p:cTn>
                        </p:par>
                      </p:childTnLst>
                    </p:cTn>
                  </p:par>
                  <p:par>
                    <p:cTn id="71" fill="hold">
                      <p:stCondLst>
                        <p:cond delay="indefinite"/>
                      </p:stCondLst>
                      <p:childTnLst>
                        <p:par>
                          <p:cTn id="72" fill="hold">
                            <p:stCondLst>
                              <p:cond delay="0"/>
                            </p:stCondLst>
                            <p:childTnLst>
                              <p:par>
                                <p:cTn id="73" presetID="8" presetClass="emph" presetSubtype="0" fill="hold" nodeType="clickEffect">
                                  <p:stCondLst>
                                    <p:cond delay="0"/>
                                  </p:stCondLst>
                                  <p:childTnLst>
                                    <p:animRot by="-21600000">
                                      <p:cBhvr>
                                        <p:cTn id="74" dur="3000" fill="hold"/>
                                        <p:tgtEl>
                                          <p:spTgt spid="774"/>
                                        </p:tgtEl>
                                        <p:attrNameLst>
                                          <p:attrName>r</p:attrName>
                                        </p:attrNameLst>
                                      </p:cBhvr>
                                    </p:animRot>
                                  </p:childTnLst>
                                </p:cTn>
                              </p:par>
                            </p:childTnLst>
                          </p:cTn>
                        </p:par>
                      </p:childTnLst>
                    </p:cTn>
                  </p:par>
                  <p:par>
                    <p:cTn id="75" fill="hold">
                      <p:stCondLst>
                        <p:cond delay="indefinite"/>
                      </p:stCondLst>
                      <p:childTnLst>
                        <p:par>
                          <p:cTn id="76" fill="hold">
                            <p:stCondLst>
                              <p:cond delay="0"/>
                            </p:stCondLst>
                            <p:childTnLst>
                              <p:par>
                                <p:cTn id="77" presetID="8" presetClass="emph" presetSubtype="0" fill="hold" nodeType="clickEffect">
                                  <p:stCondLst>
                                    <p:cond delay="0"/>
                                  </p:stCondLst>
                                  <p:childTnLst>
                                    <p:animRot by="-21600000">
                                      <p:cBhvr>
                                        <p:cTn id="78" dur="3000" fill="hold"/>
                                        <p:tgtEl>
                                          <p:spTgt spid="774"/>
                                        </p:tgtEl>
                                        <p:attrNameLst>
                                          <p:attrName>r</p:attrName>
                                        </p:attrNameLst>
                                      </p:cBhvr>
                                    </p:animRot>
                                  </p:childTnLst>
                                </p:cTn>
                              </p:par>
                            </p:childTnLst>
                          </p:cTn>
                        </p:par>
                      </p:childTnLst>
                    </p:cTn>
                  </p:par>
                  <p:par>
                    <p:cTn id="79" fill="hold">
                      <p:stCondLst>
                        <p:cond delay="indefinite"/>
                      </p:stCondLst>
                      <p:childTnLst>
                        <p:par>
                          <p:cTn id="80" fill="hold">
                            <p:stCondLst>
                              <p:cond delay="0"/>
                            </p:stCondLst>
                            <p:childTnLst>
                              <p:par>
                                <p:cTn id="81" presetID="8" presetClass="emph" presetSubtype="0" fill="hold" nodeType="clickEffect">
                                  <p:stCondLst>
                                    <p:cond delay="0"/>
                                  </p:stCondLst>
                                  <p:childTnLst>
                                    <p:animRot by="-21600000">
                                      <p:cBhvr>
                                        <p:cTn id="82" dur="3000" fill="hold"/>
                                        <p:tgtEl>
                                          <p:spTgt spid="774"/>
                                        </p:tgtEl>
                                        <p:attrNameLst>
                                          <p:attrName>r</p:attrName>
                                        </p:attrNameLst>
                                      </p:cBhvr>
                                    </p:animRot>
                                  </p:childTnLst>
                                </p:cTn>
                              </p:par>
                            </p:childTnLst>
                          </p:cTn>
                        </p:par>
                      </p:childTnLst>
                    </p:cTn>
                  </p:par>
                  <p:par>
                    <p:cTn id="83" fill="hold">
                      <p:stCondLst>
                        <p:cond delay="indefinite"/>
                      </p:stCondLst>
                      <p:childTnLst>
                        <p:par>
                          <p:cTn id="84" fill="hold">
                            <p:stCondLst>
                              <p:cond delay="0"/>
                            </p:stCondLst>
                            <p:childTnLst>
                              <p:par>
                                <p:cTn id="85" presetID="8" presetClass="emph" presetSubtype="0" fill="hold" nodeType="clickEffect">
                                  <p:stCondLst>
                                    <p:cond delay="0"/>
                                  </p:stCondLst>
                                  <p:childTnLst>
                                    <p:animRot by="-21600000">
                                      <p:cBhvr>
                                        <p:cTn id="86" dur="3000" fill="hold"/>
                                        <p:tgtEl>
                                          <p:spTgt spid="774"/>
                                        </p:tgtEl>
                                        <p:attrNameLst>
                                          <p:attrName>r</p:attrName>
                                        </p:attrNameLst>
                                      </p:cBhvr>
                                    </p:animRot>
                                  </p:childTnLst>
                                </p:cTn>
                              </p:par>
                            </p:childTnLst>
                          </p:cTn>
                        </p:par>
                      </p:childTnLst>
                    </p:cTn>
                  </p:par>
                  <p:par>
                    <p:cTn id="87" fill="hold">
                      <p:stCondLst>
                        <p:cond delay="indefinite"/>
                      </p:stCondLst>
                      <p:childTnLst>
                        <p:par>
                          <p:cTn id="88" fill="hold">
                            <p:stCondLst>
                              <p:cond delay="0"/>
                            </p:stCondLst>
                            <p:childTnLst>
                              <p:par>
                                <p:cTn id="89" presetID="8" presetClass="emph" presetSubtype="0" fill="hold" nodeType="clickEffect">
                                  <p:stCondLst>
                                    <p:cond delay="0"/>
                                  </p:stCondLst>
                                  <p:childTnLst>
                                    <p:animRot by="-21600000">
                                      <p:cBhvr>
                                        <p:cTn id="90" dur="3000" fill="hold"/>
                                        <p:tgtEl>
                                          <p:spTgt spid="774"/>
                                        </p:tgtEl>
                                        <p:attrNameLst>
                                          <p:attrName>r</p:attrName>
                                        </p:attrNameLst>
                                      </p:cBhvr>
                                    </p:animRot>
                                  </p:childTnLst>
                                </p:cTn>
                              </p:par>
                            </p:childTnLst>
                          </p:cTn>
                        </p:par>
                      </p:childTnLst>
                    </p:cTn>
                  </p:par>
                  <p:par>
                    <p:cTn id="91" fill="hold">
                      <p:stCondLst>
                        <p:cond delay="indefinite"/>
                      </p:stCondLst>
                      <p:childTnLst>
                        <p:par>
                          <p:cTn id="92" fill="hold">
                            <p:stCondLst>
                              <p:cond delay="0"/>
                            </p:stCondLst>
                            <p:childTnLst>
                              <p:par>
                                <p:cTn id="93" presetID="8" presetClass="emph" presetSubtype="0" fill="hold" nodeType="clickEffect">
                                  <p:stCondLst>
                                    <p:cond delay="0"/>
                                  </p:stCondLst>
                                  <p:childTnLst>
                                    <p:animRot by="-21600000">
                                      <p:cBhvr>
                                        <p:cTn id="94" dur="3000" fill="hold"/>
                                        <p:tgtEl>
                                          <p:spTgt spid="774"/>
                                        </p:tgtEl>
                                        <p:attrNameLst>
                                          <p:attrName>r</p:attrName>
                                        </p:attrNameLst>
                                      </p:cBhvr>
                                    </p:animRot>
                                  </p:childTnLst>
                                </p:cTn>
                              </p:par>
                            </p:childTnLst>
                          </p:cTn>
                        </p:par>
                      </p:childTnLst>
                    </p:cTn>
                  </p:par>
                  <p:par>
                    <p:cTn id="95" fill="hold">
                      <p:stCondLst>
                        <p:cond delay="indefinite"/>
                      </p:stCondLst>
                      <p:childTnLst>
                        <p:par>
                          <p:cTn id="96" fill="hold">
                            <p:stCondLst>
                              <p:cond delay="0"/>
                            </p:stCondLst>
                            <p:childTnLst>
                              <p:par>
                                <p:cTn id="97" presetID="8" presetClass="emph" presetSubtype="0" fill="hold" nodeType="clickEffect">
                                  <p:stCondLst>
                                    <p:cond delay="0"/>
                                  </p:stCondLst>
                                  <p:childTnLst>
                                    <p:animRot by="-21600000">
                                      <p:cBhvr>
                                        <p:cTn id="98" dur="3000" fill="hold"/>
                                        <p:tgtEl>
                                          <p:spTgt spid="774"/>
                                        </p:tgtEl>
                                        <p:attrNameLst>
                                          <p:attrName>r</p:attrName>
                                        </p:attrNameLst>
                                      </p:cBhvr>
                                    </p:animRot>
                                  </p:childTnLst>
                                </p:cTn>
                              </p:par>
                            </p:childTnLst>
                          </p:cTn>
                        </p:par>
                      </p:childTnLst>
                    </p:cTn>
                  </p:par>
                  <p:par>
                    <p:cTn id="99" fill="hold">
                      <p:stCondLst>
                        <p:cond delay="indefinite"/>
                      </p:stCondLst>
                      <p:childTnLst>
                        <p:par>
                          <p:cTn id="100" fill="hold">
                            <p:stCondLst>
                              <p:cond delay="0"/>
                            </p:stCondLst>
                            <p:childTnLst>
                              <p:par>
                                <p:cTn id="101" presetID="8" presetClass="emph" presetSubtype="0" fill="hold" nodeType="clickEffect">
                                  <p:stCondLst>
                                    <p:cond delay="0"/>
                                  </p:stCondLst>
                                  <p:childTnLst>
                                    <p:animRot by="-21600000">
                                      <p:cBhvr>
                                        <p:cTn id="102" dur="3000" fill="hold"/>
                                        <p:tgtEl>
                                          <p:spTgt spid="774"/>
                                        </p:tgtEl>
                                        <p:attrNameLst>
                                          <p:attrName>r</p:attrName>
                                        </p:attrNameLst>
                                      </p:cBhvr>
                                    </p:animRot>
                                  </p:childTnLst>
                                </p:cTn>
                              </p:par>
                            </p:childTnLst>
                          </p:cTn>
                        </p:par>
                      </p:childTnLst>
                    </p:cTn>
                  </p:par>
                  <p:par>
                    <p:cTn id="103" fill="hold">
                      <p:stCondLst>
                        <p:cond delay="indefinite"/>
                      </p:stCondLst>
                      <p:childTnLst>
                        <p:par>
                          <p:cTn id="104" fill="hold">
                            <p:stCondLst>
                              <p:cond delay="0"/>
                            </p:stCondLst>
                            <p:childTnLst>
                              <p:par>
                                <p:cTn id="105" presetID="8" presetClass="emph" presetSubtype="0" fill="hold" nodeType="clickEffect">
                                  <p:stCondLst>
                                    <p:cond delay="0"/>
                                  </p:stCondLst>
                                  <p:childTnLst>
                                    <p:animRot by="-21600000">
                                      <p:cBhvr>
                                        <p:cTn id="106" dur="3000" fill="hold"/>
                                        <p:tgtEl>
                                          <p:spTgt spid="774"/>
                                        </p:tgtEl>
                                        <p:attrNameLst>
                                          <p:attrName>r</p:attrName>
                                        </p:attrNameLst>
                                      </p:cBhvr>
                                    </p:animRot>
                                  </p:childTnLst>
                                </p:cTn>
                              </p:par>
                            </p:childTnLst>
                          </p:cTn>
                        </p:par>
                      </p:childTnLst>
                    </p:cTn>
                  </p:par>
                  <p:par>
                    <p:cTn id="107" fill="hold">
                      <p:stCondLst>
                        <p:cond delay="indefinite"/>
                      </p:stCondLst>
                      <p:childTnLst>
                        <p:par>
                          <p:cTn id="108" fill="hold">
                            <p:stCondLst>
                              <p:cond delay="0"/>
                            </p:stCondLst>
                            <p:childTnLst>
                              <p:par>
                                <p:cTn id="109" presetID="8" presetClass="emph" presetSubtype="0" fill="hold" nodeType="clickEffect">
                                  <p:stCondLst>
                                    <p:cond delay="0"/>
                                  </p:stCondLst>
                                  <p:childTnLst>
                                    <p:animRot by="-21600000">
                                      <p:cBhvr>
                                        <p:cTn id="110" dur="3000" fill="hold"/>
                                        <p:tgtEl>
                                          <p:spTgt spid="774"/>
                                        </p:tgtEl>
                                        <p:attrNameLst>
                                          <p:attrName>r</p:attrName>
                                        </p:attrNameLst>
                                      </p:cBhvr>
                                    </p:animRot>
                                  </p:childTnLst>
                                </p:cTn>
                              </p:par>
                            </p:childTnLst>
                          </p:cTn>
                        </p:par>
                      </p:childTnLst>
                    </p:cTn>
                  </p:par>
                  <p:par>
                    <p:cTn id="111" fill="hold">
                      <p:stCondLst>
                        <p:cond delay="indefinite"/>
                      </p:stCondLst>
                      <p:childTnLst>
                        <p:par>
                          <p:cTn id="112" fill="hold">
                            <p:stCondLst>
                              <p:cond delay="0"/>
                            </p:stCondLst>
                            <p:childTnLst>
                              <p:par>
                                <p:cTn id="113" presetID="8" presetClass="emph" presetSubtype="0" fill="hold" nodeType="clickEffect">
                                  <p:stCondLst>
                                    <p:cond delay="0"/>
                                  </p:stCondLst>
                                  <p:childTnLst>
                                    <p:animRot by="-21600000">
                                      <p:cBhvr>
                                        <p:cTn id="114" dur="3000" fill="hold"/>
                                        <p:tgtEl>
                                          <p:spTgt spid="774"/>
                                        </p:tgtEl>
                                        <p:attrNameLst>
                                          <p:attrName>r</p:attrName>
                                        </p:attrNameLst>
                                      </p:cBhvr>
                                    </p:animRot>
                                  </p:childTnLst>
                                </p:cTn>
                              </p:par>
                            </p:childTnLst>
                          </p:cTn>
                        </p:par>
                      </p:childTnLst>
                    </p:cTn>
                  </p:par>
                  <p:par>
                    <p:cTn id="115" fill="hold">
                      <p:stCondLst>
                        <p:cond delay="indefinite"/>
                      </p:stCondLst>
                      <p:childTnLst>
                        <p:par>
                          <p:cTn id="116" fill="hold">
                            <p:stCondLst>
                              <p:cond delay="0"/>
                            </p:stCondLst>
                            <p:childTnLst>
                              <p:par>
                                <p:cTn id="117" presetID="8" presetClass="emph" presetSubtype="0" fill="hold" nodeType="clickEffect">
                                  <p:stCondLst>
                                    <p:cond delay="0"/>
                                  </p:stCondLst>
                                  <p:childTnLst>
                                    <p:animRot by="-21600000">
                                      <p:cBhvr>
                                        <p:cTn id="118" dur="3000" fill="hold"/>
                                        <p:tgtEl>
                                          <p:spTgt spid="774"/>
                                        </p:tgtEl>
                                        <p:attrNameLst>
                                          <p:attrName>r</p:attrName>
                                        </p:attrNameLst>
                                      </p:cBhvr>
                                    </p:animRot>
                                  </p:childTnLst>
                                </p:cTn>
                              </p:par>
                            </p:childTnLst>
                          </p:cTn>
                        </p:par>
                      </p:childTnLst>
                    </p:cTn>
                  </p:par>
                  <p:par>
                    <p:cTn id="119" fill="hold">
                      <p:stCondLst>
                        <p:cond delay="indefinite"/>
                      </p:stCondLst>
                      <p:childTnLst>
                        <p:par>
                          <p:cTn id="120" fill="hold">
                            <p:stCondLst>
                              <p:cond delay="0"/>
                            </p:stCondLst>
                            <p:childTnLst>
                              <p:par>
                                <p:cTn id="121" presetID="8" presetClass="emph" presetSubtype="0" fill="hold" nodeType="clickEffect">
                                  <p:stCondLst>
                                    <p:cond delay="0"/>
                                  </p:stCondLst>
                                  <p:childTnLst>
                                    <p:animRot by="-21600000">
                                      <p:cBhvr>
                                        <p:cTn id="122" dur="3000" fill="hold"/>
                                        <p:tgtEl>
                                          <p:spTgt spid="774"/>
                                        </p:tgtEl>
                                        <p:attrNameLst>
                                          <p:attrName>r</p:attrName>
                                        </p:attrNameLst>
                                      </p:cBhvr>
                                    </p:animRot>
                                  </p:childTnLst>
                                </p:cTn>
                              </p:par>
                            </p:childTnLst>
                          </p:cTn>
                        </p:par>
                      </p:childTnLst>
                    </p:cTn>
                  </p:par>
                  <p:par>
                    <p:cTn id="123" fill="hold">
                      <p:stCondLst>
                        <p:cond delay="indefinite"/>
                      </p:stCondLst>
                      <p:childTnLst>
                        <p:par>
                          <p:cTn id="124" fill="hold">
                            <p:stCondLst>
                              <p:cond delay="0"/>
                            </p:stCondLst>
                            <p:childTnLst>
                              <p:par>
                                <p:cTn id="125" presetID="8" presetClass="emph" presetSubtype="0" fill="hold" nodeType="clickEffect">
                                  <p:stCondLst>
                                    <p:cond delay="0"/>
                                  </p:stCondLst>
                                  <p:childTnLst>
                                    <p:animRot by="-21600000">
                                      <p:cBhvr>
                                        <p:cTn id="126" dur="3000" fill="hold"/>
                                        <p:tgtEl>
                                          <p:spTgt spid="774"/>
                                        </p:tgtEl>
                                        <p:attrNameLst>
                                          <p:attrName>r</p:attrName>
                                        </p:attrNameLst>
                                      </p:cBhvr>
                                    </p:animRot>
                                  </p:childTnLst>
                                </p:cTn>
                              </p:par>
                            </p:childTnLst>
                          </p:cTn>
                        </p:par>
                      </p:childTnLst>
                    </p:cTn>
                  </p:par>
                  <p:par>
                    <p:cTn id="127" fill="hold">
                      <p:stCondLst>
                        <p:cond delay="indefinite"/>
                      </p:stCondLst>
                      <p:childTnLst>
                        <p:par>
                          <p:cTn id="128" fill="hold">
                            <p:stCondLst>
                              <p:cond delay="0"/>
                            </p:stCondLst>
                            <p:childTnLst>
                              <p:par>
                                <p:cTn id="129" presetID="8" presetClass="emph" presetSubtype="0" fill="hold" nodeType="clickEffect">
                                  <p:stCondLst>
                                    <p:cond delay="0"/>
                                  </p:stCondLst>
                                  <p:childTnLst>
                                    <p:animRot by="-21600000">
                                      <p:cBhvr>
                                        <p:cTn id="130" dur="3000" fill="hold"/>
                                        <p:tgtEl>
                                          <p:spTgt spid="774"/>
                                        </p:tgtEl>
                                        <p:attrNameLst>
                                          <p:attrName>r</p:attrName>
                                        </p:attrNameLst>
                                      </p:cBhvr>
                                    </p:animRot>
                                  </p:childTnLst>
                                </p:cTn>
                              </p:par>
                            </p:childTnLst>
                          </p:cTn>
                        </p:par>
                      </p:childTnLst>
                    </p:cTn>
                  </p:par>
                  <p:par>
                    <p:cTn id="131" fill="hold">
                      <p:stCondLst>
                        <p:cond delay="indefinite"/>
                      </p:stCondLst>
                      <p:childTnLst>
                        <p:par>
                          <p:cTn id="132" fill="hold">
                            <p:stCondLst>
                              <p:cond delay="0"/>
                            </p:stCondLst>
                            <p:childTnLst>
                              <p:par>
                                <p:cTn id="133" presetID="8" presetClass="emph" presetSubtype="0" fill="hold" nodeType="clickEffect">
                                  <p:stCondLst>
                                    <p:cond delay="0"/>
                                  </p:stCondLst>
                                  <p:childTnLst>
                                    <p:animRot by="-21600000">
                                      <p:cBhvr>
                                        <p:cTn id="134" dur="3000" fill="hold"/>
                                        <p:tgtEl>
                                          <p:spTgt spid="774"/>
                                        </p:tgtEl>
                                        <p:attrNameLst>
                                          <p:attrName>r</p:attrName>
                                        </p:attrNameLst>
                                      </p:cBhvr>
                                    </p:animRot>
                                  </p:childTnLst>
                                </p:cTn>
                              </p:par>
                            </p:childTnLst>
                          </p:cTn>
                        </p:par>
                      </p:childTnLst>
                    </p:cTn>
                  </p:par>
                  <p:par>
                    <p:cTn id="135" fill="hold">
                      <p:stCondLst>
                        <p:cond delay="indefinite"/>
                      </p:stCondLst>
                      <p:childTnLst>
                        <p:par>
                          <p:cTn id="136" fill="hold">
                            <p:stCondLst>
                              <p:cond delay="0"/>
                            </p:stCondLst>
                            <p:childTnLst>
                              <p:par>
                                <p:cTn id="137" presetID="8" presetClass="emph" presetSubtype="0" fill="hold" nodeType="clickEffect">
                                  <p:stCondLst>
                                    <p:cond delay="0"/>
                                  </p:stCondLst>
                                  <p:childTnLst>
                                    <p:animRot by="-21600000">
                                      <p:cBhvr>
                                        <p:cTn id="138" dur="3000" fill="hold"/>
                                        <p:tgtEl>
                                          <p:spTgt spid="774"/>
                                        </p:tgtEl>
                                        <p:attrNameLst>
                                          <p:attrName>r</p:attrName>
                                        </p:attrNameLst>
                                      </p:cBhvr>
                                    </p:animRot>
                                  </p:childTnLst>
                                </p:cTn>
                              </p:par>
                            </p:childTnLst>
                          </p:cTn>
                        </p:par>
                      </p:childTnLst>
                    </p:cTn>
                  </p:par>
                  <p:par>
                    <p:cTn id="139" fill="hold">
                      <p:stCondLst>
                        <p:cond delay="indefinite"/>
                      </p:stCondLst>
                      <p:childTnLst>
                        <p:par>
                          <p:cTn id="140" fill="hold">
                            <p:stCondLst>
                              <p:cond delay="0"/>
                            </p:stCondLst>
                            <p:childTnLst>
                              <p:par>
                                <p:cTn id="141" presetID="8" presetClass="emph" presetSubtype="0" fill="hold" nodeType="clickEffect">
                                  <p:stCondLst>
                                    <p:cond delay="0"/>
                                  </p:stCondLst>
                                  <p:childTnLst>
                                    <p:animRot by="-21600000">
                                      <p:cBhvr>
                                        <p:cTn id="142" dur="3000" fill="hold"/>
                                        <p:tgtEl>
                                          <p:spTgt spid="774"/>
                                        </p:tgtEl>
                                        <p:attrNameLst>
                                          <p:attrName>r</p:attrName>
                                        </p:attrNameLst>
                                      </p:cBhvr>
                                    </p:animRot>
                                  </p:childTnLst>
                                </p:cTn>
                              </p:par>
                            </p:childTnLst>
                          </p:cTn>
                        </p:par>
                      </p:childTnLst>
                    </p:cTn>
                  </p:par>
                  <p:par>
                    <p:cTn id="143" fill="hold">
                      <p:stCondLst>
                        <p:cond delay="indefinite"/>
                      </p:stCondLst>
                      <p:childTnLst>
                        <p:par>
                          <p:cTn id="144" fill="hold">
                            <p:stCondLst>
                              <p:cond delay="0"/>
                            </p:stCondLst>
                            <p:childTnLst>
                              <p:par>
                                <p:cTn id="145" presetID="8" presetClass="emph" presetSubtype="0" fill="hold" nodeType="clickEffect">
                                  <p:stCondLst>
                                    <p:cond delay="0"/>
                                  </p:stCondLst>
                                  <p:childTnLst>
                                    <p:animRot by="-21600000">
                                      <p:cBhvr>
                                        <p:cTn id="146" dur="3000" fill="hold"/>
                                        <p:tgtEl>
                                          <p:spTgt spid="774"/>
                                        </p:tgtEl>
                                        <p:attrNameLst>
                                          <p:attrName>r</p:attrName>
                                        </p:attrNameLst>
                                      </p:cBhvr>
                                    </p:animRot>
                                  </p:childTnLst>
                                </p:cTn>
                              </p:par>
                            </p:childTnLst>
                          </p:cTn>
                        </p:par>
                      </p:childTnLst>
                    </p:cTn>
                  </p:par>
                  <p:par>
                    <p:cTn id="147" fill="hold">
                      <p:stCondLst>
                        <p:cond delay="indefinite"/>
                      </p:stCondLst>
                      <p:childTnLst>
                        <p:par>
                          <p:cTn id="148" fill="hold">
                            <p:stCondLst>
                              <p:cond delay="0"/>
                            </p:stCondLst>
                            <p:childTnLst>
                              <p:par>
                                <p:cTn id="149" presetID="8" presetClass="emph" presetSubtype="0" fill="hold" nodeType="clickEffect">
                                  <p:stCondLst>
                                    <p:cond delay="0"/>
                                  </p:stCondLst>
                                  <p:childTnLst>
                                    <p:animRot by="-21600000">
                                      <p:cBhvr>
                                        <p:cTn id="150" dur="3000" fill="hold"/>
                                        <p:tgtEl>
                                          <p:spTgt spid="774"/>
                                        </p:tgtEl>
                                        <p:attrNameLst>
                                          <p:attrName>r</p:attrName>
                                        </p:attrNameLst>
                                      </p:cBhvr>
                                    </p:animRot>
                                  </p:childTnLst>
                                </p:cTn>
                              </p:par>
                            </p:childTnLst>
                          </p:cTn>
                        </p:par>
                      </p:childTnLst>
                    </p:cTn>
                  </p:par>
                  <p:par>
                    <p:cTn id="151" fill="hold">
                      <p:stCondLst>
                        <p:cond delay="indefinite"/>
                      </p:stCondLst>
                      <p:childTnLst>
                        <p:par>
                          <p:cTn id="152" fill="hold">
                            <p:stCondLst>
                              <p:cond delay="0"/>
                            </p:stCondLst>
                            <p:childTnLst>
                              <p:par>
                                <p:cTn id="153" presetID="8" presetClass="emph" presetSubtype="0" fill="hold" nodeType="clickEffect">
                                  <p:stCondLst>
                                    <p:cond delay="0"/>
                                  </p:stCondLst>
                                  <p:childTnLst>
                                    <p:animRot by="-21600000">
                                      <p:cBhvr>
                                        <p:cTn id="154" dur="3000" fill="hold"/>
                                        <p:tgtEl>
                                          <p:spTgt spid="774"/>
                                        </p:tgtEl>
                                        <p:attrNameLst>
                                          <p:attrName>r</p:attrName>
                                        </p:attrNameLst>
                                      </p:cBhvr>
                                    </p:animRot>
                                  </p:childTnLst>
                                </p:cTn>
                              </p:par>
                            </p:childTnLst>
                          </p:cTn>
                        </p:par>
                      </p:childTnLst>
                    </p:cTn>
                  </p:par>
                  <p:par>
                    <p:cTn id="155" fill="hold">
                      <p:stCondLst>
                        <p:cond delay="indefinite"/>
                      </p:stCondLst>
                      <p:childTnLst>
                        <p:par>
                          <p:cTn id="156" fill="hold">
                            <p:stCondLst>
                              <p:cond delay="0"/>
                            </p:stCondLst>
                            <p:childTnLst>
                              <p:par>
                                <p:cTn id="157" presetID="8" presetClass="emph" presetSubtype="0" fill="hold" nodeType="clickEffect">
                                  <p:stCondLst>
                                    <p:cond delay="0"/>
                                  </p:stCondLst>
                                  <p:childTnLst>
                                    <p:animRot by="-21600000">
                                      <p:cBhvr>
                                        <p:cTn id="158" dur="3000" fill="hold"/>
                                        <p:tgtEl>
                                          <p:spTgt spid="774"/>
                                        </p:tgtEl>
                                        <p:attrNameLst>
                                          <p:attrName>r</p:attrName>
                                        </p:attrNameLst>
                                      </p:cBhvr>
                                    </p:animRot>
                                  </p:childTnLst>
                                </p:cTn>
                              </p:par>
                            </p:childTnLst>
                          </p:cTn>
                        </p:par>
                      </p:childTnLst>
                    </p:cTn>
                  </p:par>
                  <p:par>
                    <p:cTn id="159" fill="hold">
                      <p:stCondLst>
                        <p:cond delay="indefinite"/>
                      </p:stCondLst>
                      <p:childTnLst>
                        <p:par>
                          <p:cTn id="160" fill="hold">
                            <p:stCondLst>
                              <p:cond delay="0"/>
                            </p:stCondLst>
                            <p:childTnLst>
                              <p:par>
                                <p:cTn id="161" presetID="8" presetClass="emph" presetSubtype="0" fill="hold" nodeType="clickEffect">
                                  <p:stCondLst>
                                    <p:cond delay="0"/>
                                  </p:stCondLst>
                                  <p:childTnLst>
                                    <p:animRot by="-21600000">
                                      <p:cBhvr>
                                        <p:cTn id="162" dur="3000" fill="hold"/>
                                        <p:tgtEl>
                                          <p:spTgt spid="774"/>
                                        </p:tgtEl>
                                        <p:attrNameLst>
                                          <p:attrName>r</p:attrName>
                                        </p:attrNameLst>
                                      </p:cBhvr>
                                    </p:animRot>
                                  </p:childTnLst>
                                </p:cTn>
                              </p:par>
                            </p:childTnLst>
                          </p:cTn>
                        </p:par>
                      </p:childTnLst>
                    </p:cTn>
                  </p:par>
                  <p:par>
                    <p:cTn id="163" fill="hold">
                      <p:stCondLst>
                        <p:cond delay="indefinite"/>
                      </p:stCondLst>
                      <p:childTnLst>
                        <p:par>
                          <p:cTn id="164" fill="hold">
                            <p:stCondLst>
                              <p:cond delay="0"/>
                            </p:stCondLst>
                            <p:childTnLst>
                              <p:par>
                                <p:cTn id="165" presetID="8" presetClass="emph" presetSubtype="0" fill="hold" nodeType="clickEffect">
                                  <p:stCondLst>
                                    <p:cond delay="0"/>
                                  </p:stCondLst>
                                  <p:childTnLst>
                                    <p:animRot by="-21600000">
                                      <p:cBhvr>
                                        <p:cTn id="166" dur="3000" fill="hold"/>
                                        <p:tgtEl>
                                          <p:spTgt spid="774"/>
                                        </p:tgtEl>
                                        <p:attrNameLst>
                                          <p:attrName>r</p:attrName>
                                        </p:attrNameLst>
                                      </p:cBhvr>
                                    </p:animRot>
                                  </p:childTnLst>
                                </p:cTn>
                              </p:par>
                            </p:childTnLst>
                          </p:cTn>
                        </p:par>
                      </p:childTnLst>
                    </p:cTn>
                  </p:par>
                  <p:par>
                    <p:cTn id="167" fill="hold">
                      <p:stCondLst>
                        <p:cond delay="indefinite"/>
                      </p:stCondLst>
                      <p:childTnLst>
                        <p:par>
                          <p:cTn id="168" fill="hold">
                            <p:stCondLst>
                              <p:cond delay="0"/>
                            </p:stCondLst>
                            <p:childTnLst>
                              <p:par>
                                <p:cTn id="169" presetID="8" presetClass="emph" presetSubtype="0" fill="hold" nodeType="clickEffect">
                                  <p:stCondLst>
                                    <p:cond delay="0"/>
                                  </p:stCondLst>
                                  <p:childTnLst>
                                    <p:animRot by="-21600000">
                                      <p:cBhvr>
                                        <p:cTn id="170" dur="3000" fill="hold"/>
                                        <p:tgtEl>
                                          <p:spTgt spid="774"/>
                                        </p:tgtEl>
                                        <p:attrNameLst>
                                          <p:attrName>r</p:attrName>
                                        </p:attrNameLst>
                                      </p:cBhvr>
                                    </p:animRot>
                                  </p:childTnLst>
                                </p:cTn>
                              </p:par>
                            </p:childTnLst>
                          </p:cTn>
                        </p:par>
                      </p:childTnLst>
                    </p:cTn>
                  </p:par>
                  <p:par>
                    <p:cTn id="171" fill="hold">
                      <p:stCondLst>
                        <p:cond delay="indefinite"/>
                      </p:stCondLst>
                      <p:childTnLst>
                        <p:par>
                          <p:cTn id="172" fill="hold">
                            <p:stCondLst>
                              <p:cond delay="0"/>
                            </p:stCondLst>
                            <p:childTnLst>
                              <p:par>
                                <p:cTn id="173" presetID="8" presetClass="emph" presetSubtype="0" fill="hold" nodeType="clickEffect">
                                  <p:stCondLst>
                                    <p:cond delay="0"/>
                                  </p:stCondLst>
                                  <p:childTnLst>
                                    <p:animRot by="-21600000">
                                      <p:cBhvr>
                                        <p:cTn id="174" dur="3000" fill="hold"/>
                                        <p:tgtEl>
                                          <p:spTgt spid="774"/>
                                        </p:tgtEl>
                                        <p:attrNameLst>
                                          <p:attrName>r</p:attrName>
                                        </p:attrNameLst>
                                      </p:cBhvr>
                                    </p:animRot>
                                  </p:childTnLst>
                                </p:cTn>
                              </p:par>
                            </p:childTnLst>
                          </p:cTn>
                        </p:par>
                      </p:childTnLst>
                    </p:cTn>
                  </p:par>
                  <p:par>
                    <p:cTn id="175" fill="hold">
                      <p:stCondLst>
                        <p:cond delay="indefinite"/>
                      </p:stCondLst>
                      <p:childTnLst>
                        <p:par>
                          <p:cTn id="176" fill="hold">
                            <p:stCondLst>
                              <p:cond delay="0"/>
                            </p:stCondLst>
                            <p:childTnLst>
                              <p:par>
                                <p:cTn id="177" presetID="8" presetClass="emph" presetSubtype="0" fill="hold" nodeType="clickEffect">
                                  <p:stCondLst>
                                    <p:cond delay="0"/>
                                  </p:stCondLst>
                                  <p:childTnLst>
                                    <p:animRot by="-21600000">
                                      <p:cBhvr>
                                        <p:cTn id="178" dur="3000" fill="hold"/>
                                        <p:tgtEl>
                                          <p:spTgt spid="774"/>
                                        </p:tgtEl>
                                        <p:attrNameLst>
                                          <p:attrName>r</p:attrName>
                                        </p:attrNameLst>
                                      </p:cBhvr>
                                    </p:animRot>
                                  </p:childTnLst>
                                </p:cTn>
                              </p:par>
                            </p:childTnLst>
                          </p:cTn>
                        </p:par>
                      </p:childTnLst>
                    </p:cTn>
                  </p:par>
                  <p:par>
                    <p:cTn id="179" fill="hold">
                      <p:stCondLst>
                        <p:cond delay="indefinite"/>
                      </p:stCondLst>
                      <p:childTnLst>
                        <p:par>
                          <p:cTn id="180" fill="hold">
                            <p:stCondLst>
                              <p:cond delay="0"/>
                            </p:stCondLst>
                            <p:childTnLst>
                              <p:par>
                                <p:cTn id="181" presetID="8" presetClass="emph" presetSubtype="0" fill="hold" nodeType="clickEffect">
                                  <p:stCondLst>
                                    <p:cond delay="0"/>
                                  </p:stCondLst>
                                  <p:childTnLst>
                                    <p:animRot by="-21600000">
                                      <p:cBhvr>
                                        <p:cTn id="182" dur="3000" fill="hold"/>
                                        <p:tgtEl>
                                          <p:spTgt spid="774"/>
                                        </p:tgtEl>
                                        <p:attrNameLst>
                                          <p:attrName>r</p:attrName>
                                        </p:attrNameLst>
                                      </p:cBhvr>
                                    </p:animRot>
                                  </p:childTnLst>
                                </p:cTn>
                              </p:par>
                            </p:childTnLst>
                          </p:cTn>
                        </p:par>
                      </p:childTnLst>
                    </p:cTn>
                  </p:par>
                  <p:par>
                    <p:cTn id="183" fill="hold">
                      <p:stCondLst>
                        <p:cond delay="indefinite"/>
                      </p:stCondLst>
                      <p:childTnLst>
                        <p:par>
                          <p:cTn id="184" fill="hold">
                            <p:stCondLst>
                              <p:cond delay="0"/>
                            </p:stCondLst>
                            <p:childTnLst>
                              <p:par>
                                <p:cTn id="185" presetID="8" presetClass="emph" presetSubtype="0" fill="hold" nodeType="clickEffect">
                                  <p:stCondLst>
                                    <p:cond delay="0"/>
                                  </p:stCondLst>
                                  <p:childTnLst>
                                    <p:animRot by="-21600000">
                                      <p:cBhvr>
                                        <p:cTn id="186" dur="3000" fill="hold"/>
                                        <p:tgtEl>
                                          <p:spTgt spid="774"/>
                                        </p:tgtEl>
                                        <p:attrNameLst>
                                          <p:attrName>r</p:attrName>
                                        </p:attrNameLst>
                                      </p:cBhvr>
                                    </p:animRot>
                                  </p:childTnLst>
                                </p:cTn>
                              </p:par>
                            </p:childTnLst>
                          </p:cTn>
                        </p:par>
                      </p:childTnLst>
                    </p:cTn>
                  </p:par>
                  <p:par>
                    <p:cTn id="187" fill="hold">
                      <p:stCondLst>
                        <p:cond delay="indefinite"/>
                      </p:stCondLst>
                      <p:childTnLst>
                        <p:par>
                          <p:cTn id="188" fill="hold">
                            <p:stCondLst>
                              <p:cond delay="0"/>
                            </p:stCondLst>
                            <p:childTnLst>
                              <p:par>
                                <p:cTn id="189" presetID="8" presetClass="emph" presetSubtype="0" fill="hold" nodeType="clickEffect">
                                  <p:stCondLst>
                                    <p:cond delay="0"/>
                                  </p:stCondLst>
                                  <p:childTnLst>
                                    <p:animRot by="-21600000">
                                      <p:cBhvr>
                                        <p:cTn id="190" dur="3000" fill="hold"/>
                                        <p:tgtEl>
                                          <p:spTgt spid="774"/>
                                        </p:tgtEl>
                                        <p:attrNameLst>
                                          <p:attrName>r</p:attrName>
                                        </p:attrNameLst>
                                      </p:cBhvr>
                                    </p:animRot>
                                  </p:childTnLst>
                                </p:cTn>
                              </p:par>
                            </p:childTnLst>
                          </p:cTn>
                        </p:par>
                      </p:childTnLst>
                    </p:cTn>
                  </p:par>
                  <p:par>
                    <p:cTn id="191" fill="hold">
                      <p:stCondLst>
                        <p:cond delay="indefinite"/>
                      </p:stCondLst>
                      <p:childTnLst>
                        <p:par>
                          <p:cTn id="192" fill="hold">
                            <p:stCondLst>
                              <p:cond delay="0"/>
                            </p:stCondLst>
                            <p:childTnLst>
                              <p:par>
                                <p:cTn id="193" presetID="8" presetClass="emph" presetSubtype="0" fill="hold" nodeType="clickEffect">
                                  <p:stCondLst>
                                    <p:cond delay="0"/>
                                  </p:stCondLst>
                                  <p:childTnLst>
                                    <p:animRot by="-21600000">
                                      <p:cBhvr>
                                        <p:cTn id="194" dur="3000" fill="hold"/>
                                        <p:tgtEl>
                                          <p:spTgt spid="774"/>
                                        </p:tgtEl>
                                        <p:attrNameLst>
                                          <p:attrName>r</p:attrName>
                                        </p:attrNameLst>
                                      </p:cBhvr>
                                    </p:animRot>
                                  </p:childTnLst>
                                </p:cTn>
                              </p:par>
                            </p:childTnLst>
                          </p:cTn>
                        </p:par>
                      </p:childTnLst>
                    </p:cTn>
                  </p:par>
                  <p:par>
                    <p:cTn id="195" fill="hold">
                      <p:stCondLst>
                        <p:cond delay="indefinite"/>
                      </p:stCondLst>
                      <p:childTnLst>
                        <p:par>
                          <p:cTn id="196" fill="hold">
                            <p:stCondLst>
                              <p:cond delay="0"/>
                            </p:stCondLst>
                            <p:childTnLst>
                              <p:par>
                                <p:cTn id="197" presetID="8" presetClass="emph" presetSubtype="0" fill="hold" nodeType="clickEffect">
                                  <p:stCondLst>
                                    <p:cond delay="0"/>
                                  </p:stCondLst>
                                  <p:childTnLst>
                                    <p:animRot by="-21600000">
                                      <p:cBhvr>
                                        <p:cTn id="198" dur="3000" fill="hold"/>
                                        <p:tgtEl>
                                          <p:spTgt spid="774"/>
                                        </p:tgtEl>
                                        <p:attrNameLst>
                                          <p:attrName>r</p:attrName>
                                        </p:attrNameLst>
                                      </p:cBhvr>
                                    </p:animRot>
                                  </p:childTnLst>
                                </p:cTn>
                              </p:par>
                            </p:childTnLst>
                          </p:cTn>
                        </p:par>
                      </p:childTnLst>
                    </p:cTn>
                  </p:par>
                  <p:par>
                    <p:cTn id="199" fill="hold">
                      <p:stCondLst>
                        <p:cond delay="indefinite"/>
                      </p:stCondLst>
                      <p:childTnLst>
                        <p:par>
                          <p:cTn id="200" fill="hold">
                            <p:stCondLst>
                              <p:cond delay="0"/>
                            </p:stCondLst>
                            <p:childTnLst>
                              <p:par>
                                <p:cTn id="201" presetID="8" presetClass="emph" presetSubtype="0" fill="hold" nodeType="clickEffect">
                                  <p:stCondLst>
                                    <p:cond delay="0"/>
                                  </p:stCondLst>
                                  <p:childTnLst>
                                    <p:animRot by="-21600000">
                                      <p:cBhvr>
                                        <p:cTn id="202" dur="3000" fill="hold"/>
                                        <p:tgtEl>
                                          <p:spTgt spid="774"/>
                                        </p:tgtEl>
                                        <p:attrNameLst>
                                          <p:attrName>r</p:attrName>
                                        </p:attrNameLst>
                                      </p:cBhvr>
                                    </p:animRot>
                                  </p:childTnLst>
                                </p:cTn>
                              </p:par>
                            </p:childTnLst>
                          </p:cTn>
                        </p:par>
                      </p:childTnLst>
                    </p:cTn>
                  </p:par>
                  <p:par>
                    <p:cTn id="203" fill="hold">
                      <p:stCondLst>
                        <p:cond delay="indefinite"/>
                      </p:stCondLst>
                      <p:childTnLst>
                        <p:par>
                          <p:cTn id="204" fill="hold">
                            <p:stCondLst>
                              <p:cond delay="0"/>
                            </p:stCondLst>
                            <p:childTnLst>
                              <p:par>
                                <p:cTn id="205" presetID="8" presetClass="emph" presetSubtype="0" fill="hold" nodeType="clickEffect">
                                  <p:stCondLst>
                                    <p:cond delay="0"/>
                                  </p:stCondLst>
                                  <p:childTnLst>
                                    <p:animRot by="-21600000">
                                      <p:cBhvr>
                                        <p:cTn id="206" dur="3000" fill="hold"/>
                                        <p:tgtEl>
                                          <p:spTgt spid="774"/>
                                        </p:tgtEl>
                                        <p:attrNameLst>
                                          <p:attrName>r</p:attrName>
                                        </p:attrNameLst>
                                      </p:cBhvr>
                                    </p:animRot>
                                  </p:childTnLst>
                                </p:cTn>
                              </p:par>
                            </p:childTnLst>
                          </p:cTn>
                        </p:par>
                      </p:childTnLst>
                    </p:cTn>
                  </p:par>
                  <p:par>
                    <p:cTn id="207" fill="hold">
                      <p:stCondLst>
                        <p:cond delay="indefinite"/>
                      </p:stCondLst>
                      <p:childTnLst>
                        <p:par>
                          <p:cTn id="208" fill="hold">
                            <p:stCondLst>
                              <p:cond delay="0"/>
                            </p:stCondLst>
                            <p:childTnLst>
                              <p:par>
                                <p:cTn id="209" presetID="8" presetClass="emph" presetSubtype="0" fill="hold" nodeType="clickEffect">
                                  <p:stCondLst>
                                    <p:cond delay="0"/>
                                  </p:stCondLst>
                                  <p:childTnLst>
                                    <p:animRot by="-21600000">
                                      <p:cBhvr>
                                        <p:cTn id="210" dur="3000" fill="hold"/>
                                        <p:tgtEl>
                                          <p:spTgt spid="774"/>
                                        </p:tgtEl>
                                        <p:attrNameLst>
                                          <p:attrName>r</p:attrName>
                                        </p:attrNameLst>
                                      </p:cBhvr>
                                    </p:animRot>
                                  </p:childTnLst>
                                </p:cTn>
                              </p:par>
                            </p:childTnLst>
                          </p:cTn>
                        </p:par>
                      </p:childTnLst>
                    </p:cTn>
                  </p:par>
                  <p:par>
                    <p:cTn id="211" fill="hold">
                      <p:stCondLst>
                        <p:cond delay="indefinite"/>
                      </p:stCondLst>
                      <p:childTnLst>
                        <p:par>
                          <p:cTn id="212" fill="hold">
                            <p:stCondLst>
                              <p:cond delay="0"/>
                            </p:stCondLst>
                            <p:childTnLst>
                              <p:par>
                                <p:cTn id="213" presetID="8" presetClass="emph" presetSubtype="0" fill="hold" nodeType="clickEffect">
                                  <p:stCondLst>
                                    <p:cond delay="0"/>
                                  </p:stCondLst>
                                  <p:childTnLst>
                                    <p:animRot by="-21600000">
                                      <p:cBhvr>
                                        <p:cTn id="214" dur="3000" fill="hold"/>
                                        <p:tgtEl>
                                          <p:spTgt spid="774"/>
                                        </p:tgtEl>
                                        <p:attrNameLst>
                                          <p:attrName>r</p:attrName>
                                        </p:attrNameLst>
                                      </p:cBhvr>
                                    </p:animRot>
                                  </p:childTnLst>
                                </p:cTn>
                              </p:par>
                            </p:childTnLst>
                          </p:cTn>
                        </p:par>
                      </p:childTnLst>
                    </p:cTn>
                  </p:par>
                  <p:par>
                    <p:cTn id="215" fill="hold">
                      <p:stCondLst>
                        <p:cond delay="indefinite"/>
                      </p:stCondLst>
                      <p:childTnLst>
                        <p:par>
                          <p:cTn id="216" fill="hold">
                            <p:stCondLst>
                              <p:cond delay="0"/>
                            </p:stCondLst>
                            <p:childTnLst>
                              <p:par>
                                <p:cTn id="217" presetID="8" presetClass="emph" presetSubtype="0" fill="hold" nodeType="clickEffect">
                                  <p:stCondLst>
                                    <p:cond delay="0"/>
                                  </p:stCondLst>
                                  <p:childTnLst>
                                    <p:animRot by="-21600000">
                                      <p:cBhvr>
                                        <p:cTn id="218" dur="3000" fill="hold"/>
                                        <p:tgtEl>
                                          <p:spTgt spid="774"/>
                                        </p:tgtEl>
                                        <p:attrNameLst>
                                          <p:attrName>r</p:attrName>
                                        </p:attrNameLst>
                                      </p:cBhvr>
                                    </p:animRot>
                                  </p:childTnLst>
                                </p:cTn>
                              </p:par>
                            </p:childTnLst>
                          </p:cTn>
                        </p:par>
                      </p:childTnLst>
                    </p:cTn>
                  </p:par>
                  <p:par>
                    <p:cTn id="219" fill="hold">
                      <p:stCondLst>
                        <p:cond delay="indefinite"/>
                      </p:stCondLst>
                      <p:childTnLst>
                        <p:par>
                          <p:cTn id="220" fill="hold">
                            <p:stCondLst>
                              <p:cond delay="0"/>
                            </p:stCondLst>
                            <p:childTnLst>
                              <p:par>
                                <p:cTn id="221" presetID="8" presetClass="emph" presetSubtype="0" fill="hold" nodeType="clickEffect">
                                  <p:stCondLst>
                                    <p:cond delay="0"/>
                                  </p:stCondLst>
                                  <p:childTnLst>
                                    <p:animRot by="-21600000">
                                      <p:cBhvr>
                                        <p:cTn id="222" dur="3000" fill="hold"/>
                                        <p:tgtEl>
                                          <p:spTgt spid="774"/>
                                        </p:tgtEl>
                                        <p:attrNameLst>
                                          <p:attrName>r</p:attrName>
                                        </p:attrNameLst>
                                      </p:cBhvr>
                                    </p:animRot>
                                  </p:childTnLst>
                                </p:cTn>
                              </p:par>
                            </p:childTnLst>
                          </p:cTn>
                        </p:par>
                      </p:childTnLst>
                    </p:cTn>
                  </p:par>
                  <p:par>
                    <p:cTn id="223" fill="hold">
                      <p:stCondLst>
                        <p:cond delay="indefinite"/>
                      </p:stCondLst>
                      <p:childTnLst>
                        <p:par>
                          <p:cTn id="224" fill="hold">
                            <p:stCondLst>
                              <p:cond delay="0"/>
                            </p:stCondLst>
                            <p:childTnLst>
                              <p:par>
                                <p:cTn id="225" presetID="8" presetClass="emph" presetSubtype="0" fill="hold" nodeType="clickEffect">
                                  <p:stCondLst>
                                    <p:cond delay="0"/>
                                  </p:stCondLst>
                                  <p:childTnLst>
                                    <p:animRot by="-21600000">
                                      <p:cBhvr>
                                        <p:cTn id="226" dur="3000" fill="hold"/>
                                        <p:tgtEl>
                                          <p:spTgt spid="774"/>
                                        </p:tgtEl>
                                        <p:attrNameLst>
                                          <p:attrName>r</p:attrName>
                                        </p:attrNameLst>
                                      </p:cBhvr>
                                    </p:animRot>
                                  </p:childTnLst>
                                </p:cTn>
                              </p:par>
                            </p:childTnLst>
                          </p:cTn>
                        </p:par>
                      </p:childTnLst>
                    </p:cTn>
                  </p:par>
                  <p:par>
                    <p:cTn id="227" fill="hold">
                      <p:stCondLst>
                        <p:cond delay="indefinite"/>
                      </p:stCondLst>
                      <p:childTnLst>
                        <p:par>
                          <p:cTn id="228" fill="hold">
                            <p:stCondLst>
                              <p:cond delay="0"/>
                            </p:stCondLst>
                            <p:childTnLst>
                              <p:par>
                                <p:cTn id="229" presetID="8" presetClass="emph" presetSubtype="0" fill="hold" nodeType="clickEffect">
                                  <p:stCondLst>
                                    <p:cond delay="0"/>
                                  </p:stCondLst>
                                  <p:childTnLst>
                                    <p:animRot by="-21600000">
                                      <p:cBhvr>
                                        <p:cTn id="230" dur="3000" fill="hold"/>
                                        <p:tgtEl>
                                          <p:spTgt spid="774"/>
                                        </p:tgtEl>
                                        <p:attrNameLst>
                                          <p:attrName>r</p:attrName>
                                        </p:attrNameLst>
                                      </p:cBhvr>
                                    </p:animRot>
                                  </p:childTnLst>
                                </p:cTn>
                              </p:par>
                            </p:childTnLst>
                          </p:cTn>
                        </p:par>
                      </p:childTnLst>
                    </p:cTn>
                  </p:par>
                  <p:par>
                    <p:cTn id="231" fill="hold">
                      <p:stCondLst>
                        <p:cond delay="indefinite"/>
                      </p:stCondLst>
                      <p:childTnLst>
                        <p:par>
                          <p:cTn id="232" fill="hold">
                            <p:stCondLst>
                              <p:cond delay="0"/>
                            </p:stCondLst>
                            <p:childTnLst>
                              <p:par>
                                <p:cTn id="233" presetID="8" presetClass="emph" presetSubtype="0" fill="hold" nodeType="clickEffect">
                                  <p:stCondLst>
                                    <p:cond delay="0"/>
                                  </p:stCondLst>
                                  <p:childTnLst>
                                    <p:animRot by="-21600000">
                                      <p:cBhvr>
                                        <p:cTn id="234" dur="3000" fill="hold"/>
                                        <p:tgtEl>
                                          <p:spTgt spid="774"/>
                                        </p:tgtEl>
                                        <p:attrNameLst>
                                          <p:attrName>r</p:attrName>
                                        </p:attrNameLst>
                                      </p:cBhvr>
                                    </p:animRot>
                                  </p:childTnLst>
                                </p:cTn>
                              </p:par>
                            </p:childTnLst>
                          </p:cTn>
                        </p:par>
                      </p:childTnLst>
                    </p:cTn>
                  </p:par>
                  <p:par>
                    <p:cTn id="235" fill="hold">
                      <p:stCondLst>
                        <p:cond delay="indefinite"/>
                      </p:stCondLst>
                      <p:childTnLst>
                        <p:par>
                          <p:cTn id="236" fill="hold">
                            <p:stCondLst>
                              <p:cond delay="0"/>
                            </p:stCondLst>
                            <p:childTnLst>
                              <p:par>
                                <p:cTn id="237" presetID="8" presetClass="emph" presetSubtype="0" fill="hold" nodeType="clickEffect">
                                  <p:stCondLst>
                                    <p:cond delay="0"/>
                                  </p:stCondLst>
                                  <p:childTnLst>
                                    <p:animRot by="-21600000">
                                      <p:cBhvr>
                                        <p:cTn id="238" dur="3000" fill="hold"/>
                                        <p:tgtEl>
                                          <p:spTgt spid="774"/>
                                        </p:tgtEl>
                                        <p:attrNameLst>
                                          <p:attrName>r</p:attrName>
                                        </p:attrNameLst>
                                      </p:cBhvr>
                                    </p:animRot>
                                  </p:childTnLst>
                                </p:cTn>
                              </p:par>
                            </p:childTnLst>
                          </p:cTn>
                        </p:par>
                      </p:childTnLst>
                    </p:cTn>
                  </p:par>
                  <p:par>
                    <p:cTn id="239" fill="hold">
                      <p:stCondLst>
                        <p:cond delay="indefinite"/>
                      </p:stCondLst>
                      <p:childTnLst>
                        <p:par>
                          <p:cTn id="240" fill="hold">
                            <p:stCondLst>
                              <p:cond delay="0"/>
                            </p:stCondLst>
                            <p:childTnLst>
                              <p:par>
                                <p:cTn id="241" presetID="8" presetClass="emph" presetSubtype="0" fill="hold" nodeType="clickEffect">
                                  <p:stCondLst>
                                    <p:cond delay="0"/>
                                  </p:stCondLst>
                                  <p:childTnLst>
                                    <p:animRot by="-21600000">
                                      <p:cBhvr>
                                        <p:cTn id="242" dur="3000" fill="hold"/>
                                        <p:tgtEl>
                                          <p:spTgt spid="774"/>
                                        </p:tgtEl>
                                        <p:attrNameLst>
                                          <p:attrName>r</p:attrName>
                                        </p:attrNameLst>
                                      </p:cBhvr>
                                    </p:animRot>
                                  </p:childTnLst>
                                </p:cTn>
                              </p:par>
                            </p:childTnLst>
                          </p:cTn>
                        </p:par>
                      </p:childTnLst>
                    </p:cTn>
                  </p:par>
                  <p:par>
                    <p:cTn id="243" fill="hold">
                      <p:stCondLst>
                        <p:cond delay="indefinite"/>
                      </p:stCondLst>
                      <p:childTnLst>
                        <p:par>
                          <p:cTn id="244" fill="hold">
                            <p:stCondLst>
                              <p:cond delay="0"/>
                            </p:stCondLst>
                            <p:childTnLst>
                              <p:par>
                                <p:cTn id="245" presetID="8" presetClass="emph" presetSubtype="0" fill="hold" nodeType="clickEffect">
                                  <p:stCondLst>
                                    <p:cond delay="0"/>
                                  </p:stCondLst>
                                  <p:childTnLst>
                                    <p:animRot by="-21600000">
                                      <p:cBhvr>
                                        <p:cTn id="246" dur="3000" fill="hold"/>
                                        <p:tgtEl>
                                          <p:spTgt spid="774"/>
                                        </p:tgtEl>
                                        <p:attrNameLst>
                                          <p:attrName>r</p:attrName>
                                        </p:attrNameLst>
                                      </p:cBhvr>
                                    </p:animRot>
                                  </p:childTnLst>
                                </p:cTn>
                              </p:par>
                            </p:childTnLst>
                          </p:cTn>
                        </p:par>
                      </p:childTnLst>
                    </p:cTn>
                  </p:par>
                  <p:par>
                    <p:cTn id="247" fill="hold">
                      <p:stCondLst>
                        <p:cond delay="indefinite"/>
                      </p:stCondLst>
                      <p:childTnLst>
                        <p:par>
                          <p:cTn id="248" fill="hold">
                            <p:stCondLst>
                              <p:cond delay="0"/>
                            </p:stCondLst>
                            <p:childTnLst>
                              <p:par>
                                <p:cTn id="249" presetID="8" presetClass="emph" presetSubtype="0" fill="hold" nodeType="clickEffect">
                                  <p:stCondLst>
                                    <p:cond delay="0"/>
                                  </p:stCondLst>
                                  <p:childTnLst>
                                    <p:animRot by="-21600000">
                                      <p:cBhvr>
                                        <p:cTn id="250" dur="3000" fill="hold"/>
                                        <p:tgtEl>
                                          <p:spTgt spid="774"/>
                                        </p:tgtEl>
                                        <p:attrNameLst>
                                          <p:attrName>r</p:attrName>
                                        </p:attrNameLst>
                                      </p:cBhvr>
                                    </p:animRot>
                                  </p:childTnLst>
                                </p:cTn>
                              </p:par>
                            </p:childTnLst>
                          </p:cTn>
                        </p:par>
                      </p:childTnLst>
                    </p:cTn>
                  </p:par>
                  <p:par>
                    <p:cTn id="251" fill="hold">
                      <p:stCondLst>
                        <p:cond delay="indefinite"/>
                      </p:stCondLst>
                      <p:childTnLst>
                        <p:par>
                          <p:cTn id="252" fill="hold">
                            <p:stCondLst>
                              <p:cond delay="0"/>
                            </p:stCondLst>
                            <p:childTnLst>
                              <p:par>
                                <p:cTn id="253" presetID="8" presetClass="emph" presetSubtype="0" fill="hold" nodeType="clickEffect">
                                  <p:stCondLst>
                                    <p:cond delay="0"/>
                                  </p:stCondLst>
                                  <p:childTnLst>
                                    <p:animRot by="-21600000">
                                      <p:cBhvr>
                                        <p:cTn id="254" dur="3000" fill="hold"/>
                                        <p:tgtEl>
                                          <p:spTgt spid="774"/>
                                        </p:tgtEl>
                                        <p:attrNameLst>
                                          <p:attrName>r</p:attrName>
                                        </p:attrNameLst>
                                      </p:cBhvr>
                                    </p:animRot>
                                  </p:childTnLst>
                                </p:cTn>
                              </p:par>
                            </p:childTnLst>
                          </p:cTn>
                        </p:par>
                      </p:childTnLst>
                    </p:cTn>
                  </p:par>
                  <p:par>
                    <p:cTn id="255" fill="hold">
                      <p:stCondLst>
                        <p:cond delay="indefinite"/>
                      </p:stCondLst>
                      <p:childTnLst>
                        <p:par>
                          <p:cTn id="256" fill="hold">
                            <p:stCondLst>
                              <p:cond delay="0"/>
                            </p:stCondLst>
                            <p:childTnLst>
                              <p:par>
                                <p:cTn id="257" presetID="8" presetClass="emph" presetSubtype="0" fill="hold" nodeType="clickEffect">
                                  <p:stCondLst>
                                    <p:cond delay="0"/>
                                  </p:stCondLst>
                                  <p:childTnLst>
                                    <p:animRot by="-21600000">
                                      <p:cBhvr>
                                        <p:cTn id="258" dur="3000" fill="hold"/>
                                        <p:tgtEl>
                                          <p:spTgt spid="774"/>
                                        </p:tgtEl>
                                        <p:attrNameLst>
                                          <p:attrName>r</p:attrName>
                                        </p:attrNameLst>
                                      </p:cBhvr>
                                    </p:animRot>
                                  </p:childTnLst>
                                </p:cTn>
                              </p:par>
                            </p:childTnLst>
                          </p:cTn>
                        </p:par>
                      </p:childTnLst>
                    </p:cTn>
                  </p:par>
                  <p:par>
                    <p:cTn id="259" fill="hold">
                      <p:stCondLst>
                        <p:cond delay="indefinite"/>
                      </p:stCondLst>
                      <p:childTnLst>
                        <p:par>
                          <p:cTn id="260" fill="hold">
                            <p:stCondLst>
                              <p:cond delay="0"/>
                            </p:stCondLst>
                            <p:childTnLst>
                              <p:par>
                                <p:cTn id="261" presetID="8" presetClass="emph" presetSubtype="0" fill="hold" nodeType="clickEffect">
                                  <p:stCondLst>
                                    <p:cond delay="0"/>
                                  </p:stCondLst>
                                  <p:childTnLst>
                                    <p:animRot by="-21600000">
                                      <p:cBhvr>
                                        <p:cTn id="262" dur="3000" fill="hold"/>
                                        <p:tgtEl>
                                          <p:spTgt spid="774"/>
                                        </p:tgtEl>
                                        <p:attrNameLst>
                                          <p:attrName>r</p:attrName>
                                        </p:attrNameLst>
                                      </p:cBhvr>
                                    </p:animRot>
                                  </p:childTnLst>
                                </p:cTn>
                              </p:par>
                            </p:childTnLst>
                          </p:cTn>
                        </p:par>
                      </p:childTnLst>
                    </p:cTn>
                  </p:par>
                  <p:par>
                    <p:cTn id="263" fill="hold">
                      <p:stCondLst>
                        <p:cond delay="indefinite"/>
                      </p:stCondLst>
                      <p:childTnLst>
                        <p:par>
                          <p:cTn id="264" fill="hold">
                            <p:stCondLst>
                              <p:cond delay="0"/>
                            </p:stCondLst>
                            <p:childTnLst>
                              <p:par>
                                <p:cTn id="265" presetID="8" presetClass="emph" presetSubtype="0" fill="hold" nodeType="clickEffect">
                                  <p:stCondLst>
                                    <p:cond delay="0"/>
                                  </p:stCondLst>
                                  <p:childTnLst>
                                    <p:animRot by="-21600000">
                                      <p:cBhvr>
                                        <p:cTn id="266" dur="3000" fill="hold"/>
                                        <p:tgtEl>
                                          <p:spTgt spid="774"/>
                                        </p:tgtEl>
                                        <p:attrNameLst>
                                          <p:attrName>r</p:attrName>
                                        </p:attrNameLst>
                                      </p:cBhvr>
                                    </p:animRot>
                                  </p:childTnLst>
                                </p:cTn>
                              </p:par>
                            </p:childTnLst>
                          </p:cTn>
                        </p:par>
                      </p:childTnLst>
                    </p:cTn>
                  </p:par>
                  <p:par>
                    <p:cTn id="267" fill="hold">
                      <p:stCondLst>
                        <p:cond delay="indefinite"/>
                      </p:stCondLst>
                      <p:childTnLst>
                        <p:par>
                          <p:cTn id="268" fill="hold">
                            <p:stCondLst>
                              <p:cond delay="0"/>
                            </p:stCondLst>
                            <p:childTnLst>
                              <p:par>
                                <p:cTn id="269" presetID="8" presetClass="emph" presetSubtype="0" fill="hold" nodeType="clickEffect">
                                  <p:stCondLst>
                                    <p:cond delay="0"/>
                                  </p:stCondLst>
                                  <p:childTnLst>
                                    <p:animRot by="-21600000">
                                      <p:cBhvr>
                                        <p:cTn id="270" dur="3000" fill="hold"/>
                                        <p:tgtEl>
                                          <p:spTgt spid="774"/>
                                        </p:tgtEl>
                                        <p:attrNameLst>
                                          <p:attrName>r</p:attrName>
                                        </p:attrNameLst>
                                      </p:cBhvr>
                                    </p:animRot>
                                  </p:childTnLst>
                                </p:cTn>
                              </p:par>
                            </p:childTnLst>
                          </p:cTn>
                        </p:par>
                      </p:childTnLst>
                    </p:cTn>
                  </p:par>
                  <p:par>
                    <p:cTn id="271" fill="hold">
                      <p:stCondLst>
                        <p:cond delay="indefinite"/>
                      </p:stCondLst>
                      <p:childTnLst>
                        <p:par>
                          <p:cTn id="272" fill="hold">
                            <p:stCondLst>
                              <p:cond delay="0"/>
                            </p:stCondLst>
                            <p:childTnLst>
                              <p:par>
                                <p:cTn id="273" presetID="8" presetClass="emph" presetSubtype="0" fill="hold" nodeType="clickEffect">
                                  <p:stCondLst>
                                    <p:cond delay="0"/>
                                  </p:stCondLst>
                                  <p:childTnLst>
                                    <p:animRot by="-21600000">
                                      <p:cBhvr>
                                        <p:cTn id="274" dur="3000" fill="hold"/>
                                        <p:tgtEl>
                                          <p:spTgt spid="774"/>
                                        </p:tgtEl>
                                        <p:attrNameLst>
                                          <p:attrName>r</p:attrName>
                                        </p:attrNameLst>
                                      </p:cBhvr>
                                    </p:animRot>
                                  </p:childTnLst>
                                </p:cTn>
                              </p:par>
                            </p:childTnLst>
                          </p:cTn>
                        </p:par>
                      </p:childTnLst>
                    </p:cTn>
                  </p:par>
                  <p:par>
                    <p:cTn id="275" fill="hold">
                      <p:stCondLst>
                        <p:cond delay="indefinite"/>
                      </p:stCondLst>
                      <p:childTnLst>
                        <p:par>
                          <p:cTn id="276" fill="hold">
                            <p:stCondLst>
                              <p:cond delay="0"/>
                            </p:stCondLst>
                            <p:childTnLst>
                              <p:par>
                                <p:cTn id="277" presetID="8" presetClass="emph" presetSubtype="0" fill="hold" nodeType="clickEffect">
                                  <p:stCondLst>
                                    <p:cond delay="0"/>
                                  </p:stCondLst>
                                  <p:childTnLst>
                                    <p:animRot by="-21600000">
                                      <p:cBhvr>
                                        <p:cTn id="278" dur="3000" fill="hold"/>
                                        <p:tgtEl>
                                          <p:spTgt spid="774"/>
                                        </p:tgtEl>
                                        <p:attrNameLst>
                                          <p:attrName>r</p:attrName>
                                        </p:attrNameLst>
                                      </p:cBhvr>
                                    </p:animRot>
                                  </p:childTnLst>
                                </p:cTn>
                              </p:par>
                            </p:childTnLst>
                          </p:cTn>
                        </p:par>
                      </p:childTnLst>
                    </p:cTn>
                  </p:par>
                  <p:par>
                    <p:cTn id="279" fill="hold">
                      <p:stCondLst>
                        <p:cond delay="indefinite"/>
                      </p:stCondLst>
                      <p:childTnLst>
                        <p:par>
                          <p:cTn id="280" fill="hold">
                            <p:stCondLst>
                              <p:cond delay="0"/>
                            </p:stCondLst>
                            <p:childTnLst>
                              <p:par>
                                <p:cTn id="281" presetID="8" presetClass="emph" presetSubtype="0" fill="hold" nodeType="clickEffect">
                                  <p:stCondLst>
                                    <p:cond delay="0"/>
                                  </p:stCondLst>
                                  <p:childTnLst>
                                    <p:animRot by="-21600000">
                                      <p:cBhvr>
                                        <p:cTn id="282" dur="3000" fill="hold"/>
                                        <p:tgtEl>
                                          <p:spTgt spid="774"/>
                                        </p:tgtEl>
                                        <p:attrNameLst>
                                          <p:attrName>r</p:attrName>
                                        </p:attrNameLst>
                                      </p:cBhvr>
                                    </p:animRot>
                                  </p:childTnLst>
                                </p:cTn>
                              </p:par>
                            </p:childTnLst>
                          </p:cTn>
                        </p:par>
                      </p:childTnLst>
                    </p:cTn>
                  </p:par>
                  <p:par>
                    <p:cTn id="283" fill="hold">
                      <p:stCondLst>
                        <p:cond delay="indefinite"/>
                      </p:stCondLst>
                      <p:childTnLst>
                        <p:par>
                          <p:cTn id="284" fill="hold">
                            <p:stCondLst>
                              <p:cond delay="0"/>
                            </p:stCondLst>
                            <p:childTnLst>
                              <p:par>
                                <p:cTn id="285" presetID="8" presetClass="emph" presetSubtype="0" fill="hold" nodeType="clickEffect">
                                  <p:stCondLst>
                                    <p:cond delay="0"/>
                                  </p:stCondLst>
                                  <p:childTnLst>
                                    <p:animRot by="-21600000">
                                      <p:cBhvr>
                                        <p:cTn id="286" dur="3000" fill="hold"/>
                                        <p:tgtEl>
                                          <p:spTgt spid="774"/>
                                        </p:tgtEl>
                                        <p:attrNameLst>
                                          <p:attrName>r</p:attrName>
                                        </p:attrNameLst>
                                      </p:cBhvr>
                                    </p:animRot>
                                  </p:childTnLst>
                                </p:cTn>
                              </p:par>
                            </p:childTnLst>
                          </p:cTn>
                        </p:par>
                      </p:childTnLst>
                    </p:cTn>
                  </p:par>
                  <p:par>
                    <p:cTn id="287" fill="hold">
                      <p:stCondLst>
                        <p:cond delay="indefinite"/>
                      </p:stCondLst>
                      <p:childTnLst>
                        <p:par>
                          <p:cTn id="288" fill="hold">
                            <p:stCondLst>
                              <p:cond delay="0"/>
                            </p:stCondLst>
                            <p:childTnLst>
                              <p:par>
                                <p:cTn id="289" presetID="8" presetClass="emph" presetSubtype="0" fill="hold" nodeType="clickEffect">
                                  <p:stCondLst>
                                    <p:cond delay="0"/>
                                  </p:stCondLst>
                                  <p:childTnLst>
                                    <p:animRot by="-21600000">
                                      <p:cBhvr>
                                        <p:cTn id="290" dur="3000" fill="hold"/>
                                        <p:tgtEl>
                                          <p:spTgt spid="774"/>
                                        </p:tgtEl>
                                        <p:attrNameLst>
                                          <p:attrName>r</p:attrName>
                                        </p:attrNameLst>
                                      </p:cBhvr>
                                    </p:animRot>
                                  </p:childTnLst>
                                </p:cTn>
                              </p:par>
                            </p:childTnLst>
                          </p:cTn>
                        </p:par>
                      </p:childTnLst>
                    </p:cTn>
                  </p:par>
                  <p:par>
                    <p:cTn id="291" fill="hold">
                      <p:stCondLst>
                        <p:cond delay="indefinite"/>
                      </p:stCondLst>
                      <p:childTnLst>
                        <p:par>
                          <p:cTn id="292" fill="hold">
                            <p:stCondLst>
                              <p:cond delay="0"/>
                            </p:stCondLst>
                            <p:childTnLst>
                              <p:par>
                                <p:cTn id="293" presetID="8" presetClass="emph" presetSubtype="0" fill="hold" nodeType="clickEffect">
                                  <p:stCondLst>
                                    <p:cond delay="0"/>
                                  </p:stCondLst>
                                  <p:childTnLst>
                                    <p:animRot by="-21600000">
                                      <p:cBhvr>
                                        <p:cTn id="294" dur="3000" fill="hold"/>
                                        <p:tgtEl>
                                          <p:spTgt spid="774"/>
                                        </p:tgtEl>
                                        <p:attrNameLst>
                                          <p:attrName>r</p:attrName>
                                        </p:attrNameLst>
                                      </p:cBhvr>
                                    </p:animRot>
                                  </p:childTnLst>
                                </p:cTn>
                              </p:par>
                            </p:childTnLst>
                          </p:cTn>
                        </p:par>
                      </p:childTnLst>
                    </p:cTn>
                  </p:par>
                  <p:par>
                    <p:cTn id="295" fill="hold">
                      <p:stCondLst>
                        <p:cond delay="indefinite"/>
                      </p:stCondLst>
                      <p:childTnLst>
                        <p:par>
                          <p:cTn id="296" fill="hold">
                            <p:stCondLst>
                              <p:cond delay="0"/>
                            </p:stCondLst>
                            <p:childTnLst>
                              <p:par>
                                <p:cTn id="297" presetID="8" presetClass="emph" presetSubtype="0" fill="hold" nodeType="clickEffect">
                                  <p:stCondLst>
                                    <p:cond delay="0"/>
                                  </p:stCondLst>
                                  <p:childTnLst>
                                    <p:animRot by="-21600000">
                                      <p:cBhvr>
                                        <p:cTn id="298" dur="3000" fill="hold"/>
                                        <p:tgtEl>
                                          <p:spTgt spid="774"/>
                                        </p:tgtEl>
                                        <p:attrNameLst>
                                          <p:attrName>r</p:attrName>
                                        </p:attrNameLst>
                                      </p:cBhvr>
                                    </p:animRot>
                                  </p:childTnLst>
                                </p:cTn>
                              </p:par>
                            </p:childTnLst>
                          </p:cTn>
                        </p:par>
                      </p:childTnLst>
                    </p:cTn>
                  </p:par>
                  <p:par>
                    <p:cTn id="299" fill="hold">
                      <p:stCondLst>
                        <p:cond delay="indefinite"/>
                      </p:stCondLst>
                      <p:childTnLst>
                        <p:par>
                          <p:cTn id="300" fill="hold">
                            <p:stCondLst>
                              <p:cond delay="0"/>
                            </p:stCondLst>
                            <p:childTnLst>
                              <p:par>
                                <p:cTn id="301" presetID="8" presetClass="emph" presetSubtype="0" fill="hold" nodeType="clickEffect">
                                  <p:stCondLst>
                                    <p:cond delay="0"/>
                                  </p:stCondLst>
                                  <p:childTnLst>
                                    <p:animRot by="-21600000">
                                      <p:cBhvr>
                                        <p:cTn id="302" dur="3000" fill="hold"/>
                                        <p:tgtEl>
                                          <p:spTgt spid="774"/>
                                        </p:tgtEl>
                                        <p:attrNameLst>
                                          <p:attrName>r</p:attrName>
                                        </p:attrNameLst>
                                      </p:cBhvr>
                                    </p:animRot>
                                  </p:childTnLst>
                                </p:cTn>
                              </p:par>
                            </p:childTnLst>
                          </p:cTn>
                        </p:par>
                      </p:childTnLst>
                    </p:cTn>
                  </p:par>
                  <p:par>
                    <p:cTn id="303" fill="hold">
                      <p:stCondLst>
                        <p:cond delay="indefinite"/>
                      </p:stCondLst>
                      <p:childTnLst>
                        <p:par>
                          <p:cTn id="304" fill="hold">
                            <p:stCondLst>
                              <p:cond delay="0"/>
                            </p:stCondLst>
                            <p:childTnLst>
                              <p:par>
                                <p:cTn id="305" presetID="8" presetClass="emph" presetSubtype="0" fill="hold" nodeType="clickEffect">
                                  <p:stCondLst>
                                    <p:cond delay="0"/>
                                  </p:stCondLst>
                                  <p:childTnLst>
                                    <p:animRot by="-21600000">
                                      <p:cBhvr>
                                        <p:cTn id="306" dur="3000" fill="hold"/>
                                        <p:tgtEl>
                                          <p:spTgt spid="774"/>
                                        </p:tgtEl>
                                        <p:attrNameLst>
                                          <p:attrName>r</p:attrName>
                                        </p:attrNameLst>
                                      </p:cBhvr>
                                    </p:animRot>
                                  </p:childTnLst>
                                </p:cTn>
                              </p:par>
                            </p:childTnLst>
                          </p:cTn>
                        </p:par>
                      </p:childTnLst>
                    </p:cTn>
                  </p:par>
                  <p:par>
                    <p:cTn id="307" fill="hold">
                      <p:stCondLst>
                        <p:cond delay="indefinite"/>
                      </p:stCondLst>
                      <p:childTnLst>
                        <p:par>
                          <p:cTn id="308" fill="hold">
                            <p:stCondLst>
                              <p:cond delay="0"/>
                            </p:stCondLst>
                            <p:childTnLst>
                              <p:par>
                                <p:cTn id="309" presetID="8" presetClass="emph" presetSubtype="0" fill="hold" nodeType="clickEffect">
                                  <p:stCondLst>
                                    <p:cond delay="0"/>
                                  </p:stCondLst>
                                  <p:childTnLst>
                                    <p:animRot by="-21600000">
                                      <p:cBhvr>
                                        <p:cTn id="310" dur="3000" fill="hold"/>
                                        <p:tgtEl>
                                          <p:spTgt spid="774"/>
                                        </p:tgtEl>
                                        <p:attrNameLst>
                                          <p:attrName>r</p:attrName>
                                        </p:attrNameLst>
                                      </p:cBhvr>
                                    </p:animRot>
                                  </p:childTnLst>
                                </p:cTn>
                              </p:par>
                            </p:childTnLst>
                          </p:cTn>
                        </p:par>
                      </p:childTnLst>
                    </p:cTn>
                  </p:par>
                  <p:par>
                    <p:cTn id="311" fill="hold">
                      <p:stCondLst>
                        <p:cond delay="indefinite"/>
                      </p:stCondLst>
                      <p:childTnLst>
                        <p:par>
                          <p:cTn id="312" fill="hold">
                            <p:stCondLst>
                              <p:cond delay="0"/>
                            </p:stCondLst>
                            <p:childTnLst>
                              <p:par>
                                <p:cTn id="313" presetID="8" presetClass="emph" presetSubtype="0" fill="hold" nodeType="clickEffect">
                                  <p:stCondLst>
                                    <p:cond delay="0"/>
                                  </p:stCondLst>
                                  <p:childTnLst>
                                    <p:animRot by="-21600000">
                                      <p:cBhvr>
                                        <p:cTn id="314" dur="3000" fill="hold"/>
                                        <p:tgtEl>
                                          <p:spTgt spid="774"/>
                                        </p:tgtEl>
                                        <p:attrNameLst>
                                          <p:attrName>r</p:attrName>
                                        </p:attrNameLst>
                                      </p:cBhvr>
                                    </p:animRot>
                                  </p:childTnLst>
                                </p:cTn>
                              </p:par>
                            </p:childTnLst>
                          </p:cTn>
                        </p:par>
                      </p:childTnLst>
                    </p:cTn>
                  </p:par>
                  <p:par>
                    <p:cTn id="315" fill="hold">
                      <p:stCondLst>
                        <p:cond delay="indefinite"/>
                      </p:stCondLst>
                      <p:childTnLst>
                        <p:par>
                          <p:cTn id="316" fill="hold">
                            <p:stCondLst>
                              <p:cond delay="0"/>
                            </p:stCondLst>
                            <p:childTnLst>
                              <p:par>
                                <p:cTn id="317" presetID="8" presetClass="emph" presetSubtype="0" fill="hold" nodeType="clickEffect">
                                  <p:stCondLst>
                                    <p:cond delay="0"/>
                                  </p:stCondLst>
                                  <p:childTnLst>
                                    <p:animRot by="-21600000">
                                      <p:cBhvr>
                                        <p:cTn id="318" dur="3000" fill="hold"/>
                                        <p:tgtEl>
                                          <p:spTgt spid="774"/>
                                        </p:tgtEl>
                                        <p:attrNameLst>
                                          <p:attrName>r</p:attrName>
                                        </p:attrNameLst>
                                      </p:cBhvr>
                                    </p:animRot>
                                  </p:childTnLst>
                                </p:cTn>
                              </p:par>
                            </p:childTnLst>
                          </p:cTn>
                        </p:par>
                      </p:childTnLst>
                    </p:cTn>
                  </p:par>
                  <p:par>
                    <p:cTn id="319" fill="hold">
                      <p:stCondLst>
                        <p:cond delay="indefinite"/>
                      </p:stCondLst>
                      <p:childTnLst>
                        <p:par>
                          <p:cTn id="320" fill="hold">
                            <p:stCondLst>
                              <p:cond delay="0"/>
                            </p:stCondLst>
                            <p:childTnLst>
                              <p:par>
                                <p:cTn id="321" presetID="8" presetClass="emph" presetSubtype="0" fill="hold" nodeType="clickEffect">
                                  <p:stCondLst>
                                    <p:cond delay="0"/>
                                  </p:stCondLst>
                                  <p:childTnLst>
                                    <p:animRot by="-21600000">
                                      <p:cBhvr>
                                        <p:cTn id="322" dur="3000" fill="hold"/>
                                        <p:tgtEl>
                                          <p:spTgt spid="774"/>
                                        </p:tgtEl>
                                        <p:attrNameLst>
                                          <p:attrName>r</p:attrName>
                                        </p:attrNameLst>
                                      </p:cBhvr>
                                    </p:animRot>
                                  </p:childTnLst>
                                </p:cTn>
                              </p:par>
                            </p:childTnLst>
                          </p:cTn>
                        </p:par>
                      </p:childTnLst>
                    </p:cTn>
                  </p:par>
                  <p:par>
                    <p:cTn id="323" fill="hold">
                      <p:stCondLst>
                        <p:cond delay="indefinite"/>
                      </p:stCondLst>
                      <p:childTnLst>
                        <p:par>
                          <p:cTn id="324" fill="hold">
                            <p:stCondLst>
                              <p:cond delay="0"/>
                            </p:stCondLst>
                            <p:childTnLst>
                              <p:par>
                                <p:cTn id="325" presetID="8" presetClass="emph" presetSubtype="0" fill="hold" nodeType="clickEffect">
                                  <p:stCondLst>
                                    <p:cond delay="0"/>
                                  </p:stCondLst>
                                  <p:childTnLst>
                                    <p:animRot by="-21600000">
                                      <p:cBhvr>
                                        <p:cTn id="326" dur="3000" fill="hold"/>
                                        <p:tgtEl>
                                          <p:spTgt spid="774"/>
                                        </p:tgtEl>
                                        <p:attrNameLst>
                                          <p:attrName>r</p:attrName>
                                        </p:attrNameLst>
                                      </p:cBhvr>
                                    </p:animRot>
                                  </p:childTnLst>
                                </p:cTn>
                              </p:par>
                            </p:childTnLst>
                          </p:cTn>
                        </p:par>
                      </p:childTnLst>
                    </p:cTn>
                  </p:par>
                  <p:par>
                    <p:cTn id="327" fill="hold">
                      <p:stCondLst>
                        <p:cond delay="indefinite"/>
                      </p:stCondLst>
                      <p:childTnLst>
                        <p:par>
                          <p:cTn id="328" fill="hold">
                            <p:stCondLst>
                              <p:cond delay="0"/>
                            </p:stCondLst>
                            <p:childTnLst>
                              <p:par>
                                <p:cTn id="329" presetID="8" presetClass="emph" presetSubtype="0" fill="hold" nodeType="clickEffect">
                                  <p:stCondLst>
                                    <p:cond delay="0"/>
                                  </p:stCondLst>
                                  <p:childTnLst>
                                    <p:animRot by="-21600000">
                                      <p:cBhvr>
                                        <p:cTn id="330" dur="3000" fill="hold"/>
                                        <p:tgtEl>
                                          <p:spTgt spid="774"/>
                                        </p:tgtEl>
                                        <p:attrNameLst>
                                          <p:attrName>r</p:attrName>
                                        </p:attrNameLst>
                                      </p:cBhvr>
                                    </p:animRot>
                                  </p:childTnLst>
                                </p:cTn>
                              </p:par>
                            </p:childTnLst>
                          </p:cTn>
                        </p:par>
                      </p:childTnLst>
                    </p:cTn>
                  </p:par>
                  <p:par>
                    <p:cTn id="331" fill="hold">
                      <p:stCondLst>
                        <p:cond delay="indefinite"/>
                      </p:stCondLst>
                      <p:childTnLst>
                        <p:par>
                          <p:cTn id="332" fill="hold">
                            <p:stCondLst>
                              <p:cond delay="0"/>
                            </p:stCondLst>
                            <p:childTnLst>
                              <p:par>
                                <p:cTn id="333" presetID="8" presetClass="emph" presetSubtype="0" fill="hold" nodeType="clickEffect">
                                  <p:stCondLst>
                                    <p:cond delay="0"/>
                                  </p:stCondLst>
                                  <p:childTnLst>
                                    <p:animRot by="-21600000">
                                      <p:cBhvr>
                                        <p:cTn id="334" dur="3000" fill="hold"/>
                                        <p:tgtEl>
                                          <p:spTgt spid="774"/>
                                        </p:tgtEl>
                                        <p:attrNameLst>
                                          <p:attrName>r</p:attrName>
                                        </p:attrNameLst>
                                      </p:cBhvr>
                                    </p:animRot>
                                  </p:childTnLst>
                                </p:cTn>
                              </p:par>
                            </p:childTnLst>
                          </p:cTn>
                        </p:par>
                      </p:childTnLst>
                    </p:cTn>
                  </p:par>
                  <p:par>
                    <p:cTn id="335" fill="hold">
                      <p:stCondLst>
                        <p:cond delay="indefinite"/>
                      </p:stCondLst>
                      <p:childTnLst>
                        <p:par>
                          <p:cTn id="336" fill="hold">
                            <p:stCondLst>
                              <p:cond delay="0"/>
                            </p:stCondLst>
                            <p:childTnLst>
                              <p:par>
                                <p:cTn id="337" presetID="8" presetClass="emph" presetSubtype="0" fill="hold" nodeType="clickEffect">
                                  <p:stCondLst>
                                    <p:cond delay="0"/>
                                  </p:stCondLst>
                                  <p:childTnLst>
                                    <p:animRot by="-21600000">
                                      <p:cBhvr>
                                        <p:cTn id="338" dur="3000" fill="hold"/>
                                        <p:tgtEl>
                                          <p:spTgt spid="774"/>
                                        </p:tgtEl>
                                        <p:attrNameLst>
                                          <p:attrName>r</p:attrName>
                                        </p:attrNameLst>
                                      </p:cBhvr>
                                    </p:animRot>
                                  </p:childTnLst>
                                </p:cTn>
                              </p:par>
                            </p:childTnLst>
                          </p:cTn>
                        </p:par>
                      </p:childTnLst>
                    </p:cTn>
                  </p:par>
                  <p:par>
                    <p:cTn id="339" fill="hold">
                      <p:stCondLst>
                        <p:cond delay="indefinite"/>
                      </p:stCondLst>
                      <p:childTnLst>
                        <p:par>
                          <p:cTn id="340" fill="hold">
                            <p:stCondLst>
                              <p:cond delay="0"/>
                            </p:stCondLst>
                            <p:childTnLst>
                              <p:par>
                                <p:cTn id="341" presetID="8" presetClass="emph" presetSubtype="0" fill="hold" nodeType="clickEffect">
                                  <p:stCondLst>
                                    <p:cond delay="0"/>
                                  </p:stCondLst>
                                  <p:childTnLst>
                                    <p:animRot by="-21600000">
                                      <p:cBhvr>
                                        <p:cTn id="342" dur="3000" fill="hold"/>
                                        <p:tgtEl>
                                          <p:spTgt spid="774"/>
                                        </p:tgtEl>
                                        <p:attrNameLst>
                                          <p:attrName>r</p:attrName>
                                        </p:attrNameLst>
                                      </p:cBhvr>
                                    </p:animRot>
                                  </p:childTnLst>
                                </p:cTn>
                              </p:par>
                            </p:childTnLst>
                          </p:cTn>
                        </p:par>
                      </p:childTnLst>
                    </p:cTn>
                  </p:par>
                  <p:par>
                    <p:cTn id="343" fill="hold">
                      <p:stCondLst>
                        <p:cond delay="indefinite"/>
                      </p:stCondLst>
                      <p:childTnLst>
                        <p:par>
                          <p:cTn id="344" fill="hold">
                            <p:stCondLst>
                              <p:cond delay="0"/>
                            </p:stCondLst>
                            <p:childTnLst>
                              <p:par>
                                <p:cTn id="345" presetID="8" presetClass="emph" presetSubtype="0" fill="hold" nodeType="clickEffect">
                                  <p:stCondLst>
                                    <p:cond delay="0"/>
                                  </p:stCondLst>
                                  <p:childTnLst>
                                    <p:animRot by="-21600000">
                                      <p:cBhvr>
                                        <p:cTn id="346" dur="3000" fill="hold"/>
                                        <p:tgtEl>
                                          <p:spTgt spid="774"/>
                                        </p:tgtEl>
                                        <p:attrNameLst>
                                          <p:attrName>r</p:attrName>
                                        </p:attrNameLst>
                                      </p:cBhvr>
                                    </p:animRot>
                                  </p:childTnLst>
                                </p:cTn>
                              </p:par>
                            </p:childTnLst>
                          </p:cTn>
                        </p:par>
                      </p:childTnLst>
                    </p:cTn>
                  </p:par>
                  <p:par>
                    <p:cTn id="347" fill="hold">
                      <p:stCondLst>
                        <p:cond delay="indefinite"/>
                      </p:stCondLst>
                      <p:childTnLst>
                        <p:par>
                          <p:cTn id="348" fill="hold">
                            <p:stCondLst>
                              <p:cond delay="0"/>
                            </p:stCondLst>
                            <p:childTnLst>
                              <p:par>
                                <p:cTn id="349" presetID="8" presetClass="emph" presetSubtype="0" fill="hold" nodeType="clickEffect">
                                  <p:stCondLst>
                                    <p:cond delay="0"/>
                                  </p:stCondLst>
                                  <p:childTnLst>
                                    <p:animRot by="-21600000">
                                      <p:cBhvr>
                                        <p:cTn id="350" dur="3000" fill="hold"/>
                                        <p:tgtEl>
                                          <p:spTgt spid="774"/>
                                        </p:tgtEl>
                                        <p:attrNameLst>
                                          <p:attrName>r</p:attrName>
                                        </p:attrNameLst>
                                      </p:cBhvr>
                                    </p:animRot>
                                  </p:childTnLst>
                                </p:cTn>
                              </p:par>
                            </p:childTnLst>
                          </p:cTn>
                        </p:par>
                      </p:childTnLst>
                    </p:cTn>
                  </p:par>
                  <p:par>
                    <p:cTn id="351" fill="hold">
                      <p:stCondLst>
                        <p:cond delay="indefinite"/>
                      </p:stCondLst>
                      <p:childTnLst>
                        <p:par>
                          <p:cTn id="352" fill="hold">
                            <p:stCondLst>
                              <p:cond delay="0"/>
                            </p:stCondLst>
                            <p:childTnLst>
                              <p:par>
                                <p:cTn id="353" presetID="8" presetClass="emph" presetSubtype="0" fill="hold" nodeType="clickEffect">
                                  <p:stCondLst>
                                    <p:cond delay="0"/>
                                  </p:stCondLst>
                                  <p:childTnLst>
                                    <p:animRot by="-21600000">
                                      <p:cBhvr>
                                        <p:cTn id="354" dur="3000" fill="hold"/>
                                        <p:tgtEl>
                                          <p:spTgt spid="774"/>
                                        </p:tgtEl>
                                        <p:attrNameLst>
                                          <p:attrName>r</p:attrName>
                                        </p:attrNameLst>
                                      </p:cBhvr>
                                    </p:animRot>
                                  </p:childTnLst>
                                </p:cTn>
                              </p:par>
                            </p:childTnLst>
                          </p:cTn>
                        </p:par>
                      </p:childTnLst>
                    </p:cTn>
                  </p:par>
                  <p:par>
                    <p:cTn id="355" fill="hold">
                      <p:stCondLst>
                        <p:cond delay="indefinite"/>
                      </p:stCondLst>
                      <p:childTnLst>
                        <p:par>
                          <p:cTn id="356" fill="hold">
                            <p:stCondLst>
                              <p:cond delay="0"/>
                            </p:stCondLst>
                            <p:childTnLst>
                              <p:par>
                                <p:cTn id="357" presetID="8" presetClass="emph" presetSubtype="0" fill="hold" nodeType="clickEffect">
                                  <p:stCondLst>
                                    <p:cond delay="0"/>
                                  </p:stCondLst>
                                  <p:childTnLst>
                                    <p:animRot by="-21600000">
                                      <p:cBhvr>
                                        <p:cTn id="358" dur="3000" fill="hold"/>
                                        <p:tgtEl>
                                          <p:spTgt spid="774"/>
                                        </p:tgtEl>
                                        <p:attrNameLst>
                                          <p:attrName>r</p:attrName>
                                        </p:attrNameLst>
                                      </p:cBhvr>
                                    </p:animRot>
                                  </p:childTnLst>
                                </p:cTn>
                              </p:par>
                            </p:childTnLst>
                          </p:cTn>
                        </p:par>
                      </p:childTnLst>
                    </p:cTn>
                  </p:par>
                  <p:par>
                    <p:cTn id="359" fill="hold">
                      <p:stCondLst>
                        <p:cond delay="indefinite"/>
                      </p:stCondLst>
                      <p:childTnLst>
                        <p:par>
                          <p:cTn id="360" fill="hold">
                            <p:stCondLst>
                              <p:cond delay="0"/>
                            </p:stCondLst>
                            <p:childTnLst>
                              <p:par>
                                <p:cTn id="361" presetID="8" presetClass="emph" presetSubtype="0" fill="hold" nodeType="clickEffect">
                                  <p:stCondLst>
                                    <p:cond delay="0"/>
                                  </p:stCondLst>
                                  <p:childTnLst>
                                    <p:animRot by="-21600000">
                                      <p:cBhvr>
                                        <p:cTn id="362" dur="3000" fill="hold"/>
                                        <p:tgtEl>
                                          <p:spTgt spid="774"/>
                                        </p:tgtEl>
                                        <p:attrNameLst>
                                          <p:attrName>r</p:attrName>
                                        </p:attrNameLst>
                                      </p:cBhvr>
                                    </p:animRot>
                                  </p:childTnLst>
                                </p:cTn>
                              </p:par>
                            </p:childTnLst>
                          </p:cTn>
                        </p:par>
                      </p:childTnLst>
                    </p:cTn>
                  </p:par>
                  <p:par>
                    <p:cTn id="363" fill="hold">
                      <p:stCondLst>
                        <p:cond delay="indefinite"/>
                      </p:stCondLst>
                      <p:childTnLst>
                        <p:par>
                          <p:cTn id="364" fill="hold">
                            <p:stCondLst>
                              <p:cond delay="0"/>
                            </p:stCondLst>
                            <p:childTnLst>
                              <p:par>
                                <p:cTn id="365" presetID="8" presetClass="emph" presetSubtype="0" fill="hold" nodeType="clickEffect">
                                  <p:stCondLst>
                                    <p:cond delay="0"/>
                                  </p:stCondLst>
                                  <p:childTnLst>
                                    <p:animRot by="-21600000">
                                      <p:cBhvr>
                                        <p:cTn id="366" dur="3000" fill="hold"/>
                                        <p:tgtEl>
                                          <p:spTgt spid="774"/>
                                        </p:tgtEl>
                                        <p:attrNameLst>
                                          <p:attrName>r</p:attrName>
                                        </p:attrNameLst>
                                      </p:cBhvr>
                                    </p:animRot>
                                  </p:childTnLst>
                                </p:cTn>
                              </p:par>
                            </p:childTnLst>
                          </p:cTn>
                        </p:par>
                      </p:childTnLst>
                    </p:cTn>
                  </p:par>
                  <p:par>
                    <p:cTn id="367" fill="hold">
                      <p:stCondLst>
                        <p:cond delay="indefinite"/>
                      </p:stCondLst>
                      <p:childTnLst>
                        <p:par>
                          <p:cTn id="368" fill="hold">
                            <p:stCondLst>
                              <p:cond delay="0"/>
                            </p:stCondLst>
                            <p:childTnLst>
                              <p:par>
                                <p:cTn id="369" presetID="8" presetClass="emph" presetSubtype="0" fill="hold" nodeType="clickEffect">
                                  <p:stCondLst>
                                    <p:cond delay="0"/>
                                  </p:stCondLst>
                                  <p:childTnLst>
                                    <p:animRot by="-21600000">
                                      <p:cBhvr>
                                        <p:cTn id="370" dur="3000" fill="hold"/>
                                        <p:tgtEl>
                                          <p:spTgt spid="774"/>
                                        </p:tgtEl>
                                        <p:attrNameLst>
                                          <p:attrName>r</p:attrName>
                                        </p:attrNameLst>
                                      </p:cBhvr>
                                    </p:animRot>
                                  </p:childTnLst>
                                </p:cTn>
                              </p:par>
                            </p:childTnLst>
                          </p:cTn>
                        </p:par>
                      </p:childTnLst>
                    </p:cTn>
                  </p:par>
                  <p:par>
                    <p:cTn id="371" fill="hold">
                      <p:stCondLst>
                        <p:cond delay="indefinite"/>
                      </p:stCondLst>
                      <p:childTnLst>
                        <p:par>
                          <p:cTn id="372" fill="hold">
                            <p:stCondLst>
                              <p:cond delay="0"/>
                            </p:stCondLst>
                            <p:childTnLst>
                              <p:par>
                                <p:cTn id="373" presetID="8" presetClass="emph" presetSubtype="0" fill="hold" nodeType="clickEffect">
                                  <p:stCondLst>
                                    <p:cond delay="0"/>
                                  </p:stCondLst>
                                  <p:childTnLst>
                                    <p:animRot by="-21600000">
                                      <p:cBhvr>
                                        <p:cTn id="374" dur="3000" fill="hold"/>
                                        <p:tgtEl>
                                          <p:spTgt spid="774"/>
                                        </p:tgtEl>
                                        <p:attrNameLst>
                                          <p:attrName>r</p:attrName>
                                        </p:attrNameLst>
                                      </p:cBhvr>
                                    </p:animRot>
                                  </p:childTnLst>
                                </p:cTn>
                              </p:par>
                            </p:childTnLst>
                          </p:cTn>
                        </p:par>
                      </p:childTnLst>
                    </p:cTn>
                  </p:par>
                  <p:par>
                    <p:cTn id="375" fill="hold">
                      <p:stCondLst>
                        <p:cond delay="indefinite"/>
                      </p:stCondLst>
                      <p:childTnLst>
                        <p:par>
                          <p:cTn id="376" fill="hold">
                            <p:stCondLst>
                              <p:cond delay="0"/>
                            </p:stCondLst>
                            <p:childTnLst>
                              <p:par>
                                <p:cTn id="377" presetID="8" presetClass="emph" presetSubtype="0" fill="hold" nodeType="clickEffect">
                                  <p:stCondLst>
                                    <p:cond delay="0"/>
                                  </p:stCondLst>
                                  <p:childTnLst>
                                    <p:animRot by="-21600000">
                                      <p:cBhvr>
                                        <p:cTn id="378" dur="3000" fill="hold"/>
                                        <p:tgtEl>
                                          <p:spTgt spid="774"/>
                                        </p:tgtEl>
                                        <p:attrNameLst>
                                          <p:attrName>r</p:attrName>
                                        </p:attrNameLst>
                                      </p:cBhvr>
                                    </p:animRot>
                                  </p:childTnLst>
                                </p:cTn>
                              </p:par>
                            </p:childTnLst>
                          </p:cTn>
                        </p:par>
                      </p:childTnLst>
                    </p:cTn>
                  </p:par>
                  <p:par>
                    <p:cTn id="379" fill="hold">
                      <p:stCondLst>
                        <p:cond delay="indefinite"/>
                      </p:stCondLst>
                      <p:childTnLst>
                        <p:par>
                          <p:cTn id="380" fill="hold">
                            <p:stCondLst>
                              <p:cond delay="0"/>
                            </p:stCondLst>
                            <p:childTnLst>
                              <p:par>
                                <p:cTn id="381" presetID="8" presetClass="emph" presetSubtype="0" fill="hold" nodeType="clickEffect">
                                  <p:stCondLst>
                                    <p:cond delay="0"/>
                                  </p:stCondLst>
                                  <p:childTnLst>
                                    <p:animRot by="-21600000">
                                      <p:cBhvr>
                                        <p:cTn id="382" dur="3000" fill="hold"/>
                                        <p:tgtEl>
                                          <p:spTgt spid="774"/>
                                        </p:tgtEl>
                                        <p:attrNameLst>
                                          <p:attrName>r</p:attrName>
                                        </p:attrNameLst>
                                      </p:cBhvr>
                                    </p:animRot>
                                  </p:childTnLst>
                                </p:cTn>
                              </p:par>
                            </p:childTnLst>
                          </p:cTn>
                        </p:par>
                      </p:childTnLst>
                    </p:cTn>
                  </p:par>
                  <p:par>
                    <p:cTn id="383" fill="hold">
                      <p:stCondLst>
                        <p:cond delay="indefinite"/>
                      </p:stCondLst>
                      <p:childTnLst>
                        <p:par>
                          <p:cTn id="384" fill="hold">
                            <p:stCondLst>
                              <p:cond delay="0"/>
                            </p:stCondLst>
                            <p:childTnLst>
                              <p:par>
                                <p:cTn id="385" presetID="8" presetClass="emph" presetSubtype="0" fill="hold" nodeType="clickEffect">
                                  <p:stCondLst>
                                    <p:cond delay="0"/>
                                  </p:stCondLst>
                                  <p:childTnLst>
                                    <p:animRot by="-21600000">
                                      <p:cBhvr>
                                        <p:cTn id="386" dur="3000" fill="hold"/>
                                        <p:tgtEl>
                                          <p:spTgt spid="774"/>
                                        </p:tgtEl>
                                        <p:attrNameLst>
                                          <p:attrName>r</p:attrName>
                                        </p:attrNameLst>
                                      </p:cBhvr>
                                    </p:animRot>
                                  </p:childTnLst>
                                </p:cTn>
                              </p:par>
                            </p:childTnLst>
                          </p:cTn>
                        </p:par>
                      </p:childTnLst>
                    </p:cTn>
                  </p:par>
                  <p:par>
                    <p:cTn id="387" fill="hold">
                      <p:stCondLst>
                        <p:cond delay="indefinite"/>
                      </p:stCondLst>
                      <p:childTnLst>
                        <p:par>
                          <p:cTn id="388" fill="hold">
                            <p:stCondLst>
                              <p:cond delay="0"/>
                            </p:stCondLst>
                            <p:childTnLst>
                              <p:par>
                                <p:cTn id="389" presetID="8" presetClass="emph" presetSubtype="0" fill="hold" nodeType="clickEffect">
                                  <p:stCondLst>
                                    <p:cond delay="0"/>
                                  </p:stCondLst>
                                  <p:childTnLst>
                                    <p:animRot by="-21600000">
                                      <p:cBhvr>
                                        <p:cTn id="390" dur="3000" fill="hold"/>
                                        <p:tgtEl>
                                          <p:spTgt spid="774"/>
                                        </p:tgtEl>
                                        <p:attrNameLst>
                                          <p:attrName>r</p:attrName>
                                        </p:attrNameLst>
                                      </p:cBhvr>
                                    </p:animRot>
                                  </p:childTnLst>
                                </p:cTn>
                              </p:par>
                            </p:childTnLst>
                          </p:cTn>
                        </p:par>
                      </p:childTnLst>
                    </p:cTn>
                  </p:par>
                  <p:par>
                    <p:cTn id="391" fill="hold">
                      <p:stCondLst>
                        <p:cond delay="indefinite"/>
                      </p:stCondLst>
                      <p:childTnLst>
                        <p:par>
                          <p:cTn id="392" fill="hold">
                            <p:stCondLst>
                              <p:cond delay="0"/>
                            </p:stCondLst>
                            <p:childTnLst>
                              <p:par>
                                <p:cTn id="393" presetID="8" presetClass="emph" presetSubtype="0" fill="hold" nodeType="clickEffect">
                                  <p:stCondLst>
                                    <p:cond delay="0"/>
                                  </p:stCondLst>
                                  <p:childTnLst>
                                    <p:animRot by="-21600000">
                                      <p:cBhvr>
                                        <p:cTn id="394" dur="3000" fill="hold"/>
                                        <p:tgtEl>
                                          <p:spTgt spid="774"/>
                                        </p:tgtEl>
                                        <p:attrNameLst>
                                          <p:attrName>r</p:attrName>
                                        </p:attrNameLst>
                                      </p:cBhvr>
                                    </p:animRot>
                                  </p:childTnLst>
                                </p:cTn>
                              </p:par>
                            </p:childTnLst>
                          </p:cTn>
                        </p:par>
                      </p:childTnLst>
                    </p:cTn>
                  </p:par>
                  <p:par>
                    <p:cTn id="395" fill="hold">
                      <p:stCondLst>
                        <p:cond delay="indefinite"/>
                      </p:stCondLst>
                      <p:childTnLst>
                        <p:par>
                          <p:cTn id="396" fill="hold">
                            <p:stCondLst>
                              <p:cond delay="0"/>
                            </p:stCondLst>
                            <p:childTnLst>
                              <p:par>
                                <p:cTn id="397" presetID="8" presetClass="emph" presetSubtype="0" fill="hold" nodeType="clickEffect">
                                  <p:stCondLst>
                                    <p:cond delay="0"/>
                                  </p:stCondLst>
                                  <p:childTnLst>
                                    <p:animRot by="-21600000">
                                      <p:cBhvr>
                                        <p:cTn id="398" dur="3000" fill="hold"/>
                                        <p:tgtEl>
                                          <p:spTgt spid="774"/>
                                        </p:tgtEl>
                                        <p:attrNameLst>
                                          <p:attrName>r</p:attrName>
                                        </p:attrNameLst>
                                      </p:cBhvr>
                                    </p:animRot>
                                  </p:childTnLst>
                                </p:cTn>
                              </p:par>
                            </p:childTnLst>
                          </p:cTn>
                        </p:par>
                      </p:childTnLst>
                    </p:cTn>
                  </p:par>
                  <p:par>
                    <p:cTn id="399" fill="hold">
                      <p:stCondLst>
                        <p:cond delay="indefinite"/>
                      </p:stCondLst>
                      <p:childTnLst>
                        <p:par>
                          <p:cTn id="400" fill="hold">
                            <p:stCondLst>
                              <p:cond delay="0"/>
                            </p:stCondLst>
                            <p:childTnLst>
                              <p:par>
                                <p:cTn id="401" presetID="8" presetClass="emph" presetSubtype="0" fill="hold" nodeType="clickEffect">
                                  <p:stCondLst>
                                    <p:cond delay="0"/>
                                  </p:stCondLst>
                                  <p:childTnLst>
                                    <p:animRot by="-21600000">
                                      <p:cBhvr>
                                        <p:cTn id="402" dur="3000" fill="hold"/>
                                        <p:tgtEl>
                                          <p:spTgt spid="774"/>
                                        </p:tgtEl>
                                        <p:attrNameLst>
                                          <p:attrName>r</p:attrName>
                                        </p:attrNameLst>
                                      </p:cBhvr>
                                    </p:animRot>
                                  </p:childTnLst>
                                </p:cTn>
                              </p:par>
                            </p:childTnLst>
                          </p:cTn>
                        </p:par>
                      </p:childTnLst>
                    </p:cTn>
                  </p:par>
                  <p:par>
                    <p:cTn id="403" fill="hold">
                      <p:stCondLst>
                        <p:cond delay="indefinite"/>
                      </p:stCondLst>
                      <p:childTnLst>
                        <p:par>
                          <p:cTn id="404" fill="hold">
                            <p:stCondLst>
                              <p:cond delay="0"/>
                            </p:stCondLst>
                            <p:childTnLst>
                              <p:par>
                                <p:cTn id="405" presetID="8" presetClass="emph" presetSubtype="0" fill="hold" nodeType="clickEffect">
                                  <p:stCondLst>
                                    <p:cond delay="0"/>
                                  </p:stCondLst>
                                  <p:childTnLst>
                                    <p:animRot by="-21600000">
                                      <p:cBhvr>
                                        <p:cTn id="406" dur="3000" fill="hold"/>
                                        <p:tgtEl>
                                          <p:spTgt spid="774"/>
                                        </p:tgtEl>
                                        <p:attrNameLst>
                                          <p:attrName>r</p:attrName>
                                        </p:attrNameLst>
                                      </p:cBhvr>
                                    </p:animRot>
                                  </p:childTnLst>
                                </p:cTn>
                              </p:par>
                            </p:childTnLst>
                          </p:cTn>
                        </p:par>
                      </p:childTnLst>
                    </p:cTn>
                  </p:par>
                  <p:par>
                    <p:cTn id="407" fill="hold">
                      <p:stCondLst>
                        <p:cond delay="indefinite"/>
                      </p:stCondLst>
                      <p:childTnLst>
                        <p:par>
                          <p:cTn id="408" fill="hold">
                            <p:stCondLst>
                              <p:cond delay="0"/>
                            </p:stCondLst>
                            <p:childTnLst>
                              <p:par>
                                <p:cTn id="409" presetID="8" presetClass="emph" presetSubtype="0" fill="hold" nodeType="clickEffect">
                                  <p:stCondLst>
                                    <p:cond delay="0"/>
                                  </p:stCondLst>
                                  <p:childTnLst>
                                    <p:animRot by="-21600000">
                                      <p:cBhvr>
                                        <p:cTn id="410" dur="3000" fill="hold"/>
                                        <p:tgtEl>
                                          <p:spTgt spid="774"/>
                                        </p:tgtEl>
                                        <p:attrNameLst>
                                          <p:attrName>r</p:attrName>
                                        </p:attrNameLst>
                                      </p:cBhvr>
                                    </p:animRot>
                                  </p:childTnLst>
                                </p:cTn>
                              </p:par>
                            </p:childTnLst>
                          </p:cTn>
                        </p:par>
                      </p:childTnLst>
                    </p:cTn>
                  </p:par>
                  <p:par>
                    <p:cTn id="411" fill="hold">
                      <p:stCondLst>
                        <p:cond delay="indefinite"/>
                      </p:stCondLst>
                      <p:childTnLst>
                        <p:par>
                          <p:cTn id="412" fill="hold">
                            <p:stCondLst>
                              <p:cond delay="0"/>
                            </p:stCondLst>
                            <p:childTnLst>
                              <p:par>
                                <p:cTn id="413" presetID="8" presetClass="emph" presetSubtype="0" fill="hold" nodeType="clickEffect">
                                  <p:stCondLst>
                                    <p:cond delay="0"/>
                                  </p:stCondLst>
                                  <p:childTnLst>
                                    <p:animRot by="-21600000">
                                      <p:cBhvr>
                                        <p:cTn id="414" dur="3000" fill="hold"/>
                                        <p:tgtEl>
                                          <p:spTgt spid="774"/>
                                        </p:tgtEl>
                                        <p:attrNameLst>
                                          <p:attrName>r</p:attrName>
                                        </p:attrNameLst>
                                      </p:cBhvr>
                                    </p:animRot>
                                  </p:childTnLst>
                                </p:cTn>
                              </p:par>
                            </p:childTnLst>
                          </p:cTn>
                        </p:par>
                      </p:childTnLst>
                    </p:cTn>
                  </p:par>
                  <p:par>
                    <p:cTn id="415" fill="hold">
                      <p:stCondLst>
                        <p:cond delay="indefinite"/>
                      </p:stCondLst>
                      <p:childTnLst>
                        <p:par>
                          <p:cTn id="416" fill="hold">
                            <p:stCondLst>
                              <p:cond delay="0"/>
                            </p:stCondLst>
                            <p:childTnLst>
                              <p:par>
                                <p:cTn id="417" presetID="8" presetClass="emph" presetSubtype="0" fill="hold" nodeType="clickEffect">
                                  <p:stCondLst>
                                    <p:cond delay="0"/>
                                  </p:stCondLst>
                                  <p:childTnLst>
                                    <p:animRot by="-21600000">
                                      <p:cBhvr>
                                        <p:cTn id="418" dur="3000" fill="hold"/>
                                        <p:tgtEl>
                                          <p:spTgt spid="774"/>
                                        </p:tgtEl>
                                        <p:attrNameLst>
                                          <p:attrName>r</p:attrName>
                                        </p:attrNameLst>
                                      </p:cBhvr>
                                    </p:animRot>
                                  </p:childTnLst>
                                </p:cTn>
                              </p:par>
                            </p:childTnLst>
                          </p:cTn>
                        </p:par>
                      </p:childTnLst>
                    </p:cTn>
                  </p:par>
                  <p:par>
                    <p:cTn id="419" fill="hold">
                      <p:stCondLst>
                        <p:cond delay="indefinite"/>
                      </p:stCondLst>
                      <p:childTnLst>
                        <p:par>
                          <p:cTn id="420" fill="hold">
                            <p:stCondLst>
                              <p:cond delay="0"/>
                            </p:stCondLst>
                            <p:childTnLst>
                              <p:par>
                                <p:cTn id="421" presetID="8" presetClass="emph" presetSubtype="0" fill="hold" nodeType="clickEffect">
                                  <p:stCondLst>
                                    <p:cond delay="0"/>
                                  </p:stCondLst>
                                  <p:childTnLst>
                                    <p:animRot by="-21600000">
                                      <p:cBhvr>
                                        <p:cTn id="422" dur="3000" fill="hold"/>
                                        <p:tgtEl>
                                          <p:spTgt spid="774"/>
                                        </p:tgtEl>
                                        <p:attrNameLst>
                                          <p:attrName>r</p:attrName>
                                        </p:attrNameLst>
                                      </p:cBhvr>
                                    </p:animRot>
                                  </p:childTnLst>
                                </p:cTn>
                              </p:par>
                            </p:childTnLst>
                          </p:cTn>
                        </p:par>
                      </p:childTnLst>
                    </p:cTn>
                  </p:par>
                  <p:par>
                    <p:cTn id="423" fill="hold">
                      <p:stCondLst>
                        <p:cond delay="indefinite"/>
                      </p:stCondLst>
                      <p:childTnLst>
                        <p:par>
                          <p:cTn id="424" fill="hold">
                            <p:stCondLst>
                              <p:cond delay="0"/>
                            </p:stCondLst>
                            <p:childTnLst>
                              <p:par>
                                <p:cTn id="425" presetID="8" presetClass="emph" presetSubtype="0" fill="hold" nodeType="clickEffect">
                                  <p:stCondLst>
                                    <p:cond delay="0"/>
                                  </p:stCondLst>
                                  <p:childTnLst>
                                    <p:animRot by="-21600000">
                                      <p:cBhvr>
                                        <p:cTn id="426" dur="3000" fill="hold"/>
                                        <p:tgtEl>
                                          <p:spTgt spid="774"/>
                                        </p:tgtEl>
                                        <p:attrNameLst>
                                          <p:attrName>r</p:attrName>
                                        </p:attrNameLst>
                                      </p:cBhvr>
                                    </p:animRot>
                                  </p:childTnLst>
                                </p:cTn>
                              </p:par>
                            </p:childTnLst>
                          </p:cTn>
                        </p:par>
                      </p:childTnLst>
                    </p:cTn>
                  </p:par>
                  <p:par>
                    <p:cTn id="427" fill="hold">
                      <p:stCondLst>
                        <p:cond delay="indefinite"/>
                      </p:stCondLst>
                      <p:childTnLst>
                        <p:par>
                          <p:cTn id="428" fill="hold">
                            <p:stCondLst>
                              <p:cond delay="0"/>
                            </p:stCondLst>
                            <p:childTnLst>
                              <p:par>
                                <p:cTn id="429" presetID="8" presetClass="emph" presetSubtype="0" fill="hold" nodeType="clickEffect">
                                  <p:stCondLst>
                                    <p:cond delay="0"/>
                                  </p:stCondLst>
                                  <p:childTnLst>
                                    <p:animRot by="-21600000">
                                      <p:cBhvr>
                                        <p:cTn id="430" dur="3000" fill="hold"/>
                                        <p:tgtEl>
                                          <p:spTgt spid="774"/>
                                        </p:tgtEl>
                                        <p:attrNameLst>
                                          <p:attrName>r</p:attrName>
                                        </p:attrNameLst>
                                      </p:cBhvr>
                                    </p:animRot>
                                  </p:childTnLst>
                                </p:cTn>
                              </p:par>
                            </p:childTnLst>
                          </p:cTn>
                        </p:par>
                      </p:childTnLst>
                    </p:cTn>
                  </p:par>
                  <p:par>
                    <p:cTn id="431" fill="hold">
                      <p:stCondLst>
                        <p:cond delay="indefinite"/>
                      </p:stCondLst>
                      <p:childTnLst>
                        <p:par>
                          <p:cTn id="432" fill="hold">
                            <p:stCondLst>
                              <p:cond delay="0"/>
                            </p:stCondLst>
                            <p:childTnLst>
                              <p:par>
                                <p:cTn id="433" presetID="8" presetClass="emph" presetSubtype="0" fill="hold" nodeType="clickEffect">
                                  <p:stCondLst>
                                    <p:cond delay="0"/>
                                  </p:stCondLst>
                                  <p:childTnLst>
                                    <p:animRot by="-21600000">
                                      <p:cBhvr>
                                        <p:cTn id="434" dur="3000" fill="hold"/>
                                        <p:tgtEl>
                                          <p:spTgt spid="774"/>
                                        </p:tgtEl>
                                        <p:attrNameLst>
                                          <p:attrName>r</p:attrName>
                                        </p:attrNameLst>
                                      </p:cBhvr>
                                    </p:animRot>
                                  </p:childTnLst>
                                </p:cTn>
                              </p:par>
                            </p:childTnLst>
                          </p:cTn>
                        </p:par>
                      </p:childTnLst>
                    </p:cTn>
                  </p:par>
                  <p:par>
                    <p:cTn id="435" fill="hold">
                      <p:stCondLst>
                        <p:cond delay="indefinite"/>
                      </p:stCondLst>
                      <p:childTnLst>
                        <p:par>
                          <p:cTn id="436" fill="hold">
                            <p:stCondLst>
                              <p:cond delay="0"/>
                            </p:stCondLst>
                            <p:childTnLst>
                              <p:par>
                                <p:cTn id="437" presetID="8" presetClass="emph" presetSubtype="0" fill="hold" nodeType="clickEffect">
                                  <p:stCondLst>
                                    <p:cond delay="0"/>
                                  </p:stCondLst>
                                  <p:childTnLst>
                                    <p:animRot by="-21600000">
                                      <p:cBhvr>
                                        <p:cTn id="438" dur="3000" fill="hold"/>
                                        <p:tgtEl>
                                          <p:spTgt spid="774"/>
                                        </p:tgtEl>
                                        <p:attrNameLst>
                                          <p:attrName>r</p:attrName>
                                        </p:attrNameLst>
                                      </p:cBhvr>
                                    </p:animRot>
                                  </p:childTnLst>
                                </p:cTn>
                              </p:par>
                            </p:childTnLst>
                          </p:cTn>
                        </p:par>
                      </p:childTnLst>
                    </p:cTn>
                  </p:par>
                  <p:par>
                    <p:cTn id="439" fill="hold">
                      <p:stCondLst>
                        <p:cond delay="indefinite"/>
                      </p:stCondLst>
                      <p:childTnLst>
                        <p:par>
                          <p:cTn id="440" fill="hold">
                            <p:stCondLst>
                              <p:cond delay="0"/>
                            </p:stCondLst>
                            <p:childTnLst>
                              <p:par>
                                <p:cTn id="441" presetID="8" presetClass="emph" presetSubtype="0" fill="hold" nodeType="clickEffect">
                                  <p:stCondLst>
                                    <p:cond delay="0"/>
                                  </p:stCondLst>
                                  <p:childTnLst>
                                    <p:animRot by="-21600000">
                                      <p:cBhvr>
                                        <p:cTn id="442" dur="3000" fill="hold"/>
                                        <p:tgtEl>
                                          <p:spTgt spid="774"/>
                                        </p:tgtEl>
                                        <p:attrNameLst>
                                          <p:attrName>r</p:attrName>
                                        </p:attrNameLst>
                                      </p:cBhvr>
                                    </p:animRot>
                                  </p:childTnLst>
                                </p:cTn>
                              </p:par>
                            </p:childTnLst>
                          </p:cTn>
                        </p:par>
                      </p:childTnLst>
                    </p:cTn>
                  </p:par>
                  <p:par>
                    <p:cTn id="443" fill="hold">
                      <p:stCondLst>
                        <p:cond delay="indefinite"/>
                      </p:stCondLst>
                      <p:childTnLst>
                        <p:par>
                          <p:cTn id="444" fill="hold">
                            <p:stCondLst>
                              <p:cond delay="0"/>
                            </p:stCondLst>
                            <p:childTnLst>
                              <p:par>
                                <p:cTn id="445" presetID="8" presetClass="emph" presetSubtype="0" fill="hold" nodeType="clickEffect">
                                  <p:stCondLst>
                                    <p:cond delay="0"/>
                                  </p:stCondLst>
                                  <p:childTnLst>
                                    <p:animRot by="-21600000">
                                      <p:cBhvr>
                                        <p:cTn id="446" dur="3000" fill="hold"/>
                                        <p:tgtEl>
                                          <p:spTgt spid="774"/>
                                        </p:tgtEl>
                                        <p:attrNameLst>
                                          <p:attrName>r</p:attrName>
                                        </p:attrNameLst>
                                      </p:cBhvr>
                                    </p:animRot>
                                  </p:childTnLst>
                                </p:cTn>
                              </p:par>
                            </p:childTnLst>
                          </p:cTn>
                        </p:par>
                      </p:childTnLst>
                    </p:cTn>
                  </p:par>
                  <p:par>
                    <p:cTn id="447" fill="hold">
                      <p:stCondLst>
                        <p:cond delay="indefinite"/>
                      </p:stCondLst>
                      <p:childTnLst>
                        <p:par>
                          <p:cTn id="448" fill="hold">
                            <p:stCondLst>
                              <p:cond delay="0"/>
                            </p:stCondLst>
                            <p:childTnLst>
                              <p:par>
                                <p:cTn id="449" presetID="8" presetClass="emph" presetSubtype="0" fill="hold" nodeType="clickEffect">
                                  <p:stCondLst>
                                    <p:cond delay="0"/>
                                  </p:stCondLst>
                                  <p:childTnLst>
                                    <p:animRot by="-21600000">
                                      <p:cBhvr>
                                        <p:cTn id="450" dur="3000" fill="hold"/>
                                        <p:tgtEl>
                                          <p:spTgt spid="774"/>
                                        </p:tgtEl>
                                        <p:attrNameLst>
                                          <p:attrName>r</p:attrName>
                                        </p:attrNameLst>
                                      </p:cBhvr>
                                    </p:animRot>
                                  </p:childTnLst>
                                </p:cTn>
                              </p:par>
                            </p:childTnLst>
                          </p:cTn>
                        </p:par>
                      </p:childTnLst>
                    </p:cTn>
                  </p:par>
                  <p:par>
                    <p:cTn id="451" fill="hold">
                      <p:stCondLst>
                        <p:cond delay="indefinite"/>
                      </p:stCondLst>
                      <p:childTnLst>
                        <p:par>
                          <p:cTn id="452" fill="hold">
                            <p:stCondLst>
                              <p:cond delay="0"/>
                            </p:stCondLst>
                            <p:childTnLst>
                              <p:par>
                                <p:cTn id="453" presetID="8" presetClass="emph" presetSubtype="0" fill="hold" nodeType="clickEffect">
                                  <p:stCondLst>
                                    <p:cond delay="0"/>
                                  </p:stCondLst>
                                  <p:childTnLst>
                                    <p:animRot by="-21600000">
                                      <p:cBhvr>
                                        <p:cTn id="454" dur="3000" fill="hold"/>
                                        <p:tgtEl>
                                          <p:spTgt spid="774"/>
                                        </p:tgtEl>
                                        <p:attrNameLst>
                                          <p:attrName>r</p:attrName>
                                        </p:attrNameLst>
                                      </p:cBhvr>
                                    </p:animRot>
                                  </p:childTnLst>
                                </p:cTn>
                              </p:par>
                            </p:childTnLst>
                          </p:cTn>
                        </p:par>
                      </p:childTnLst>
                    </p:cTn>
                  </p:par>
                  <p:par>
                    <p:cTn id="455" fill="hold">
                      <p:stCondLst>
                        <p:cond delay="indefinite"/>
                      </p:stCondLst>
                      <p:childTnLst>
                        <p:par>
                          <p:cTn id="456" fill="hold">
                            <p:stCondLst>
                              <p:cond delay="0"/>
                            </p:stCondLst>
                            <p:childTnLst>
                              <p:par>
                                <p:cTn id="457" presetID="8" presetClass="emph" presetSubtype="0" fill="hold" nodeType="clickEffect">
                                  <p:stCondLst>
                                    <p:cond delay="0"/>
                                  </p:stCondLst>
                                  <p:childTnLst>
                                    <p:animRot by="-21600000">
                                      <p:cBhvr>
                                        <p:cTn id="458" dur="3000" fill="hold"/>
                                        <p:tgtEl>
                                          <p:spTgt spid="774"/>
                                        </p:tgtEl>
                                        <p:attrNameLst>
                                          <p:attrName>r</p:attrName>
                                        </p:attrNameLst>
                                      </p:cBhvr>
                                    </p:animRot>
                                  </p:childTnLst>
                                </p:cTn>
                              </p:par>
                            </p:childTnLst>
                          </p:cTn>
                        </p:par>
                      </p:childTnLst>
                    </p:cTn>
                  </p:par>
                  <p:par>
                    <p:cTn id="459" fill="hold">
                      <p:stCondLst>
                        <p:cond delay="indefinite"/>
                      </p:stCondLst>
                      <p:childTnLst>
                        <p:par>
                          <p:cTn id="460" fill="hold">
                            <p:stCondLst>
                              <p:cond delay="0"/>
                            </p:stCondLst>
                            <p:childTnLst>
                              <p:par>
                                <p:cTn id="461" presetID="8" presetClass="emph" presetSubtype="0" fill="hold" nodeType="clickEffect">
                                  <p:stCondLst>
                                    <p:cond delay="0"/>
                                  </p:stCondLst>
                                  <p:childTnLst>
                                    <p:animRot by="-21600000">
                                      <p:cBhvr>
                                        <p:cTn id="462" dur="3000" fill="hold"/>
                                        <p:tgtEl>
                                          <p:spTgt spid="774"/>
                                        </p:tgtEl>
                                        <p:attrNameLst>
                                          <p:attrName>r</p:attrName>
                                        </p:attrNameLst>
                                      </p:cBhvr>
                                    </p:animRot>
                                  </p:childTnLst>
                                </p:cTn>
                              </p:par>
                            </p:childTnLst>
                          </p:cTn>
                        </p:par>
                      </p:childTnLst>
                    </p:cTn>
                  </p:par>
                  <p:par>
                    <p:cTn id="463" fill="hold">
                      <p:stCondLst>
                        <p:cond delay="indefinite"/>
                      </p:stCondLst>
                      <p:childTnLst>
                        <p:par>
                          <p:cTn id="464" fill="hold">
                            <p:stCondLst>
                              <p:cond delay="0"/>
                            </p:stCondLst>
                            <p:childTnLst>
                              <p:par>
                                <p:cTn id="465" presetID="8" presetClass="emph" presetSubtype="0" fill="hold" nodeType="clickEffect">
                                  <p:stCondLst>
                                    <p:cond delay="0"/>
                                  </p:stCondLst>
                                  <p:childTnLst>
                                    <p:animRot by="-21600000">
                                      <p:cBhvr>
                                        <p:cTn id="466" dur="3000" fill="hold"/>
                                        <p:tgtEl>
                                          <p:spTgt spid="774"/>
                                        </p:tgtEl>
                                        <p:attrNameLst>
                                          <p:attrName>r</p:attrName>
                                        </p:attrNameLst>
                                      </p:cBhvr>
                                    </p:animRot>
                                  </p:childTnLst>
                                </p:cTn>
                              </p:par>
                            </p:childTnLst>
                          </p:cTn>
                        </p:par>
                      </p:childTnLst>
                    </p:cTn>
                  </p:par>
                  <p:par>
                    <p:cTn id="467" fill="hold">
                      <p:stCondLst>
                        <p:cond delay="indefinite"/>
                      </p:stCondLst>
                      <p:childTnLst>
                        <p:par>
                          <p:cTn id="468" fill="hold">
                            <p:stCondLst>
                              <p:cond delay="0"/>
                            </p:stCondLst>
                            <p:childTnLst>
                              <p:par>
                                <p:cTn id="469" presetID="8" presetClass="emph" presetSubtype="0" fill="hold" nodeType="clickEffect">
                                  <p:stCondLst>
                                    <p:cond delay="0"/>
                                  </p:stCondLst>
                                  <p:childTnLst>
                                    <p:animRot by="-21600000">
                                      <p:cBhvr>
                                        <p:cTn id="470" dur="3000" fill="hold"/>
                                        <p:tgtEl>
                                          <p:spTgt spid="774"/>
                                        </p:tgtEl>
                                        <p:attrNameLst>
                                          <p:attrName>r</p:attrName>
                                        </p:attrNameLst>
                                      </p:cBhvr>
                                    </p:animRot>
                                  </p:childTnLst>
                                </p:cTn>
                              </p:par>
                            </p:childTnLst>
                          </p:cTn>
                        </p:par>
                      </p:childTnLst>
                    </p:cTn>
                  </p:par>
                  <p:par>
                    <p:cTn id="471" fill="hold">
                      <p:stCondLst>
                        <p:cond delay="indefinite"/>
                      </p:stCondLst>
                      <p:childTnLst>
                        <p:par>
                          <p:cTn id="472" fill="hold">
                            <p:stCondLst>
                              <p:cond delay="0"/>
                            </p:stCondLst>
                            <p:childTnLst>
                              <p:par>
                                <p:cTn id="473" presetID="8" presetClass="emph" presetSubtype="0" fill="hold" nodeType="clickEffect">
                                  <p:stCondLst>
                                    <p:cond delay="0"/>
                                  </p:stCondLst>
                                  <p:childTnLst>
                                    <p:animRot by="-21600000">
                                      <p:cBhvr>
                                        <p:cTn id="474" dur="3000" fill="hold"/>
                                        <p:tgtEl>
                                          <p:spTgt spid="774"/>
                                        </p:tgtEl>
                                        <p:attrNameLst>
                                          <p:attrName>r</p:attrName>
                                        </p:attrNameLst>
                                      </p:cBhvr>
                                    </p:animRot>
                                  </p:childTnLst>
                                </p:cTn>
                              </p:par>
                            </p:childTnLst>
                          </p:cTn>
                        </p:par>
                      </p:childTnLst>
                    </p:cTn>
                  </p:par>
                  <p:par>
                    <p:cTn id="475" fill="hold">
                      <p:stCondLst>
                        <p:cond delay="indefinite"/>
                      </p:stCondLst>
                      <p:childTnLst>
                        <p:par>
                          <p:cTn id="476" fill="hold">
                            <p:stCondLst>
                              <p:cond delay="0"/>
                            </p:stCondLst>
                            <p:childTnLst>
                              <p:par>
                                <p:cTn id="477" presetID="8" presetClass="emph" presetSubtype="0" fill="hold" nodeType="clickEffect">
                                  <p:stCondLst>
                                    <p:cond delay="0"/>
                                  </p:stCondLst>
                                  <p:childTnLst>
                                    <p:animRot by="-21600000">
                                      <p:cBhvr>
                                        <p:cTn id="478" dur="3000" fill="hold"/>
                                        <p:tgtEl>
                                          <p:spTgt spid="774"/>
                                        </p:tgtEl>
                                        <p:attrNameLst>
                                          <p:attrName>r</p:attrName>
                                        </p:attrNameLst>
                                      </p:cBhvr>
                                    </p:animRot>
                                  </p:childTnLst>
                                </p:cTn>
                              </p:par>
                            </p:childTnLst>
                          </p:cTn>
                        </p:par>
                      </p:childTnLst>
                    </p:cTn>
                  </p:par>
                  <p:par>
                    <p:cTn id="479" fill="hold">
                      <p:stCondLst>
                        <p:cond delay="indefinite"/>
                      </p:stCondLst>
                      <p:childTnLst>
                        <p:par>
                          <p:cTn id="480" fill="hold">
                            <p:stCondLst>
                              <p:cond delay="0"/>
                            </p:stCondLst>
                            <p:childTnLst>
                              <p:par>
                                <p:cTn id="481" presetID="8" presetClass="emph" presetSubtype="0" fill="hold" nodeType="clickEffect">
                                  <p:stCondLst>
                                    <p:cond delay="0"/>
                                  </p:stCondLst>
                                  <p:childTnLst>
                                    <p:animRot by="-21600000">
                                      <p:cBhvr>
                                        <p:cTn id="482" dur="3000" fill="hold"/>
                                        <p:tgtEl>
                                          <p:spTgt spid="774"/>
                                        </p:tgtEl>
                                        <p:attrNameLst>
                                          <p:attrName>r</p:attrName>
                                        </p:attrNameLst>
                                      </p:cBhvr>
                                    </p:animRot>
                                  </p:childTnLst>
                                </p:cTn>
                              </p:par>
                            </p:childTnLst>
                          </p:cTn>
                        </p:par>
                      </p:childTnLst>
                    </p:cTn>
                  </p:par>
                  <p:par>
                    <p:cTn id="483" fill="hold">
                      <p:stCondLst>
                        <p:cond delay="indefinite"/>
                      </p:stCondLst>
                      <p:childTnLst>
                        <p:par>
                          <p:cTn id="484" fill="hold">
                            <p:stCondLst>
                              <p:cond delay="0"/>
                            </p:stCondLst>
                            <p:childTnLst>
                              <p:par>
                                <p:cTn id="485" presetID="8" presetClass="emph" presetSubtype="0" fill="hold" nodeType="clickEffect">
                                  <p:stCondLst>
                                    <p:cond delay="0"/>
                                  </p:stCondLst>
                                  <p:childTnLst>
                                    <p:animRot by="-21600000">
                                      <p:cBhvr>
                                        <p:cTn id="486" dur="3000" fill="hold"/>
                                        <p:tgtEl>
                                          <p:spTgt spid="774"/>
                                        </p:tgtEl>
                                        <p:attrNameLst>
                                          <p:attrName>r</p:attrName>
                                        </p:attrNameLst>
                                      </p:cBhvr>
                                    </p:animRot>
                                  </p:childTnLst>
                                </p:cTn>
                              </p:par>
                            </p:childTnLst>
                          </p:cTn>
                        </p:par>
                      </p:childTnLst>
                    </p:cTn>
                  </p:par>
                  <p:par>
                    <p:cTn id="487" fill="hold">
                      <p:stCondLst>
                        <p:cond delay="indefinite"/>
                      </p:stCondLst>
                      <p:childTnLst>
                        <p:par>
                          <p:cTn id="488" fill="hold">
                            <p:stCondLst>
                              <p:cond delay="0"/>
                            </p:stCondLst>
                            <p:childTnLst>
                              <p:par>
                                <p:cTn id="489" presetID="8" presetClass="emph" presetSubtype="0" fill="hold" nodeType="clickEffect">
                                  <p:stCondLst>
                                    <p:cond delay="0"/>
                                  </p:stCondLst>
                                  <p:childTnLst>
                                    <p:animRot by="-21600000">
                                      <p:cBhvr>
                                        <p:cTn id="490" dur="3000" fill="hold"/>
                                        <p:tgtEl>
                                          <p:spTgt spid="774"/>
                                        </p:tgtEl>
                                        <p:attrNameLst>
                                          <p:attrName>r</p:attrName>
                                        </p:attrNameLst>
                                      </p:cBhvr>
                                    </p:animRot>
                                  </p:childTnLst>
                                </p:cTn>
                              </p:par>
                            </p:childTnLst>
                          </p:cTn>
                        </p:par>
                      </p:childTnLst>
                    </p:cTn>
                  </p:par>
                  <p:par>
                    <p:cTn id="491" fill="hold">
                      <p:stCondLst>
                        <p:cond delay="indefinite"/>
                      </p:stCondLst>
                      <p:childTnLst>
                        <p:par>
                          <p:cTn id="492" fill="hold">
                            <p:stCondLst>
                              <p:cond delay="0"/>
                            </p:stCondLst>
                            <p:childTnLst>
                              <p:par>
                                <p:cTn id="493" presetID="8" presetClass="emph" presetSubtype="0" fill="hold" nodeType="clickEffect">
                                  <p:stCondLst>
                                    <p:cond delay="0"/>
                                  </p:stCondLst>
                                  <p:childTnLst>
                                    <p:animRot by="-21600000">
                                      <p:cBhvr>
                                        <p:cTn id="494" dur="3000" fill="hold"/>
                                        <p:tgtEl>
                                          <p:spTgt spid="774"/>
                                        </p:tgtEl>
                                        <p:attrNameLst>
                                          <p:attrName>r</p:attrName>
                                        </p:attrNameLst>
                                      </p:cBhvr>
                                    </p:animRot>
                                  </p:childTnLst>
                                </p:cTn>
                              </p:par>
                            </p:childTnLst>
                          </p:cTn>
                        </p:par>
                      </p:childTnLst>
                    </p:cTn>
                  </p:par>
                  <p:par>
                    <p:cTn id="495" fill="hold">
                      <p:stCondLst>
                        <p:cond delay="indefinite"/>
                      </p:stCondLst>
                      <p:childTnLst>
                        <p:par>
                          <p:cTn id="496" fill="hold">
                            <p:stCondLst>
                              <p:cond delay="0"/>
                            </p:stCondLst>
                            <p:childTnLst>
                              <p:par>
                                <p:cTn id="497" presetID="8" presetClass="emph" presetSubtype="0" fill="hold" nodeType="clickEffect">
                                  <p:stCondLst>
                                    <p:cond delay="0"/>
                                  </p:stCondLst>
                                  <p:childTnLst>
                                    <p:animRot by="-21600000">
                                      <p:cBhvr>
                                        <p:cTn id="498" dur="3000" fill="hold"/>
                                        <p:tgtEl>
                                          <p:spTgt spid="774"/>
                                        </p:tgtEl>
                                        <p:attrNameLst>
                                          <p:attrName>r</p:attrName>
                                        </p:attrNameLst>
                                      </p:cBhvr>
                                    </p:animRot>
                                  </p:childTnLst>
                                </p:cTn>
                              </p:par>
                            </p:childTnLst>
                          </p:cTn>
                        </p:par>
                      </p:childTnLst>
                    </p:cTn>
                  </p:par>
                  <p:par>
                    <p:cTn id="499" fill="hold">
                      <p:stCondLst>
                        <p:cond delay="indefinite"/>
                      </p:stCondLst>
                      <p:childTnLst>
                        <p:par>
                          <p:cTn id="500" fill="hold">
                            <p:stCondLst>
                              <p:cond delay="0"/>
                            </p:stCondLst>
                            <p:childTnLst>
                              <p:par>
                                <p:cTn id="501" presetID="8" presetClass="emph" presetSubtype="0" fill="hold" nodeType="clickEffect">
                                  <p:stCondLst>
                                    <p:cond delay="0"/>
                                  </p:stCondLst>
                                  <p:childTnLst>
                                    <p:animRot by="-21600000">
                                      <p:cBhvr>
                                        <p:cTn id="502" dur="3000" fill="hold"/>
                                        <p:tgtEl>
                                          <p:spTgt spid="774"/>
                                        </p:tgtEl>
                                        <p:attrNameLst>
                                          <p:attrName>r</p:attrName>
                                        </p:attrNameLst>
                                      </p:cBhvr>
                                    </p:animRot>
                                  </p:childTnLst>
                                </p:cTn>
                              </p:par>
                            </p:childTnLst>
                          </p:cTn>
                        </p:par>
                      </p:childTnLst>
                    </p:cTn>
                  </p:par>
                  <p:par>
                    <p:cTn id="503" fill="hold">
                      <p:stCondLst>
                        <p:cond delay="indefinite"/>
                      </p:stCondLst>
                      <p:childTnLst>
                        <p:par>
                          <p:cTn id="504" fill="hold">
                            <p:stCondLst>
                              <p:cond delay="0"/>
                            </p:stCondLst>
                            <p:childTnLst>
                              <p:par>
                                <p:cTn id="505" presetID="8" presetClass="emph" presetSubtype="0" fill="hold" nodeType="clickEffect">
                                  <p:stCondLst>
                                    <p:cond delay="0"/>
                                  </p:stCondLst>
                                  <p:childTnLst>
                                    <p:animRot by="-21600000">
                                      <p:cBhvr>
                                        <p:cTn id="506" dur="3000" fill="hold"/>
                                        <p:tgtEl>
                                          <p:spTgt spid="774"/>
                                        </p:tgtEl>
                                        <p:attrNameLst>
                                          <p:attrName>r</p:attrName>
                                        </p:attrNameLst>
                                      </p:cBhvr>
                                    </p:animRot>
                                  </p:childTnLst>
                                </p:cTn>
                              </p:par>
                            </p:childTnLst>
                          </p:cTn>
                        </p:par>
                      </p:childTnLst>
                    </p:cTn>
                  </p:par>
                  <p:par>
                    <p:cTn id="507" fill="hold">
                      <p:stCondLst>
                        <p:cond delay="indefinite"/>
                      </p:stCondLst>
                      <p:childTnLst>
                        <p:par>
                          <p:cTn id="508" fill="hold">
                            <p:stCondLst>
                              <p:cond delay="0"/>
                            </p:stCondLst>
                            <p:childTnLst>
                              <p:par>
                                <p:cTn id="509" presetID="8" presetClass="emph" presetSubtype="0" fill="hold" nodeType="clickEffect">
                                  <p:stCondLst>
                                    <p:cond delay="0"/>
                                  </p:stCondLst>
                                  <p:childTnLst>
                                    <p:animRot by="-21600000">
                                      <p:cBhvr>
                                        <p:cTn id="510" dur="3000" fill="hold"/>
                                        <p:tgtEl>
                                          <p:spTgt spid="774"/>
                                        </p:tgtEl>
                                        <p:attrNameLst>
                                          <p:attrName>r</p:attrName>
                                        </p:attrNameLst>
                                      </p:cBhvr>
                                    </p:animRot>
                                  </p:childTnLst>
                                </p:cTn>
                              </p:par>
                            </p:childTnLst>
                          </p:cTn>
                        </p:par>
                      </p:childTnLst>
                    </p:cTn>
                  </p:par>
                  <p:par>
                    <p:cTn id="511" fill="hold">
                      <p:stCondLst>
                        <p:cond delay="indefinite"/>
                      </p:stCondLst>
                      <p:childTnLst>
                        <p:par>
                          <p:cTn id="512" fill="hold">
                            <p:stCondLst>
                              <p:cond delay="0"/>
                            </p:stCondLst>
                            <p:childTnLst>
                              <p:par>
                                <p:cTn id="513" presetID="8" presetClass="emph" presetSubtype="0" fill="hold" nodeType="clickEffect">
                                  <p:stCondLst>
                                    <p:cond delay="0"/>
                                  </p:stCondLst>
                                  <p:childTnLst>
                                    <p:animRot by="-21600000">
                                      <p:cBhvr>
                                        <p:cTn id="514" dur="3000" fill="hold"/>
                                        <p:tgtEl>
                                          <p:spTgt spid="774"/>
                                        </p:tgtEl>
                                        <p:attrNameLst>
                                          <p:attrName>r</p:attrName>
                                        </p:attrNameLst>
                                      </p:cBhvr>
                                    </p:animRot>
                                  </p:childTnLst>
                                </p:cTn>
                              </p:par>
                            </p:childTnLst>
                          </p:cTn>
                        </p:par>
                      </p:childTnLst>
                    </p:cTn>
                  </p:par>
                  <p:par>
                    <p:cTn id="515" fill="hold">
                      <p:stCondLst>
                        <p:cond delay="indefinite"/>
                      </p:stCondLst>
                      <p:childTnLst>
                        <p:par>
                          <p:cTn id="516" fill="hold">
                            <p:stCondLst>
                              <p:cond delay="0"/>
                            </p:stCondLst>
                            <p:childTnLst>
                              <p:par>
                                <p:cTn id="517" presetID="8" presetClass="emph" presetSubtype="0" fill="hold" nodeType="clickEffect">
                                  <p:stCondLst>
                                    <p:cond delay="0"/>
                                  </p:stCondLst>
                                  <p:childTnLst>
                                    <p:animRot by="-21600000">
                                      <p:cBhvr>
                                        <p:cTn id="518" dur="3000" fill="hold"/>
                                        <p:tgtEl>
                                          <p:spTgt spid="774"/>
                                        </p:tgtEl>
                                        <p:attrNameLst>
                                          <p:attrName>r</p:attrName>
                                        </p:attrNameLst>
                                      </p:cBhvr>
                                    </p:animRot>
                                  </p:childTnLst>
                                </p:cTn>
                              </p:par>
                            </p:childTnLst>
                          </p:cTn>
                        </p:par>
                      </p:childTnLst>
                    </p:cTn>
                  </p:par>
                  <p:par>
                    <p:cTn id="519" fill="hold">
                      <p:stCondLst>
                        <p:cond delay="indefinite"/>
                      </p:stCondLst>
                      <p:childTnLst>
                        <p:par>
                          <p:cTn id="520" fill="hold">
                            <p:stCondLst>
                              <p:cond delay="0"/>
                            </p:stCondLst>
                            <p:childTnLst>
                              <p:par>
                                <p:cTn id="521" presetID="8" presetClass="emph" presetSubtype="0" fill="hold" nodeType="clickEffect">
                                  <p:stCondLst>
                                    <p:cond delay="0"/>
                                  </p:stCondLst>
                                  <p:childTnLst>
                                    <p:animRot by="-21600000">
                                      <p:cBhvr>
                                        <p:cTn id="522" dur="3000" fill="hold"/>
                                        <p:tgtEl>
                                          <p:spTgt spid="774"/>
                                        </p:tgtEl>
                                        <p:attrNameLst>
                                          <p:attrName>r</p:attrName>
                                        </p:attrNameLst>
                                      </p:cBhvr>
                                    </p:animRot>
                                  </p:childTnLst>
                                </p:cTn>
                              </p:par>
                            </p:childTnLst>
                          </p:cTn>
                        </p:par>
                      </p:childTnLst>
                    </p:cTn>
                  </p:par>
                  <p:par>
                    <p:cTn id="523" fill="hold">
                      <p:stCondLst>
                        <p:cond delay="indefinite"/>
                      </p:stCondLst>
                      <p:childTnLst>
                        <p:par>
                          <p:cTn id="524" fill="hold">
                            <p:stCondLst>
                              <p:cond delay="0"/>
                            </p:stCondLst>
                            <p:childTnLst>
                              <p:par>
                                <p:cTn id="525" presetID="8" presetClass="emph" presetSubtype="0" fill="hold" nodeType="clickEffect">
                                  <p:stCondLst>
                                    <p:cond delay="0"/>
                                  </p:stCondLst>
                                  <p:childTnLst>
                                    <p:animRot by="-21600000">
                                      <p:cBhvr>
                                        <p:cTn id="526" dur="3000" fill="hold"/>
                                        <p:tgtEl>
                                          <p:spTgt spid="774"/>
                                        </p:tgtEl>
                                        <p:attrNameLst>
                                          <p:attrName>r</p:attrName>
                                        </p:attrNameLst>
                                      </p:cBhvr>
                                    </p:animRot>
                                  </p:childTnLst>
                                </p:cTn>
                              </p:par>
                            </p:childTnLst>
                          </p:cTn>
                        </p:par>
                      </p:childTnLst>
                    </p:cTn>
                  </p:par>
                  <p:par>
                    <p:cTn id="527" fill="hold">
                      <p:stCondLst>
                        <p:cond delay="indefinite"/>
                      </p:stCondLst>
                      <p:childTnLst>
                        <p:par>
                          <p:cTn id="528" fill="hold">
                            <p:stCondLst>
                              <p:cond delay="0"/>
                            </p:stCondLst>
                            <p:childTnLst>
                              <p:par>
                                <p:cTn id="529" presetID="8" presetClass="emph" presetSubtype="0" fill="hold" nodeType="clickEffect">
                                  <p:stCondLst>
                                    <p:cond delay="0"/>
                                  </p:stCondLst>
                                  <p:childTnLst>
                                    <p:animRot by="-21600000">
                                      <p:cBhvr>
                                        <p:cTn id="530" dur="3000" fill="hold"/>
                                        <p:tgtEl>
                                          <p:spTgt spid="774"/>
                                        </p:tgtEl>
                                        <p:attrNameLst>
                                          <p:attrName>r</p:attrName>
                                        </p:attrNameLst>
                                      </p:cBhvr>
                                    </p:animRot>
                                  </p:childTnLst>
                                </p:cTn>
                              </p:par>
                            </p:childTnLst>
                          </p:cTn>
                        </p:par>
                      </p:childTnLst>
                    </p:cTn>
                  </p:par>
                  <p:par>
                    <p:cTn id="531" fill="hold">
                      <p:stCondLst>
                        <p:cond delay="indefinite"/>
                      </p:stCondLst>
                      <p:childTnLst>
                        <p:par>
                          <p:cTn id="532" fill="hold">
                            <p:stCondLst>
                              <p:cond delay="0"/>
                            </p:stCondLst>
                            <p:childTnLst>
                              <p:par>
                                <p:cTn id="533" presetID="8" presetClass="emph" presetSubtype="0" fill="hold" nodeType="clickEffect">
                                  <p:stCondLst>
                                    <p:cond delay="0"/>
                                  </p:stCondLst>
                                  <p:childTnLst>
                                    <p:animRot by="-21600000">
                                      <p:cBhvr>
                                        <p:cTn id="534" dur="3000" fill="hold"/>
                                        <p:tgtEl>
                                          <p:spTgt spid="774"/>
                                        </p:tgtEl>
                                        <p:attrNameLst>
                                          <p:attrName>r</p:attrName>
                                        </p:attrNameLst>
                                      </p:cBhvr>
                                    </p:animRot>
                                  </p:childTnLst>
                                </p:cTn>
                              </p:par>
                            </p:childTnLst>
                          </p:cTn>
                        </p:par>
                      </p:childTnLst>
                    </p:cTn>
                  </p:par>
                  <p:par>
                    <p:cTn id="535" fill="hold">
                      <p:stCondLst>
                        <p:cond delay="indefinite"/>
                      </p:stCondLst>
                      <p:childTnLst>
                        <p:par>
                          <p:cTn id="536" fill="hold">
                            <p:stCondLst>
                              <p:cond delay="0"/>
                            </p:stCondLst>
                            <p:childTnLst>
                              <p:par>
                                <p:cTn id="537" presetID="8" presetClass="emph" presetSubtype="0" fill="hold" nodeType="clickEffect">
                                  <p:stCondLst>
                                    <p:cond delay="0"/>
                                  </p:stCondLst>
                                  <p:childTnLst>
                                    <p:animRot by="-21600000">
                                      <p:cBhvr>
                                        <p:cTn id="538" dur="3000" fill="hold"/>
                                        <p:tgtEl>
                                          <p:spTgt spid="77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96"/>
        <p:cNvGrpSpPr/>
        <p:nvPr/>
      </p:nvGrpSpPr>
      <p:grpSpPr>
        <a:xfrm>
          <a:off x="0" y="0"/>
          <a:ext cx="0" cy="0"/>
          <a:chOff x="0" y="0"/>
          <a:chExt cx="0" cy="0"/>
        </a:xfrm>
      </p:grpSpPr>
      <p:pic>
        <p:nvPicPr>
          <p:cNvPr id="797" name="Google Shape;797;p55" descr="Image result for gryffindor logo"/>
          <p:cNvPicPr preferRelativeResize="0"/>
          <p:nvPr/>
        </p:nvPicPr>
        <p:blipFill rotWithShape="1">
          <a:blip r:embed="rId4">
            <a:alphaModFix/>
          </a:blip>
          <a:srcRect/>
          <a:stretch/>
        </p:blipFill>
        <p:spPr>
          <a:xfrm>
            <a:off x="730249" y="637790"/>
            <a:ext cx="466882" cy="596052"/>
          </a:xfrm>
          <a:prstGeom prst="rect">
            <a:avLst/>
          </a:prstGeom>
          <a:noFill/>
          <a:ln>
            <a:noFill/>
          </a:ln>
        </p:spPr>
      </p:pic>
      <p:pic>
        <p:nvPicPr>
          <p:cNvPr id="798" name="Google Shape;798;p55" descr="Image result for slytherin logo"/>
          <p:cNvPicPr preferRelativeResize="0"/>
          <p:nvPr/>
        </p:nvPicPr>
        <p:blipFill rotWithShape="1">
          <a:blip r:embed="rId5">
            <a:alphaModFix/>
          </a:blip>
          <a:srcRect/>
          <a:stretch/>
        </p:blipFill>
        <p:spPr>
          <a:xfrm>
            <a:off x="2469047" y="2127234"/>
            <a:ext cx="495335" cy="596053"/>
          </a:xfrm>
          <a:prstGeom prst="rect">
            <a:avLst/>
          </a:prstGeom>
          <a:noFill/>
          <a:ln>
            <a:noFill/>
          </a:ln>
        </p:spPr>
      </p:pic>
      <p:pic>
        <p:nvPicPr>
          <p:cNvPr id="799" name="Google Shape;799;p55" descr="Image result for ravenclaw logo"/>
          <p:cNvPicPr preferRelativeResize="0"/>
          <p:nvPr/>
        </p:nvPicPr>
        <p:blipFill rotWithShape="1">
          <a:blip r:embed="rId6">
            <a:alphaModFix/>
          </a:blip>
          <a:srcRect/>
          <a:stretch/>
        </p:blipFill>
        <p:spPr>
          <a:xfrm>
            <a:off x="4191633" y="4344319"/>
            <a:ext cx="480591" cy="595933"/>
          </a:xfrm>
          <a:prstGeom prst="rect">
            <a:avLst/>
          </a:prstGeom>
          <a:noFill/>
          <a:ln>
            <a:noFill/>
          </a:ln>
        </p:spPr>
      </p:pic>
      <p:pic>
        <p:nvPicPr>
          <p:cNvPr id="800" name="Google Shape;800;p55" descr="Image result for hufflepuff logo"/>
          <p:cNvPicPr preferRelativeResize="0"/>
          <p:nvPr/>
        </p:nvPicPr>
        <p:blipFill rotWithShape="1">
          <a:blip r:embed="rId7">
            <a:alphaModFix/>
          </a:blip>
          <a:srcRect/>
          <a:stretch/>
        </p:blipFill>
        <p:spPr>
          <a:xfrm>
            <a:off x="4192277" y="655904"/>
            <a:ext cx="479303" cy="595933"/>
          </a:xfrm>
          <a:prstGeom prst="rect">
            <a:avLst/>
          </a:prstGeom>
          <a:noFill/>
          <a:ln>
            <a:noFill/>
          </a:ln>
        </p:spPr>
      </p:pic>
      <p:pic>
        <p:nvPicPr>
          <p:cNvPr id="801" name="Google Shape;801;p55" descr="Image result for hufflepuff logo"/>
          <p:cNvPicPr preferRelativeResize="0"/>
          <p:nvPr/>
        </p:nvPicPr>
        <p:blipFill rotWithShape="1">
          <a:blip r:embed="rId7">
            <a:alphaModFix/>
          </a:blip>
          <a:srcRect/>
          <a:stretch/>
        </p:blipFill>
        <p:spPr>
          <a:xfrm>
            <a:off x="3335334" y="4344319"/>
            <a:ext cx="479303" cy="595933"/>
          </a:xfrm>
          <a:prstGeom prst="rect">
            <a:avLst/>
          </a:prstGeom>
          <a:noFill/>
          <a:ln>
            <a:noFill/>
          </a:ln>
        </p:spPr>
      </p:pic>
      <p:pic>
        <p:nvPicPr>
          <p:cNvPr id="802" name="Google Shape;802;p55" descr="Image result for hufflepuff logo"/>
          <p:cNvPicPr preferRelativeResize="0"/>
          <p:nvPr/>
        </p:nvPicPr>
        <p:blipFill rotWithShape="1">
          <a:blip r:embed="rId7">
            <a:alphaModFix/>
          </a:blip>
          <a:srcRect/>
          <a:stretch/>
        </p:blipFill>
        <p:spPr>
          <a:xfrm>
            <a:off x="2477063" y="3606956"/>
            <a:ext cx="479303" cy="595933"/>
          </a:xfrm>
          <a:prstGeom prst="rect">
            <a:avLst/>
          </a:prstGeom>
          <a:noFill/>
          <a:ln>
            <a:noFill/>
          </a:ln>
        </p:spPr>
      </p:pic>
      <p:pic>
        <p:nvPicPr>
          <p:cNvPr id="803" name="Google Shape;803;p55" descr="Image result for hufflepuff logo"/>
          <p:cNvPicPr preferRelativeResize="0"/>
          <p:nvPr/>
        </p:nvPicPr>
        <p:blipFill rotWithShape="1">
          <a:blip r:embed="rId7">
            <a:alphaModFix/>
          </a:blip>
          <a:srcRect/>
          <a:stretch/>
        </p:blipFill>
        <p:spPr>
          <a:xfrm>
            <a:off x="2477063" y="655904"/>
            <a:ext cx="479303" cy="595933"/>
          </a:xfrm>
          <a:prstGeom prst="rect">
            <a:avLst/>
          </a:prstGeom>
          <a:noFill/>
          <a:ln>
            <a:noFill/>
          </a:ln>
        </p:spPr>
      </p:pic>
      <p:pic>
        <p:nvPicPr>
          <p:cNvPr id="804" name="Google Shape;804;p55" descr="Image result for hufflepuff logo"/>
          <p:cNvPicPr preferRelativeResize="0"/>
          <p:nvPr/>
        </p:nvPicPr>
        <p:blipFill rotWithShape="1">
          <a:blip r:embed="rId7">
            <a:alphaModFix/>
          </a:blip>
          <a:srcRect/>
          <a:stretch/>
        </p:blipFill>
        <p:spPr>
          <a:xfrm>
            <a:off x="1623395" y="2883731"/>
            <a:ext cx="479303" cy="595933"/>
          </a:xfrm>
          <a:prstGeom prst="rect">
            <a:avLst/>
          </a:prstGeom>
          <a:noFill/>
          <a:ln>
            <a:noFill/>
          </a:ln>
        </p:spPr>
      </p:pic>
      <p:pic>
        <p:nvPicPr>
          <p:cNvPr id="805" name="Google Shape;805;p55" descr="Image result for hufflepuff logo"/>
          <p:cNvPicPr preferRelativeResize="0"/>
          <p:nvPr/>
        </p:nvPicPr>
        <p:blipFill rotWithShape="1">
          <a:blip r:embed="rId7">
            <a:alphaModFix/>
          </a:blip>
          <a:srcRect/>
          <a:stretch/>
        </p:blipFill>
        <p:spPr>
          <a:xfrm>
            <a:off x="4192277" y="1386317"/>
            <a:ext cx="479303" cy="595933"/>
          </a:xfrm>
          <a:prstGeom prst="rect">
            <a:avLst/>
          </a:prstGeom>
          <a:noFill/>
          <a:ln>
            <a:noFill/>
          </a:ln>
        </p:spPr>
      </p:pic>
      <p:pic>
        <p:nvPicPr>
          <p:cNvPr id="806" name="Google Shape;806;p55" descr="Image result for hufflepuff logo"/>
          <p:cNvPicPr preferRelativeResize="0"/>
          <p:nvPr/>
        </p:nvPicPr>
        <p:blipFill rotWithShape="1">
          <a:blip r:embed="rId7">
            <a:alphaModFix/>
          </a:blip>
          <a:srcRect/>
          <a:stretch/>
        </p:blipFill>
        <p:spPr>
          <a:xfrm>
            <a:off x="3335334" y="2127294"/>
            <a:ext cx="479303" cy="595933"/>
          </a:xfrm>
          <a:prstGeom prst="rect">
            <a:avLst/>
          </a:prstGeom>
          <a:noFill/>
          <a:ln>
            <a:noFill/>
          </a:ln>
        </p:spPr>
      </p:pic>
      <p:pic>
        <p:nvPicPr>
          <p:cNvPr id="807" name="Google Shape;807;p55" descr="Image result for ravenclaw logo"/>
          <p:cNvPicPr preferRelativeResize="0"/>
          <p:nvPr/>
        </p:nvPicPr>
        <p:blipFill rotWithShape="1">
          <a:blip r:embed="rId6">
            <a:alphaModFix/>
          </a:blip>
          <a:srcRect/>
          <a:stretch/>
        </p:blipFill>
        <p:spPr>
          <a:xfrm>
            <a:off x="723395" y="2127294"/>
            <a:ext cx="480591" cy="595933"/>
          </a:xfrm>
          <a:prstGeom prst="rect">
            <a:avLst/>
          </a:prstGeom>
          <a:noFill/>
          <a:ln>
            <a:noFill/>
          </a:ln>
        </p:spPr>
      </p:pic>
      <p:pic>
        <p:nvPicPr>
          <p:cNvPr id="808" name="Google Shape;808;p55" descr="Image result for ravenclaw logo"/>
          <p:cNvPicPr preferRelativeResize="0"/>
          <p:nvPr/>
        </p:nvPicPr>
        <p:blipFill rotWithShape="1">
          <a:blip r:embed="rId6">
            <a:alphaModFix/>
          </a:blip>
          <a:srcRect/>
          <a:stretch/>
        </p:blipFill>
        <p:spPr>
          <a:xfrm>
            <a:off x="723395" y="3606956"/>
            <a:ext cx="480591" cy="595933"/>
          </a:xfrm>
          <a:prstGeom prst="rect">
            <a:avLst/>
          </a:prstGeom>
          <a:noFill/>
          <a:ln>
            <a:noFill/>
          </a:ln>
        </p:spPr>
      </p:pic>
      <p:pic>
        <p:nvPicPr>
          <p:cNvPr id="809" name="Google Shape;809;p55" descr="Image result for ravenclaw logo"/>
          <p:cNvPicPr preferRelativeResize="0"/>
          <p:nvPr/>
        </p:nvPicPr>
        <p:blipFill rotWithShape="1">
          <a:blip r:embed="rId6">
            <a:alphaModFix/>
          </a:blip>
          <a:srcRect/>
          <a:stretch/>
        </p:blipFill>
        <p:spPr>
          <a:xfrm>
            <a:off x="2476419" y="2883731"/>
            <a:ext cx="480591" cy="595933"/>
          </a:xfrm>
          <a:prstGeom prst="rect">
            <a:avLst/>
          </a:prstGeom>
          <a:noFill/>
          <a:ln>
            <a:noFill/>
          </a:ln>
        </p:spPr>
      </p:pic>
      <p:pic>
        <p:nvPicPr>
          <p:cNvPr id="810" name="Google Shape;810;p55" descr="Image result for ravenclaw logo"/>
          <p:cNvPicPr preferRelativeResize="0"/>
          <p:nvPr/>
        </p:nvPicPr>
        <p:blipFill rotWithShape="1">
          <a:blip r:embed="rId6">
            <a:alphaModFix/>
          </a:blip>
          <a:srcRect/>
          <a:stretch/>
        </p:blipFill>
        <p:spPr>
          <a:xfrm>
            <a:off x="3334690" y="655904"/>
            <a:ext cx="480591" cy="595933"/>
          </a:xfrm>
          <a:prstGeom prst="rect">
            <a:avLst/>
          </a:prstGeom>
          <a:noFill/>
          <a:ln>
            <a:noFill/>
          </a:ln>
        </p:spPr>
      </p:pic>
      <p:pic>
        <p:nvPicPr>
          <p:cNvPr id="811" name="Google Shape;811;p55" descr="Image result for slytherin logo"/>
          <p:cNvPicPr preferRelativeResize="0"/>
          <p:nvPr/>
        </p:nvPicPr>
        <p:blipFill rotWithShape="1">
          <a:blip r:embed="rId5">
            <a:alphaModFix/>
          </a:blip>
          <a:srcRect/>
          <a:stretch/>
        </p:blipFill>
        <p:spPr>
          <a:xfrm>
            <a:off x="1615379" y="2127234"/>
            <a:ext cx="495335" cy="596053"/>
          </a:xfrm>
          <a:prstGeom prst="rect">
            <a:avLst/>
          </a:prstGeom>
          <a:noFill/>
          <a:ln>
            <a:noFill/>
          </a:ln>
        </p:spPr>
      </p:pic>
      <p:pic>
        <p:nvPicPr>
          <p:cNvPr id="812" name="Google Shape;812;p55" descr="Image result for slytherin logo"/>
          <p:cNvPicPr preferRelativeResize="0"/>
          <p:nvPr/>
        </p:nvPicPr>
        <p:blipFill rotWithShape="1">
          <a:blip r:embed="rId5">
            <a:alphaModFix/>
          </a:blip>
          <a:srcRect/>
          <a:stretch/>
        </p:blipFill>
        <p:spPr>
          <a:xfrm>
            <a:off x="4184261" y="2883671"/>
            <a:ext cx="495335" cy="596053"/>
          </a:xfrm>
          <a:prstGeom prst="rect">
            <a:avLst/>
          </a:prstGeom>
          <a:noFill/>
          <a:ln>
            <a:noFill/>
          </a:ln>
        </p:spPr>
      </p:pic>
      <p:pic>
        <p:nvPicPr>
          <p:cNvPr id="813" name="Google Shape;813;p55" descr="Image result for gryffindor logo"/>
          <p:cNvPicPr preferRelativeResize="0"/>
          <p:nvPr/>
        </p:nvPicPr>
        <p:blipFill rotWithShape="1">
          <a:blip r:embed="rId4">
            <a:alphaModFix/>
          </a:blip>
          <a:srcRect/>
          <a:stretch/>
        </p:blipFill>
        <p:spPr>
          <a:xfrm>
            <a:off x="3341544" y="1386257"/>
            <a:ext cx="466882" cy="596052"/>
          </a:xfrm>
          <a:prstGeom prst="rect">
            <a:avLst/>
          </a:prstGeom>
          <a:noFill/>
          <a:ln>
            <a:noFill/>
          </a:ln>
        </p:spPr>
      </p:pic>
      <p:pic>
        <p:nvPicPr>
          <p:cNvPr id="814" name="Google Shape;814;p55" descr="Image result for gryffindor logo"/>
          <p:cNvPicPr preferRelativeResize="0"/>
          <p:nvPr/>
        </p:nvPicPr>
        <p:blipFill rotWithShape="1">
          <a:blip r:embed="rId4">
            <a:alphaModFix/>
          </a:blip>
          <a:srcRect/>
          <a:stretch/>
        </p:blipFill>
        <p:spPr>
          <a:xfrm>
            <a:off x="1629605" y="4344259"/>
            <a:ext cx="466882" cy="596052"/>
          </a:xfrm>
          <a:prstGeom prst="rect">
            <a:avLst/>
          </a:prstGeom>
          <a:noFill/>
          <a:ln>
            <a:noFill/>
          </a:ln>
        </p:spPr>
      </p:pic>
      <p:pic>
        <p:nvPicPr>
          <p:cNvPr id="815" name="Google Shape;815;p55" descr="Image result for harry potter death eater logo"/>
          <p:cNvPicPr preferRelativeResize="0"/>
          <p:nvPr/>
        </p:nvPicPr>
        <p:blipFill rotWithShape="1">
          <a:blip r:embed="rId8">
            <a:alphaModFix/>
          </a:blip>
          <a:srcRect l="40850" t="-3006" r="-4621" b="49469"/>
          <a:stretch/>
        </p:blipFill>
        <p:spPr>
          <a:xfrm>
            <a:off x="3326767" y="3583035"/>
            <a:ext cx="456073" cy="597620"/>
          </a:xfrm>
          <a:prstGeom prst="ellipse">
            <a:avLst/>
          </a:prstGeom>
          <a:noFill/>
          <a:ln>
            <a:noFill/>
          </a:ln>
        </p:spPr>
      </p:pic>
      <p:pic>
        <p:nvPicPr>
          <p:cNvPr id="816" name="Google Shape;816;p55" descr="Image result for harry potter death eater logo"/>
          <p:cNvPicPr preferRelativeResize="0"/>
          <p:nvPr/>
        </p:nvPicPr>
        <p:blipFill rotWithShape="1">
          <a:blip r:embed="rId8">
            <a:alphaModFix/>
          </a:blip>
          <a:srcRect l="40850" t="-3006" r="-4621" b="49469"/>
          <a:stretch/>
        </p:blipFill>
        <p:spPr>
          <a:xfrm>
            <a:off x="722841" y="2865378"/>
            <a:ext cx="456073" cy="597620"/>
          </a:xfrm>
          <a:prstGeom prst="ellipse">
            <a:avLst/>
          </a:prstGeom>
          <a:noFill/>
          <a:ln>
            <a:noFill/>
          </a:ln>
        </p:spPr>
      </p:pic>
      <p:pic>
        <p:nvPicPr>
          <p:cNvPr id="817" name="Google Shape;817;p55" descr="Image result for harry potter death eater logo"/>
          <p:cNvPicPr preferRelativeResize="0"/>
          <p:nvPr/>
        </p:nvPicPr>
        <p:blipFill rotWithShape="1">
          <a:blip r:embed="rId8">
            <a:alphaModFix/>
          </a:blip>
          <a:srcRect l="40850" t="-3006" r="-4621" b="49469"/>
          <a:stretch/>
        </p:blipFill>
        <p:spPr>
          <a:xfrm>
            <a:off x="1623995" y="1385473"/>
            <a:ext cx="456073" cy="597620"/>
          </a:xfrm>
          <a:prstGeom prst="ellipse">
            <a:avLst/>
          </a:prstGeom>
          <a:noFill/>
          <a:ln>
            <a:noFill/>
          </a:ln>
        </p:spPr>
      </p:pic>
      <p:grpSp>
        <p:nvGrpSpPr>
          <p:cNvPr id="818" name="Google Shape;818;p55"/>
          <p:cNvGrpSpPr/>
          <p:nvPr/>
        </p:nvGrpSpPr>
        <p:grpSpPr>
          <a:xfrm>
            <a:off x="533400" y="608604"/>
            <a:ext cx="802560" cy="743311"/>
            <a:chOff x="3491471" y="1897713"/>
            <a:chExt cx="802560" cy="743311"/>
          </a:xfrm>
        </p:grpSpPr>
        <p:sp>
          <p:nvSpPr>
            <p:cNvPr id="819" name="Google Shape;819;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20" name="Google Shape;820;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21" name="Google Shape;821;p55"/>
          <p:cNvGrpSpPr/>
          <p:nvPr/>
        </p:nvGrpSpPr>
        <p:grpSpPr>
          <a:xfrm>
            <a:off x="1425588" y="590550"/>
            <a:ext cx="802560" cy="743311"/>
            <a:chOff x="3491471" y="1897713"/>
            <a:chExt cx="802560" cy="743311"/>
          </a:xfrm>
        </p:grpSpPr>
        <p:sp>
          <p:nvSpPr>
            <p:cNvPr id="822" name="Google Shape;822;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23" name="Google Shape;823;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24" name="Google Shape;824;p55"/>
          <p:cNvGrpSpPr/>
          <p:nvPr/>
        </p:nvGrpSpPr>
        <p:grpSpPr>
          <a:xfrm>
            <a:off x="2285284" y="590550"/>
            <a:ext cx="802560" cy="743311"/>
            <a:chOff x="3491471" y="1897713"/>
            <a:chExt cx="802560" cy="743311"/>
          </a:xfrm>
        </p:grpSpPr>
        <p:sp>
          <p:nvSpPr>
            <p:cNvPr id="825" name="Google Shape;825;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26" name="Google Shape;826;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27" name="Google Shape;827;p55"/>
          <p:cNvGrpSpPr/>
          <p:nvPr/>
        </p:nvGrpSpPr>
        <p:grpSpPr>
          <a:xfrm>
            <a:off x="3144980" y="590550"/>
            <a:ext cx="802560" cy="743311"/>
            <a:chOff x="3491471" y="1897713"/>
            <a:chExt cx="802560" cy="743311"/>
          </a:xfrm>
        </p:grpSpPr>
        <p:sp>
          <p:nvSpPr>
            <p:cNvPr id="828" name="Google Shape;828;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29" name="Google Shape;829;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30" name="Google Shape;830;p55"/>
          <p:cNvGrpSpPr/>
          <p:nvPr/>
        </p:nvGrpSpPr>
        <p:grpSpPr>
          <a:xfrm>
            <a:off x="4004677" y="590550"/>
            <a:ext cx="802560" cy="743311"/>
            <a:chOff x="3491471" y="1897713"/>
            <a:chExt cx="802560" cy="743311"/>
          </a:xfrm>
        </p:grpSpPr>
        <p:sp>
          <p:nvSpPr>
            <p:cNvPr id="831" name="Google Shape;831;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32" name="Google Shape;832;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33" name="Google Shape;833;p55"/>
          <p:cNvGrpSpPr/>
          <p:nvPr/>
        </p:nvGrpSpPr>
        <p:grpSpPr>
          <a:xfrm>
            <a:off x="533400" y="1330381"/>
            <a:ext cx="802560" cy="743311"/>
            <a:chOff x="3491471" y="1897713"/>
            <a:chExt cx="802560" cy="743311"/>
          </a:xfrm>
        </p:grpSpPr>
        <p:sp>
          <p:nvSpPr>
            <p:cNvPr id="834" name="Google Shape;834;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35" name="Google Shape;835;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36" name="Google Shape;836;p55"/>
          <p:cNvGrpSpPr/>
          <p:nvPr/>
        </p:nvGrpSpPr>
        <p:grpSpPr>
          <a:xfrm>
            <a:off x="1425588" y="1330381"/>
            <a:ext cx="802560" cy="743311"/>
            <a:chOff x="3491471" y="1897713"/>
            <a:chExt cx="802560" cy="743311"/>
          </a:xfrm>
        </p:grpSpPr>
        <p:sp>
          <p:nvSpPr>
            <p:cNvPr id="837" name="Google Shape;837;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38" name="Google Shape;838;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39" name="Google Shape;839;p55"/>
          <p:cNvGrpSpPr/>
          <p:nvPr/>
        </p:nvGrpSpPr>
        <p:grpSpPr>
          <a:xfrm>
            <a:off x="2285284" y="1330381"/>
            <a:ext cx="802560" cy="743311"/>
            <a:chOff x="3491471" y="1897713"/>
            <a:chExt cx="802560" cy="743311"/>
          </a:xfrm>
        </p:grpSpPr>
        <p:sp>
          <p:nvSpPr>
            <p:cNvPr id="840" name="Google Shape;840;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41" name="Google Shape;841;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42" name="Google Shape;842;p55"/>
          <p:cNvGrpSpPr/>
          <p:nvPr/>
        </p:nvGrpSpPr>
        <p:grpSpPr>
          <a:xfrm>
            <a:off x="3144980" y="1330381"/>
            <a:ext cx="802560" cy="743311"/>
            <a:chOff x="3491471" y="1897713"/>
            <a:chExt cx="802560" cy="743311"/>
          </a:xfrm>
        </p:grpSpPr>
        <p:sp>
          <p:nvSpPr>
            <p:cNvPr id="843" name="Google Shape;843;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44" name="Google Shape;844;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45" name="Google Shape;845;p55"/>
          <p:cNvGrpSpPr/>
          <p:nvPr/>
        </p:nvGrpSpPr>
        <p:grpSpPr>
          <a:xfrm>
            <a:off x="4004677" y="1330381"/>
            <a:ext cx="802560" cy="743311"/>
            <a:chOff x="3491471" y="1897713"/>
            <a:chExt cx="802560" cy="743311"/>
          </a:xfrm>
        </p:grpSpPr>
        <p:sp>
          <p:nvSpPr>
            <p:cNvPr id="846" name="Google Shape;846;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47" name="Google Shape;847;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48" name="Google Shape;848;p55"/>
          <p:cNvGrpSpPr/>
          <p:nvPr/>
        </p:nvGrpSpPr>
        <p:grpSpPr>
          <a:xfrm>
            <a:off x="533400" y="2070212"/>
            <a:ext cx="802560" cy="743311"/>
            <a:chOff x="3491471" y="1897713"/>
            <a:chExt cx="802560" cy="743311"/>
          </a:xfrm>
        </p:grpSpPr>
        <p:sp>
          <p:nvSpPr>
            <p:cNvPr id="849" name="Google Shape;849;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50" name="Google Shape;850;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51" name="Google Shape;851;p55"/>
          <p:cNvGrpSpPr/>
          <p:nvPr/>
        </p:nvGrpSpPr>
        <p:grpSpPr>
          <a:xfrm>
            <a:off x="1425588" y="2070212"/>
            <a:ext cx="802560" cy="743311"/>
            <a:chOff x="3491471" y="1897713"/>
            <a:chExt cx="802560" cy="743311"/>
          </a:xfrm>
        </p:grpSpPr>
        <p:sp>
          <p:nvSpPr>
            <p:cNvPr id="852" name="Google Shape;852;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53" name="Google Shape;853;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54" name="Google Shape;854;p55"/>
          <p:cNvGrpSpPr/>
          <p:nvPr/>
        </p:nvGrpSpPr>
        <p:grpSpPr>
          <a:xfrm>
            <a:off x="2285284" y="2070212"/>
            <a:ext cx="802560" cy="743311"/>
            <a:chOff x="3491471" y="1897713"/>
            <a:chExt cx="802560" cy="743311"/>
          </a:xfrm>
        </p:grpSpPr>
        <p:sp>
          <p:nvSpPr>
            <p:cNvPr id="855" name="Google Shape;855;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56" name="Google Shape;856;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57" name="Google Shape;857;p55"/>
          <p:cNvGrpSpPr/>
          <p:nvPr/>
        </p:nvGrpSpPr>
        <p:grpSpPr>
          <a:xfrm>
            <a:off x="3144980" y="2070212"/>
            <a:ext cx="802560" cy="743311"/>
            <a:chOff x="3491471" y="1897713"/>
            <a:chExt cx="802560" cy="743311"/>
          </a:xfrm>
        </p:grpSpPr>
        <p:sp>
          <p:nvSpPr>
            <p:cNvPr id="858" name="Google Shape;858;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59" name="Google Shape;859;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60" name="Google Shape;860;p55"/>
          <p:cNvGrpSpPr/>
          <p:nvPr/>
        </p:nvGrpSpPr>
        <p:grpSpPr>
          <a:xfrm>
            <a:off x="4004677" y="2070212"/>
            <a:ext cx="802560" cy="743311"/>
            <a:chOff x="3491471" y="1897713"/>
            <a:chExt cx="802560" cy="743311"/>
          </a:xfrm>
        </p:grpSpPr>
        <p:sp>
          <p:nvSpPr>
            <p:cNvPr id="861" name="Google Shape;861;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62" name="Google Shape;862;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63" name="Google Shape;863;p55"/>
          <p:cNvGrpSpPr/>
          <p:nvPr/>
        </p:nvGrpSpPr>
        <p:grpSpPr>
          <a:xfrm>
            <a:off x="533400" y="2810043"/>
            <a:ext cx="802560" cy="743311"/>
            <a:chOff x="3491471" y="1897713"/>
            <a:chExt cx="802560" cy="743311"/>
          </a:xfrm>
        </p:grpSpPr>
        <p:sp>
          <p:nvSpPr>
            <p:cNvPr id="864" name="Google Shape;864;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65" name="Google Shape;865;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66" name="Google Shape;866;p55"/>
          <p:cNvGrpSpPr/>
          <p:nvPr/>
        </p:nvGrpSpPr>
        <p:grpSpPr>
          <a:xfrm>
            <a:off x="1425588" y="2810043"/>
            <a:ext cx="802560" cy="743311"/>
            <a:chOff x="3491471" y="1897713"/>
            <a:chExt cx="802560" cy="743311"/>
          </a:xfrm>
        </p:grpSpPr>
        <p:sp>
          <p:nvSpPr>
            <p:cNvPr id="867" name="Google Shape;867;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68" name="Google Shape;868;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69" name="Google Shape;869;p55"/>
          <p:cNvGrpSpPr/>
          <p:nvPr/>
        </p:nvGrpSpPr>
        <p:grpSpPr>
          <a:xfrm>
            <a:off x="2285284" y="2810043"/>
            <a:ext cx="802560" cy="743311"/>
            <a:chOff x="3491471" y="1897713"/>
            <a:chExt cx="802560" cy="743311"/>
          </a:xfrm>
        </p:grpSpPr>
        <p:sp>
          <p:nvSpPr>
            <p:cNvPr id="870" name="Google Shape;870;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71" name="Google Shape;871;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72" name="Google Shape;872;p55"/>
          <p:cNvGrpSpPr/>
          <p:nvPr/>
        </p:nvGrpSpPr>
        <p:grpSpPr>
          <a:xfrm>
            <a:off x="3144980" y="2810043"/>
            <a:ext cx="802560" cy="743311"/>
            <a:chOff x="3491471" y="1897713"/>
            <a:chExt cx="802560" cy="743311"/>
          </a:xfrm>
        </p:grpSpPr>
        <p:sp>
          <p:nvSpPr>
            <p:cNvPr id="873" name="Google Shape;873;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74" name="Google Shape;874;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75" name="Google Shape;875;p55"/>
          <p:cNvGrpSpPr/>
          <p:nvPr/>
        </p:nvGrpSpPr>
        <p:grpSpPr>
          <a:xfrm>
            <a:off x="4004677" y="2810043"/>
            <a:ext cx="802560" cy="743311"/>
            <a:chOff x="3491471" y="1897713"/>
            <a:chExt cx="802560" cy="743311"/>
          </a:xfrm>
        </p:grpSpPr>
        <p:sp>
          <p:nvSpPr>
            <p:cNvPr id="876" name="Google Shape;876;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77" name="Google Shape;877;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78" name="Google Shape;878;p55"/>
          <p:cNvGrpSpPr/>
          <p:nvPr/>
        </p:nvGrpSpPr>
        <p:grpSpPr>
          <a:xfrm>
            <a:off x="533400" y="3549874"/>
            <a:ext cx="802560" cy="743311"/>
            <a:chOff x="3491471" y="1897713"/>
            <a:chExt cx="802560" cy="743311"/>
          </a:xfrm>
        </p:grpSpPr>
        <p:sp>
          <p:nvSpPr>
            <p:cNvPr id="879" name="Google Shape;879;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80" name="Google Shape;880;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81" name="Google Shape;881;p55"/>
          <p:cNvGrpSpPr/>
          <p:nvPr/>
        </p:nvGrpSpPr>
        <p:grpSpPr>
          <a:xfrm>
            <a:off x="1425588" y="3549874"/>
            <a:ext cx="802560" cy="743311"/>
            <a:chOff x="3491471" y="1897713"/>
            <a:chExt cx="802560" cy="743311"/>
          </a:xfrm>
        </p:grpSpPr>
        <p:sp>
          <p:nvSpPr>
            <p:cNvPr id="882" name="Google Shape;882;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83" name="Google Shape;883;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84" name="Google Shape;884;p55"/>
          <p:cNvGrpSpPr/>
          <p:nvPr/>
        </p:nvGrpSpPr>
        <p:grpSpPr>
          <a:xfrm>
            <a:off x="2285284" y="3549874"/>
            <a:ext cx="802560" cy="743311"/>
            <a:chOff x="3491471" y="1897713"/>
            <a:chExt cx="802560" cy="743311"/>
          </a:xfrm>
        </p:grpSpPr>
        <p:sp>
          <p:nvSpPr>
            <p:cNvPr id="885" name="Google Shape;885;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86" name="Google Shape;886;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87" name="Google Shape;887;p55"/>
          <p:cNvGrpSpPr/>
          <p:nvPr/>
        </p:nvGrpSpPr>
        <p:grpSpPr>
          <a:xfrm>
            <a:off x="3144980" y="3549874"/>
            <a:ext cx="802560" cy="743311"/>
            <a:chOff x="3491471" y="1897713"/>
            <a:chExt cx="802560" cy="743311"/>
          </a:xfrm>
        </p:grpSpPr>
        <p:sp>
          <p:nvSpPr>
            <p:cNvPr id="888" name="Google Shape;888;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89" name="Google Shape;889;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90" name="Google Shape;890;p55"/>
          <p:cNvGrpSpPr/>
          <p:nvPr/>
        </p:nvGrpSpPr>
        <p:grpSpPr>
          <a:xfrm>
            <a:off x="4004677" y="3549874"/>
            <a:ext cx="802560" cy="743311"/>
            <a:chOff x="3491471" y="1897713"/>
            <a:chExt cx="802560" cy="743311"/>
          </a:xfrm>
        </p:grpSpPr>
        <p:sp>
          <p:nvSpPr>
            <p:cNvPr id="891" name="Google Shape;891;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92" name="Google Shape;892;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93" name="Google Shape;893;p55"/>
          <p:cNvGrpSpPr/>
          <p:nvPr/>
        </p:nvGrpSpPr>
        <p:grpSpPr>
          <a:xfrm>
            <a:off x="533400" y="4289705"/>
            <a:ext cx="802560" cy="743311"/>
            <a:chOff x="3491471" y="1897713"/>
            <a:chExt cx="802560" cy="743311"/>
          </a:xfrm>
        </p:grpSpPr>
        <p:sp>
          <p:nvSpPr>
            <p:cNvPr id="894" name="Google Shape;894;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95" name="Google Shape;895;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96" name="Google Shape;896;p55"/>
          <p:cNvGrpSpPr/>
          <p:nvPr/>
        </p:nvGrpSpPr>
        <p:grpSpPr>
          <a:xfrm>
            <a:off x="1425588" y="4289705"/>
            <a:ext cx="802560" cy="743311"/>
            <a:chOff x="3491471" y="1897713"/>
            <a:chExt cx="802560" cy="743311"/>
          </a:xfrm>
        </p:grpSpPr>
        <p:sp>
          <p:nvSpPr>
            <p:cNvPr id="897" name="Google Shape;897;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98" name="Google Shape;898;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99" name="Google Shape;899;p55"/>
          <p:cNvGrpSpPr/>
          <p:nvPr/>
        </p:nvGrpSpPr>
        <p:grpSpPr>
          <a:xfrm>
            <a:off x="2285284" y="4289705"/>
            <a:ext cx="802560" cy="743311"/>
            <a:chOff x="3491471" y="1897713"/>
            <a:chExt cx="802560" cy="743311"/>
          </a:xfrm>
        </p:grpSpPr>
        <p:sp>
          <p:nvSpPr>
            <p:cNvPr id="900" name="Google Shape;900;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901" name="Google Shape;901;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902" name="Google Shape;902;p55"/>
          <p:cNvGrpSpPr/>
          <p:nvPr/>
        </p:nvGrpSpPr>
        <p:grpSpPr>
          <a:xfrm>
            <a:off x="3144980" y="4289705"/>
            <a:ext cx="802560" cy="743311"/>
            <a:chOff x="3491471" y="1897713"/>
            <a:chExt cx="802560" cy="743311"/>
          </a:xfrm>
        </p:grpSpPr>
        <p:sp>
          <p:nvSpPr>
            <p:cNvPr id="903" name="Google Shape;903;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904" name="Google Shape;904;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905" name="Google Shape;905;p55"/>
          <p:cNvGrpSpPr/>
          <p:nvPr/>
        </p:nvGrpSpPr>
        <p:grpSpPr>
          <a:xfrm>
            <a:off x="4004677" y="4289705"/>
            <a:ext cx="802560" cy="743311"/>
            <a:chOff x="3491471" y="1897713"/>
            <a:chExt cx="802560" cy="743311"/>
          </a:xfrm>
        </p:grpSpPr>
        <p:sp>
          <p:nvSpPr>
            <p:cNvPr id="906" name="Google Shape;906;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907" name="Google Shape;907;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pic>
        <p:nvPicPr>
          <p:cNvPr id="908" name="Google Shape;908;p55" descr="Image result for gryffindor logo"/>
          <p:cNvPicPr preferRelativeResize="0"/>
          <p:nvPr/>
        </p:nvPicPr>
        <p:blipFill rotWithShape="1">
          <a:blip r:embed="rId4">
            <a:alphaModFix/>
          </a:blip>
          <a:srcRect/>
          <a:stretch/>
        </p:blipFill>
        <p:spPr>
          <a:xfrm>
            <a:off x="-4244183" y="881627"/>
            <a:ext cx="466882" cy="596052"/>
          </a:xfrm>
          <a:prstGeom prst="rect">
            <a:avLst/>
          </a:prstGeom>
          <a:noFill/>
          <a:ln>
            <a:noFill/>
          </a:ln>
        </p:spPr>
      </p:pic>
      <p:pic>
        <p:nvPicPr>
          <p:cNvPr id="909" name="Google Shape;909;p55"/>
          <p:cNvPicPr preferRelativeResize="0"/>
          <p:nvPr/>
        </p:nvPicPr>
        <p:blipFill rotWithShape="1">
          <a:blip r:embed="rId10">
            <a:alphaModFix/>
          </a:blip>
          <a:srcRect/>
          <a:stretch/>
        </p:blipFill>
        <p:spPr>
          <a:xfrm>
            <a:off x="4977881" y="4050543"/>
            <a:ext cx="4071937" cy="877888"/>
          </a:xfrm>
          <a:prstGeom prst="rect">
            <a:avLst/>
          </a:prstGeom>
          <a:noFill/>
          <a:ln>
            <a:noFill/>
          </a:ln>
        </p:spPr>
      </p:pic>
      <p:sp>
        <p:nvSpPr>
          <p:cNvPr id="910" name="Google Shape;910;p55"/>
          <p:cNvSpPr txBox="1">
            <a:spLocks noGrp="1"/>
          </p:cNvSpPr>
          <p:nvPr>
            <p:ph type="title" idx="4294967295"/>
          </p:nvPr>
        </p:nvSpPr>
        <p:spPr>
          <a:xfrm>
            <a:off x="457200" y="-1162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X</a:t>
            </a:r>
            <a:endParaRPr/>
          </a:p>
        </p:txBody>
      </p:sp>
      <p:pic>
        <p:nvPicPr>
          <p:cNvPr id="911" name="Google Shape;911;p55" descr="Image result for hogwarts icon">
            <a:hlinkClick r:id="rId11" action="ppaction://hlinksldjump"/>
          </p:cNvPr>
          <p:cNvPicPr preferRelativeResize="0"/>
          <p:nvPr/>
        </p:nvPicPr>
        <p:blipFill rotWithShape="1">
          <a:blip r:embed="rId12">
            <a:alphaModFix/>
          </a:blip>
          <a:srcRect/>
          <a:stretch/>
        </p:blipFill>
        <p:spPr>
          <a:xfrm>
            <a:off x="8665090" y="4698868"/>
            <a:ext cx="311282" cy="311282"/>
          </a:xfrm>
          <a:prstGeom prst="rect">
            <a:avLst/>
          </a:prstGeom>
          <a:noFill/>
          <a:ln>
            <a:noFill/>
          </a:ln>
        </p:spPr>
      </p:pic>
      <p:pic>
        <p:nvPicPr>
          <p:cNvPr id="912" name="Google Shape;912;p55"/>
          <p:cNvPicPr preferRelativeResize="0"/>
          <p:nvPr/>
        </p:nvPicPr>
        <p:blipFill rotWithShape="1">
          <a:blip r:embed="rId13">
            <a:alphaModFix/>
          </a:blip>
          <a:srcRect/>
          <a:stretch/>
        </p:blipFill>
        <p:spPr>
          <a:xfrm>
            <a:off x="-30026" y="567877"/>
            <a:ext cx="719137" cy="4614862"/>
          </a:xfrm>
          <a:prstGeom prst="rect">
            <a:avLst/>
          </a:prstGeom>
          <a:noFill/>
          <a:ln>
            <a:noFill/>
          </a:ln>
        </p:spPr>
      </p:pic>
      <p:pic>
        <p:nvPicPr>
          <p:cNvPr id="913" name="Google Shape;913;p55"/>
          <p:cNvPicPr preferRelativeResize="0"/>
          <p:nvPr/>
        </p:nvPicPr>
        <p:blipFill rotWithShape="1">
          <a:blip r:embed="rId14">
            <a:alphaModFix/>
          </a:blip>
          <a:srcRect/>
          <a:stretch/>
        </p:blipFill>
        <p:spPr>
          <a:xfrm>
            <a:off x="641070" y="-34448"/>
            <a:ext cx="4090987" cy="901700"/>
          </a:xfrm>
          <a:prstGeom prst="rect">
            <a:avLst/>
          </a:prstGeom>
          <a:noFill/>
          <a:ln>
            <a:noFill/>
          </a:ln>
        </p:spPr>
      </p:pic>
      <p:pic>
        <p:nvPicPr>
          <p:cNvPr id="914" name="Google Shape;914;p55"/>
          <p:cNvPicPr preferRelativeResize="0"/>
          <p:nvPr/>
        </p:nvPicPr>
        <p:blipFill rotWithShape="1">
          <a:blip r:embed="rId15">
            <a:alphaModFix/>
          </a:blip>
          <a:srcRect l="15749" t="15748" r="15749" b="20657"/>
          <a:stretch/>
        </p:blipFill>
        <p:spPr>
          <a:xfrm>
            <a:off x="5870718" y="2407145"/>
            <a:ext cx="2133600" cy="945954"/>
          </a:xfrm>
          <a:prstGeom prst="rect">
            <a:avLst/>
          </a:prstGeom>
          <a:noFill/>
          <a:ln>
            <a:noFill/>
          </a:ln>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2000"/>
                                        <p:tgtEl>
                                          <p:spTgt spid="818"/>
                                        </p:tgtEl>
                                      </p:cBhvr>
                                    </p:animEffect>
                                    <p:set>
                                      <p:cBhvr>
                                        <p:cTn id="7" dur="1" fill="hold">
                                          <p:stCondLst>
                                            <p:cond delay="2000"/>
                                          </p:stCondLst>
                                        </p:cTn>
                                        <p:tgtEl>
                                          <p:spTgt spid="81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2000"/>
                                        <p:tgtEl>
                                          <p:spTgt spid="821"/>
                                        </p:tgtEl>
                                      </p:cBhvr>
                                    </p:animEffect>
                                    <p:set>
                                      <p:cBhvr>
                                        <p:cTn id="12" dur="1" fill="hold">
                                          <p:stCondLst>
                                            <p:cond delay="2000"/>
                                          </p:stCondLst>
                                        </p:cTn>
                                        <p:tgtEl>
                                          <p:spTgt spid="82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2000"/>
                                        <p:tgtEl>
                                          <p:spTgt spid="824"/>
                                        </p:tgtEl>
                                      </p:cBhvr>
                                    </p:animEffect>
                                    <p:set>
                                      <p:cBhvr>
                                        <p:cTn id="17" dur="1" fill="hold">
                                          <p:stCondLst>
                                            <p:cond delay="2000"/>
                                          </p:stCondLst>
                                        </p:cTn>
                                        <p:tgtEl>
                                          <p:spTgt spid="824"/>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2000"/>
                                        <p:tgtEl>
                                          <p:spTgt spid="827"/>
                                        </p:tgtEl>
                                      </p:cBhvr>
                                    </p:animEffect>
                                    <p:set>
                                      <p:cBhvr>
                                        <p:cTn id="22" dur="1" fill="hold">
                                          <p:stCondLst>
                                            <p:cond delay="2000"/>
                                          </p:stCondLst>
                                        </p:cTn>
                                        <p:tgtEl>
                                          <p:spTgt spid="82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2000"/>
                                        <p:tgtEl>
                                          <p:spTgt spid="830"/>
                                        </p:tgtEl>
                                      </p:cBhvr>
                                    </p:animEffect>
                                    <p:set>
                                      <p:cBhvr>
                                        <p:cTn id="27" dur="1" fill="hold">
                                          <p:stCondLst>
                                            <p:cond delay="2000"/>
                                          </p:stCondLst>
                                        </p:cTn>
                                        <p:tgtEl>
                                          <p:spTgt spid="830"/>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2000"/>
                                        <p:tgtEl>
                                          <p:spTgt spid="833"/>
                                        </p:tgtEl>
                                      </p:cBhvr>
                                    </p:animEffect>
                                    <p:set>
                                      <p:cBhvr>
                                        <p:cTn id="32" dur="1" fill="hold">
                                          <p:stCondLst>
                                            <p:cond delay="2000"/>
                                          </p:stCondLst>
                                        </p:cTn>
                                        <p:tgtEl>
                                          <p:spTgt spid="833"/>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nodeType="clickEffect">
                                  <p:stCondLst>
                                    <p:cond delay="0"/>
                                  </p:stCondLst>
                                  <p:childTnLst>
                                    <p:animEffect transition="out" filter="fade">
                                      <p:cBhvr>
                                        <p:cTn id="36" dur="2000"/>
                                        <p:tgtEl>
                                          <p:spTgt spid="836"/>
                                        </p:tgtEl>
                                      </p:cBhvr>
                                    </p:animEffect>
                                    <p:set>
                                      <p:cBhvr>
                                        <p:cTn id="37" dur="1" fill="hold">
                                          <p:stCondLst>
                                            <p:cond delay="2000"/>
                                          </p:stCondLst>
                                        </p:cTn>
                                        <p:tgtEl>
                                          <p:spTgt spid="836"/>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nodeType="clickEffect">
                                  <p:stCondLst>
                                    <p:cond delay="0"/>
                                  </p:stCondLst>
                                  <p:childTnLst>
                                    <p:animEffect transition="out" filter="fade">
                                      <p:cBhvr>
                                        <p:cTn id="41" dur="2000"/>
                                        <p:tgtEl>
                                          <p:spTgt spid="839"/>
                                        </p:tgtEl>
                                      </p:cBhvr>
                                    </p:animEffect>
                                    <p:set>
                                      <p:cBhvr>
                                        <p:cTn id="42" dur="1" fill="hold">
                                          <p:stCondLst>
                                            <p:cond delay="2000"/>
                                          </p:stCondLst>
                                        </p:cTn>
                                        <p:tgtEl>
                                          <p:spTgt spid="839"/>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nodeType="clickEffect">
                                  <p:stCondLst>
                                    <p:cond delay="0"/>
                                  </p:stCondLst>
                                  <p:childTnLst>
                                    <p:animEffect transition="out" filter="fade">
                                      <p:cBhvr>
                                        <p:cTn id="46" dur="2000"/>
                                        <p:tgtEl>
                                          <p:spTgt spid="842"/>
                                        </p:tgtEl>
                                      </p:cBhvr>
                                    </p:animEffect>
                                    <p:set>
                                      <p:cBhvr>
                                        <p:cTn id="47" dur="1" fill="hold">
                                          <p:stCondLst>
                                            <p:cond delay="2000"/>
                                          </p:stCondLst>
                                        </p:cTn>
                                        <p:tgtEl>
                                          <p:spTgt spid="842"/>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nodeType="clickEffect">
                                  <p:stCondLst>
                                    <p:cond delay="0"/>
                                  </p:stCondLst>
                                  <p:childTnLst>
                                    <p:animEffect transition="out" filter="fade">
                                      <p:cBhvr>
                                        <p:cTn id="51" dur="2000"/>
                                        <p:tgtEl>
                                          <p:spTgt spid="845"/>
                                        </p:tgtEl>
                                      </p:cBhvr>
                                    </p:animEffect>
                                    <p:set>
                                      <p:cBhvr>
                                        <p:cTn id="52" dur="1" fill="hold">
                                          <p:stCondLst>
                                            <p:cond delay="2000"/>
                                          </p:stCondLst>
                                        </p:cTn>
                                        <p:tgtEl>
                                          <p:spTgt spid="845"/>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nodeType="clickEffect">
                                  <p:stCondLst>
                                    <p:cond delay="0"/>
                                  </p:stCondLst>
                                  <p:childTnLst>
                                    <p:animEffect transition="out" filter="fade">
                                      <p:cBhvr>
                                        <p:cTn id="56" dur="2000"/>
                                        <p:tgtEl>
                                          <p:spTgt spid="848"/>
                                        </p:tgtEl>
                                      </p:cBhvr>
                                    </p:animEffect>
                                    <p:set>
                                      <p:cBhvr>
                                        <p:cTn id="57" dur="1" fill="hold">
                                          <p:stCondLst>
                                            <p:cond delay="2000"/>
                                          </p:stCondLst>
                                        </p:cTn>
                                        <p:tgtEl>
                                          <p:spTgt spid="848"/>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0" presetClass="exit" presetSubtype="0" fill="hold" nodeType="clickEffect">
                                  <p:stCondLst>
                                    <p:cond delay="0"/>
                                  </p:stCondLst>
                                  <p:childTnLst>
                                    <p:animEffect transition="out" filter="fade">
                                      <p:cBhvr>
                                        <p:cTn id="61" dur="2000"/>
                                        <p:tgtEl>
                                          <p:spTgt spid="851"/>
                                        </p:tgtEl>
                                      </p:cBhvr>
                                    </p:animEffect>
                                    <p:set>
                                      <p:cBhvr>
                                        <p:cTn id="62" dur="1" fill="hold">
                                          <p:stCondLst>
                                            <p:cond delay="2000"/>
                                          </p:stCondLst>
                                        </p:cTn>
                                        <p:tgtEl>
                                          <p:spTgt spid="851"/>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0" presetClass="exit" presetSubtype="0" fill="hold" nodeType="clickEffect">
                                  <p:stCondLst>
                                    <p:cond delay="0"/>
                                  </p:stCondLst>
                                  <p:childTnLst>
                                    <p:animEffect transition="out" filter="fade">
                                      <p:cBhvr>
                                        <p:cTn id="66" dur="2000"/>
                                        <p:tgtEl>
                                          <p:spTgt spid="854"/>
                                        </p:tgtEl>
                                      </p:cBhvr>
                                    </p:animEffect>
                                    <p:set>
                                      <p:cBhvr>
                                        <p:cTn id="67" dur="1" fill="hold">
                                          <p:stCondLst>
                                            <p:cond delay="2000"/>
                                          </p:stCondLst>
                                        </p:cTn>
                                        <p:tgtEl>
                                          <p:spTgt spid="854"/>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0" presetClass="exit" presetSubtype="0" fill="hold" nodeType="clickEffect">
                                  <p:stCondLst>
                                    <p:cond delay="0"/>
                                  </p:stCondLst>
                                  <p:childTnLst>
                                    <p:animEffect transition="out" filter="fade">
                                      <p:cBhvr>
                                        <p:cTn id="71" dur="2000"/>
                                        <p:tgtEl>
                                          <p:spTgt spid="857"/>
                                        </p:tgtEl>
                                      </p:cBhvr>
                                    </p:animEffect>
                                    <p:set>
                                      <p:cBhvr>
                                        <p:cTn id="72" dur="1" fill="hold">
                                          <p:stCondLst>
                                            <p:cond delay="2000"/>
                                          </p:stCondLst>
                                        </p:cTn>
                                        <p:tgtEl>
                                          <p:spTgt spid="857"/>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10" presetClass="exit" presetSubtype="0" fill="hold" nodeType="clickEffect">
                                  <p:stCondLst>
                                    <p:cond delay="0"/>
                                  </p:stCondLst>
                                  <p:childTnLst>
                                    <p:animEffect transition="out" filter="fade">
                                      <p:cBhvr>
                                        <p:cTn id="76" dur="2000"/>
                                        <p:tgtEl>
                                          <p:spTgt spid="860"/>
                                        </p:tgtEl>
                                      </p:cBhvr>
                                    </p:animEffect>
                                    <p:set>
                                      <p:cBhvr>
                                        <p:cTn id="77" dur="1" fill="hold">
                                          <p:stCondLst>
                                            <p:cond delay="2000"/>
                                          </p:stCondLst>
                                        </p:cTn>
                                        <p:tgtEl>
                                          <p:spTgt spid="860"/>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10" presetClass="exit" presetSubtype="0" fill="hold" nodeType="clickEffect">
                                  <p:stCondLst>
                                    <p:cond delay="0"/>
                                  </p:stCondLst>
                                  <p:childTnLst>
                                    <p:animEffect transition="out" filter="fade">
                                      <p:cBhvr>
                                        <p:cTn id="81" dur="2000"/>
                                        <p:tgtEl>
                                          <p:spTgt spid="863"/>
                                        </p:tgtEl>
                                      </p:cBhvr>
                                    </p:animEffect>
                                    <p:set>
                                      <p:cBhvr>
                                        <p:cTn id="82" dur="1" fill="hold">
                                          <p:stCondLst>
                                            <p:cond delay="2000"/>
                                          </p:stCondLst>
                                        </p:cTn>
                                        <p:tgtEl>
                                          <p:spTgt spid="863"/>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10" presetClass="exit" presetSubtype="0" fill="hold" nodeType="clickEffect">
                                  <p:stCondLst>
                                    <p:cond delay="0"/>
                                  </p:stCondLst>
                                  <p:childTnLst>
                                    <p:animEffect transition="out" filter="fade">
                                      <p:cBhvr>
                                        <p:cTn id="86" dur="2000"/>
                                        <p:tgtEl>
                                          <p:spTgt spid="866"/>
                                        </p:tgtEl>
                                      </p:cBhvr>
                                    </p:animEffect>
                                    <p:set>
                                      <p:cBhvr>
                                        <p:cTn id="87" dur="1" fill="hold">
                                          <p:stCondLst>
                                            <p:cond delay="2000"/>
                                          </p:stCondLst>
                                        </p:cTn>
                                        <p:tgtEl>
                                          <p:spTgt spid="866"/>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10" presetClass="exit" presetSubtype="0" fill="hold" nodeType="clickEffect">
                                  <p:stCondLst>
                                    <p:cond delay="0"/>
                                  </p:stCondLst>
                                  <p:childTnLst>
                                    <p:animEffect transition="out" filter="fade">
                                      <p:cBhvr>
                                        <p:cTn id="91" dur="2000"/>
                                        <p:tgtEl>
                                          <p:spTgt spid="869"/>
                                        </p:tgtEl>
                                      </p:cBhvr>
                                    </p:animEffect>
                                    <p:set>
                                      <p:cBhvr>
                                        <p:cTn id="92" dur="1" fill="hold">
                                          <p:stCondLst>
                                            <p:cond delay="2000"/>
                                          </p:stCondLst>
                                        </p:cTn>
                                        <p:tgtEl>
                                          <p:spTgt spid="869"/>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10" presetClass="exit" presetSubtype="0" fill="hold" nodeType="clickEffect">
                                  <p:stCondLst>
                                    <p:cond delay="0"/>
                                  </p:stCondLst>
                                  <p:childTnLst>
                                    <p:animEffect transition="out" filter="fade">
                                      <p:cBhvr>
                                        <p:cTn id="96" dur="2000"/>
                                        <p:tgtEl>
                                          <p:spTgt spid="872"/>
                                        </p:tgtEl>
                                      </p:cBhvr>
                                    </p:animEffect>
                                    <p:set>
                                      <p:cBhvr>
                                        <p:cTn id="97" dur="1" fill="hold">
                                          <p:stCondLst>
                                            <p:cond delay="2000"/>
                                          </p:stCondLst>
                                        </p:cTn>
                                        <p:tgtEl>
                                          <p:spTgt spid="872"/>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10" presetClass="exit" presetSubtype="0" fill="hold" nodeType="clickEffect">
                                  <p:stCondLst>
                                    <p:cond delay="0"/>
                                  </p:stCondLst>
                                  <p:childTnLst>
                                    <p:animEffect transition="out" filter="fade">
                                      <p:cBhvr>
                                        <p:cTn id="101" dur="2000"/>
                                        <p:tgtEl>
                                          <p:spTgt spid="875"/>
                                        </p:tgtEl>
                                      </p:cBhvr>
                                    </p:animEffect>
                                    <p:set>
                                      <p:cBhvr>
                                        <p:cTn id="102" dur="1" fill="hold">
                                          <p:stCondLst>
                                            <p:cond delay="2000"/>
                                          </p:stCondLst>
                                        </p:cTn>
                                        <p:tgtEl>
                                          <p:spTgt spid="875"/>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0" presetClass="exit" presetSubtype="0" fill="hold" nodeType="clickEffect">
                                  <p:stCondLst>
                                    <p:cond delay="0"/>
                                  </p:stCondLst>
                                  <p:childTnLst>
                                    <p:animEffect transition="out" filter="fade">
                                      <p:cBhvr>
                                        <p:cTn id="106" dur="2000"/>
                                        <p:tgtEl>
                                          <p:spTgt spid="878"/>
                                        </p:tgtEl>
                                      </p:cBhvr>
                                    </p:animEffect>
                                    <p:set>
                                      <p:cBhvr>
                                        <p:cTn id="107" dur="1" fill="hold">
                                          <p:stCondLst>
                                            <p:cond delay="2000"/>
                                          </p:stCondLst>
                                        </p:cTn>
                                        <p:tgtEl>
                                          <p:spTgt spid="878"/>
                                        </p:tgtEl>
                                        <p:attrNameLst>
                                          <p:attrName>style.visibility</p:attrName>
                                        </p:attrNameLst>
                                      </p:cBhvr>
                                      <p:to>
                                        <p:strVal val="hidden"/>
                                      </p:to>
                                    </p:set>
                                  </p:childTnLst>
                                </p:cTn>
                              </p:par>
                            </p:childTnLst>
                          </p:cTn>
                        </p:par>
                      </p:childTnLst>
                    </p:cTn>
                  </p:par>
                  <p:par>
                    <p:cTn id="108" fill="hold">
                      <p:stCondLst>
                        <p:cond delay="indefinite"/>
                      </p:stCondLst>
                      <p:childTnLst>
                        <p:par>
                          <p:cTn id="109" fill="hold">
                            <p:stCondLst>
                              <p:cond delay="0"/>
                            </p:stCondLst>
                            <p:childTnLst>
                              <p:par>
                                <p:cTn id="110" presetID="10" presetClass="exit" presetSubtype="0" fill="hold" nodeType="clickEffect">
                                  <p:stCondLst>
                                    <p:cond delay="0"/>
                                  </p:stCondLst>
                                  <p:childTnLst>
                                    <p:animEffect transition="out" filter="fade">
                                      <p:cBhvr>
                                        <p:cTn id="111" dur="2000"/>
                                        <p:tgtEl>
                                          <p:spTgt spid="881"/>
                                        </p:tgtEl>
                                      </p:cBhvr>
                                    </p:animEffect>
                                    <p:set>
                                      <p:cBhvr>
                                        <p:cTn id="112" dur="1" fill="hold">
                                          <p:stCondLst>
                                            <p:cond delay="2000"/>
                                          </p:stCondLst>
                                        </p:cTn>
                                        <p:tgtEl>
                                          <p:spTgt spid="881"/>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10" presetClass="exit" presetSubtype="0" fill="hold" nodeType="clickEffect">
                                  <p:stCondLst>
                                    <p:cond delay="0"/>
                                  </p:stCondLst>
                                  <p:childTnLst>
                                    <p:animEffect transition="out" filter="fade">
                                      <p:cBhvr>
                                        <p:cTn id="116" dur="2000"/>
                                        <p:tgtEl>
                                          <p:spTgt spid="884"/>
                                        </p:tgtEl>
                                      </p:cBhvr>
                                    </p:animEffect>
                                    <p:set>
                                      <p:cBhvr>
                                        <p:cTn id="117" dur="1" fill="hold">
                                          <p:stCondLst>
                                            <p:cond delay="2000"/>
                                          </p:stCondLst>
                                        </p:cTn>
                                        <p:tgtEl>
                                          <p:spTgt spid="884"/>
                                        </p:tgtEl>
                                        <p:attrNameLst>
                                          <p:attrName>style.visibility</p:attrName>
                                        </p:attrNameLst>
                                      </p:cBhvr>
                                      <p:to>
                                        <p:strVal val="hidden"/>
                                      </p:to>
                                    </p:set>
                                  </p:childTnLst>
                                </p:cTn>
                              </p:par>
                            </p:childTnLst>
                          </p:cTn>
                        </p:par>
                      </p:childTnLst>
                    </p:cTn>
                  </p:par>
                  <p:par>
                    <p:cTn id="118" fill="hold">
                      <p:stCondLst>
                        <p:cond delay="indefinite"/>
                      </p:stCondLst>
                      <p:childTnLst>
                        <p:par>
                          <p:cTn id="119" fill="hold">
                            <p:stCondLst>
                              <p:cond delay="0"/>
                            </p:stCondLst>
                            <p:childTnLst>
                              <p:par>
                                <p:cTn id="120" presetID="10" presetClass="exit" presetSubtype="0" fill="hold" nodeType="clickEffect">
                                  <p:stCondLst>
                                    <p:cond delay="0"/>
                                  </p:stCondLst>
                                  <p:childTnLst>
                                    <p:animEffect transition="out" filter="fade">
                                      <p:cBhvr>
                                        <p:cTn id="121" dur="2000"/>
                                        <p:tgtEl>
                                          <p:spTgt spid="887"/>
                                        </p:tgtEl>
                                      </p:cBhvr>
                                    </p:animEffect>
                                    <p:set>
                                      <p:cBhvr>
                                        <p:cTn id="122" dur="1" fill="hold">
                                          <p:stCondLst>
                                            <p:cond delay="2000"/>
                                          </p:stCondLst>
                                        </p:cTn>
                                        <p:tgtEl>
                                          <p:spTgt spid="887"/>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10" presetClass="exit" presetSubtype="0" fill="hold" nodeType="clickEffect">
                                  <p:stCondLst>
                                    <p:cond delay="0"/>
                                  </p:stCondLst>
                                  <p:childTnLst>
                                    <p:animEffect transition="out" filter="fade">
                                      <p:cBhvr>
                                        <p:cTn id="126" dur="2000"/>
                                        <p:tgtEl>
                                          <p:spTgt spid="890"/>
                                        </p:tgtEl>
                                      </p:cBhvr>
                                    </p:animEffect>
                                    <p:set>
                                      <p:cBhvr>
                                        <p:cTn id="127" dur="1" fill="hold">
                                          <p:stCondLst>
                                            <p:cond delay="2000"/>
                                          </p:stCondLst>
                                        </p:cTn>
                                        <p:tgtEl>
                                          <p:spTgt spid="890"/>
                                        </p:tgtEl>
                                        <p:attrNameLst>
                                          <p:attrName>style.visibility</p:attrName>
                                        </p:attrNameLst>
                                      </p:cBhvr>
                                      <p:to>
                                        <p:strVal val="hidden"/>
                                      </p:to>
                                    </p:set>
                                  </p:childTnLst>
                                </p:cTn>
                              </p:par>
                            </p:childTnLst>
                          </p:cTn>
                        </p:par>
                      </p:childTnLst>
                    </p:cTn>
                  </p:par>
                  <p:par>
                    <p:cTn id="128" fill="hold">
                      <p:stCondLst>
                        <p:cond delay="indefinite"/>
                      </p:stCondLst>
                      <p:childTnLst>
                        <p:par>
                          <p:cTn id="129" fill="hold">
                            <p:stCondLst>
                              <p:cond delay="0"/>
                            </p:stCondLst>
                            <p:childTnLst>
                              <p:par>
                                <p:cTn id="130" presetID="10" presetClass="exit" presetSubtype="0" fill="hold" nodeType="clickEffect">
                                  <p:stCondLst>
                                    <p:cond delay="0"/>
                                  </p:stCondLst>
                                  <p:childTnLst>
                                    <p:animEffect transition="out" filter="fade">
                                      <p:cBhvr>
                                        <p:cTn id="131" dur="2000"/>
                                        <p:tgtEl>
                                          <p:spTgt spid="893"/>
                                        </p:tgtEl>
                                      </p:cBhvr>
                                    </p:animEffect>
                                    <p:set>
                                      <p:cBhvr>
                                        <p:cTn id="132" dur="1" fill="hold">
                                          <p:stCondLst>
                                            <p:cond delay="2000"/>
                                          </p:stCondLst>
                                        </p:cTn>
                                        <p:tgtEl>
                                          <p:spTgt spid="893"/>
                                        </p:tgtEl>
                                        <p:attrNameLst>
                                          <p:attrName>style.visibility</p:attrName>
                                        </p:attrNameLst>
                                      </p:cBhvr>
                                      <p:to>
                                        <p:strVal val="hidden"/>
                                      </p:to>
                                    </p:set>
                                  </p:childTnLst>
                                </p:cTn>
                              </p:par>
                            </p:childTnLst>
                          </p:cTn>
                        </p:par>
                      </p:childTnLst>
                    </p:cTn>
                  </p:par>
                  <p:par>
                    <p:cTn id="133" fill="hold">
                      <p:stCondLst>
                        <p:cond delay="indefinite"/>
                      </p:stCondLst>
                      <p:childTnLst>
                        <p:par>
                          <p:cTn id="134" fill="hold">
                            <p:stCondLst>
                              <p:cond delay="0"/>
                            </p:stCondLst>
                            <p:childTnLst>
                              <p:par>
                                <p:cTn id="135" presetID="10" presetClass="exit" presetSubtype="0" fill="hold" nodeType="clickEffect">
                                  <p:stCondLst>
                                    <p:cond delay="0"/>
                                  </p:stCondLst>
                                  <p:childTnLst>
                                    <p:animEffect transition="out" filter="fade">
                                      <p:cBhvr>
                                        <p:cTn id="136" dur="2000"/>
                                        <p:tgtEl>
                                          <p:spTgt spid="896"/>
                                        </p:tgtEl>
                                      </p:cBhvr>
                                    </p:animEffect>
                                    <p:set>
                                      <p:cBhvr>
                                        <p:cTn id="137" dur="1" fill="hold">
                                          <p:stCondLst>
                                            <p:cond delay="2000"/>
                                          </p:stCondLst>
                                        </p:cTn>
                                        <p:tgtEl>
                                          <p:spTgt spid="896"/>
                                        </p:tgtEl>
                                        <p:attrNameLst>
                                          <p:attrName>style.visibility</p:attrName>
                                        </p:attrNameLst>
                                      </p:cBhvr>
                                      <p:to>
                                        <p:strVal val="hidden"/>
                                      </p:to>
                                    </p:set>
                                  </p:childTnLst>
                                </p:cTn>
                              </p:par>
                            </p:childTnLst>
                          </p:cTn>
                        </p:par>
                      </p:childTnLst>
                    </p:cTn>
                  </p:par>
                  <p:par>
                    <p:cTn id="138" fill="hold">
                      <p:stCondLst>
                        <p:cond delay="indefinite"/>
                      </p:stCondLst>
                      <p:childTnLst>
                        <p:par>
                          <p:cTn id="139" fill="hold">
                            <p:stCondLst>
                              <p:cond delay="0"/>
                            </p:stCondLst>
                            <p:childTnLst>
                              <p:par>
                                <p:cTn id="140" presetID="10" presetClass="exit" presetSubtype="0" fill="hold" nodeType="clickEffect">
                                  <p:stCondLst>
                                    <p:cond delay="0"/>
                                  </p:stCondLst>
                                  <p:childTnLst>
                                    <p:animEffect transition="out" filter="fade">
                                      <p:cBhvr>
                                        <p:cTn id="141" dur="2000"/>
                                        <p:tgtEl>
                                          <p:spTgt spid="899"/>
                                        </p:tgtEl>
                                      </p:cBhvr>
                                    </p:animEffect>
                                    <p:set>
                                      <p:cBhvr>
                                        <p:cTn id="142" dur="1" fill="hold">
                                          <p:stCondLst>
                                            <p:cond delay="2000"/>
                                          </p:stCondLst>
                                        </p:cTn>
                                        <p:tgtEl>
                                          <p:spTgt spid="899"/>
                                        </p:tgtEl>
                                        <p:attrNameLst>
                                          <p:attrName>style.visibility</p:attrName>
                                        </p:attrNameLst>
                                      </p:cBhvr>
                                      <p:to>
                                        <p:strVal val="hidden"/>
                                      </p:to>
                                    </p:set>
                                  </p:childTnLst>
                                </p:cTn>
                              </p:par>
                            </p:childTnLst>
                          </p:cTn>
                        </p:par>
                      </p:childTnLst>
                    </p:cTn>
                  </p:par>
                  <p:par>
                    <p:cTn id="143" fill="hold">
                      <p:stCondLst>
                        <p:cond delay="indefinite"/>
                      </p:stCondLst>
                      <p:childTnLst>
                        <p:par>
                          <p:cTn id="144" fill="hold">
                            <p:stCondLst>
                              <p:cond delay="0"/>
                            </p:stCondLst>
                            <p:childTnLst>
                              <p:par>
                                <p:cTn id="145" presetID="10" presetClass="exit" presetSubtype="0" fill="hold" nodeType="clickEffect">
                                  <p:stCondLst>
                                    <p:cond delay="0"/>
                                  </p:stCondLst>
                                  <p:childTnLst>
                                    <p:animEffect transition="out" filter="fade">
                                      <p:cBhvr>
                                        <p:cTn id="146" dur="2000"/>
                                        <p:tgtEl>
                                          <p:spTgt spid="902"/>
                                        </p:tgtEl>
                                      </p:cBhvr>
                                    </p:animEffect>
                                    <p:set>
                                      <p:cBhvr>
                                        <p:cTn id="147" dur="1" fill="hold">
                                          <p:stCondLst>
                                            <p:cond delay="2000"/>
                                          </p:stCondLst>
                                        </p:cTn>
                                        <p:tgtEl>
                                          <p:spTgt spid="902"/>
                                        </p:tgtEl>
                                        <p:attrNameLst>
                                          <p:attrName>style.visibility</p:attrName>
                                        </p:attrNameLst>
                                      </p:cBhvr>
                                      <p:to>
                                        <p:strVal val="hidden"/>
                                      </p:to>
                                    </p:set>
                                  </p:childTnLst>
                                </p:cTn>
                              </p:par>
                            </p:childTnLst>
                          </p:cTn>
                        </p:par>
                      </p:childTnLst>
                    </p:cTn>
                  </p:par>
                  <p:par>
                    <p:cTn id="148" fill="hold">
                      <p:stCondLst>
                        <p:cond delay="indefinite"/>
                      </p:stCondLst>
                      <p:childTnLst>
                        <p:par>
                          <p:cTn id="149" fill="hold">
                            <p:stCondLst>
                              <p:cond delay="0"/>
                            </p:stCondLst>
                            <p:childTnLst>
                              <p:par>
                                <p:cTn id="150" presetID="10" presetClass="exit" presetSubtype="0" fill="hold" nodeType="clickEffect">
                                  <p:stCondLst>
                                    <p:cond delay="0"/>
                                  </p:stCondLst>
                                  <p:childTnLst>
                                    <p:animEffect transition="out" filter="fade">
                                      <p:cBhvr>
                                        <p:cTn id="151" dur="2000"/>
                                        <p:tgtEl>
                                          <p:spTgt spid="905"/>
                                        </p:tgtEl>
                                      </p:cBhvr>
                                    </p:animEffect>
                                    <p:set>
                                      <p:cBhvr>
                                        <p:cTn id="152" dur="1" fill="hold">
                                          <p:stCondLst>
                                            <p:cond delay="2000"/>
                                          </p:stCondLst>
                                        </p:cTn>
                                        <p:tgtEl>
                                          <p:spTgt spid="90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19"/>
        <p:cNvGrpSpPr/>
        <p:nvPr/>
      </p:nvGrpSpPr>
      <p:grpSpPr>
        <a:xfrm>
          <a:off x="0" y="0"/>
          <a:ext cx="0" cy="0"/>
          <a:chOff x="0" y="0"/>
          <a:chExt cx="0" cy="0"/>
        </a:xfrm>
      </p:grpSpPr>
      <p:pic>
        <p:nvPicPr>
          <p:cNvPr id="920" name="Google Shape;920;p49" descr="Image result for patronus"/>
          <p:cNvPicPr preferRelativeResize="0"/>
          <p:nvPr/>
        </p:nvPicPr>
        <p:blipFill rotWithShape="1">
          <a:blip r:embed="rId4">
            <a:alphaModFix/>
          </a:blip>
          <a:srcRect/>
          <a:stretch/>
        </p:blipFill>
        <p:spPr>
          <a:xfrm>
            <a:off x="5231569" y="2579996"/>
            <a:ext cx="2998031" cy="2506354"/>
          </a:xfrm>
          <a:prstGeom prst="rect">
            <a:avLst/>
          </a:prstGeom>
          <a:noFill/>
          <a:ln>
            <a:noFill/>
          </a:ln>
        </p:spPr>
      </p:pic>
      <p:pic>
        <p:nvPicPr>
          <p:cNvPr id="921" name="Google Shape;921;p49" descr="Image result for patronus"/>
          <p:cNvPicPr preferRelativeResize="0"/>
          <p:nvPr/>
        </p:nvPicPr>
        <p:blipFill rotWithShape="1">
          <a:blip r:embed="rId5">
            <a:alphaModFix/>
          </a:blip>
          <a:srcRect/>
          <a:stretch/>
        </p:blipFill>
        <p:spPr>
          <a:xfrm>
            <a:off x="990600" y="3033785"/>
            <a:ext cx="1864414" cy="2052565"/>
          </a:xfrm>
          <a:prstGeom prst="rect">
            <a:avLst/>
          </a:prstGeom>
          <a:noFill/>
          <a:ln>
            <a:noFill/>
          </a:ln>
        </p:spPr>
      </p:pic>
      <p:pic>
        <p:nvPicPr>
          <p:cNvPr id="922" name="Google Shape;922;p49" descr="Image result for patronus"/>
          <p:cNvPicPr preferRelativeResize="0"/>
          <p:nvPr/>
        </p:nvPicPr>
        <p:blipFill rotWithShape="1">
          <a:blip r:embed="rId6">
            <a:alphaModFix/>
          </a:blip>
          <a:srcRect/>
          <a:stretch/>
        </p:blipFill>
        <p:spPr>
          <a:xfrm>
            <a:off x="3081508" y="1141867"/>
            <a:ext cx="2971800" cy="3783837"/>
          </a:xfrm>
          <a:prstGeom prst="rect">
            <a:avLst/>
          </a:prstGeom>
          <a:noFill/>
          <a:ln>
            <a:noFill/>
          </a:ln>
        </p:spPr>
      </p:pic>
      <p:sp>
        <p:nvSpPr>
          <p:cNvPr id="923" name="Google Shape;923;p49"/>
          <p:cNvSpPr txBox="1"/>
          <p:nvPr/>
        </p:nvSpPr>
        <p:spPr>
          <a:xfrm>
            <a:off x="0" y="521553"/>
            <a:ext cx="9144000"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DDD9C3"/>
                </a:solidFill>
                <a:latin typeface="Arial"/>
                <a:ea typeface="Arial"/>
                <a:cs typeface="Arial"/>
                <a:sym typeface="Arial"/>
              </a:rPr>
              <a:t>Choose your Patronus…</a:t>
            </a:r>
            <a:endParaRPr sz="1400" b="0" i="0" u="none" strike="noStrike" cap="none">
              <a:solidFill>
                <a:srgbClr val="000000"/>
              </a:solidFill>
              <a:latin typeface="Arial"/>
              <a:ea typeface="Arial"/>
              <a:cs typeface="Arial"/>
              <a:sym typeface="Arial"/>
            </a:endParaRPr>
          </a:p>
        </p:txBody>
      </p:sp>
      <p:pic>
        <p:nvPicPr>
          <p:cNvPr id="924" name="Google Shape;924;p49"/>
          <p:cNvPicPr preferRelativeResize="0"/>
          <p:nvPr/>
        </p:nvPicPr>
        <p:blipFill rotWithShape="1">
          <a:blip r:embed="rId7">
            <a:alphaModFix/>
          </a:blip>
          <a:srcRect l="23039" t="25473" r="33651" b="32667"/>
          <a:stretch/>
        </p:blipFill>
        <p:spPr>
          <a:xfrm>
            <a:off x="7218218" y="1935759"/>
            <a:ext cx="1011382" cy="1288473"/>
          </a:xfrm>
          <a:prstGeom prst="rect">
            <a:avLst/>
          </a:prstGeom>
          <a:noFill/>
          <a:ln>
            <a:noFill/>
          </a:ln>
        </p:spPr>
      </p:pic>
      <p:pic>
        <p:nvPicPr>
          <p:cNvPr id="925" name="Google Shape;925;p49"/>
          <p:cNvPicPr preferRelativeResize="0"/>
          <p:nvPr/>
        </p:nvPicPr>
        <p:blipFill rotWithShape="1">
          <a:blip r:embed="rId8">
            <a:alphaModFix/>
          </a:blip>
          <a:srcRect l="19247" t="24739" r="29600" b="36554"/>
          <a:stretch/>
        </p:blipFill>
        <p:spPr>
          <a:xfrm>
            <a:off x="2555035" y="1802832"/>
            <a:ext cx="1343892" cy="1191491"/>
          </a:xfrm>
          <a:prstGeom prst="rect">
            <a:avLst/>
          </a:prstGeom>
          <a:noFill/>
          <a:ln>
            <a:noFill/>
          </a:ln>
        </p:spPr>
      </p:pic>
      <p:pic>
        <p:nvPicPr>
          <p:cNvPr id="926" name="Google Shape;926;p49"/>
          <p:cNvPicPr preferRelativeResize="0"/>
          <p:nvPr/>
        </p:nvPicPr>
        <p:blipFill rotWithShape="1">
          <a:blip r:embed="rId9">
            <a:alphaModFix/>
          </a:blip>
          <a:srcRect l="23659" t="23659" r="32438" b="35070"/>
          <a:stretch/>
        </p:blipFill>
        <p:spPr>
          <a:xfrm>
            <a:off x="533400" y="2359116"/>
            <a:ext cx="1143000" cy="1270414"/>
          </a:xfrm>
          <a:prstGeom prst="rect">
            <a:avLst/>
          </a:prstGeom>
          <a:noFill/>
          <a:ln>
            <a:noFill/>
          </a:ln>
        </p:spPr>
      </p:pic>
      <p:sp>
        <p:nvSpPr>
          <p:cNvPr id="927" name="Google Shape;927;p49"/>
          <p:cNvSpPr txBox="1">
            <a:spLocks noGrp="1"/>
          </p:cNvSpPr>
          <p:nvPr>
            <p:ph type="title" idx="4294967295"/>
          </p:nvPr>
        </p:nvSpPr>
        <p:spPr>
          <a:xfrm>
            <a:off x="457200" y="-9334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S</a:t>
            </a:r>
            <a:endParaRPr/>
          </a:p>
        </p:txBody>
      </p:sp>
      <p:pic>
        <p:nvPicPr>
          <p:cNvPr id="928" name="Google Shape;928;p49" descr="Image result for hogwarts icon">
            <a:hlinkClick r:id="rId10" action="ppaction://hlinksldjump"/>
          </p:cNvPr>
          <p:cNvPicPr preferRelativeResize="0"/>
          <p:nvPr/>
        </p:nvPicPr>
        <p:blipFill rotWithShape="1">
          <a:blip r:embed="rId11">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6"/>
                                        </p:tgtEl>
                                        <p:attrNameLst>
                                          <p:attrName>style.visibility</p:attrName>
                                        </p:attrNameLst>
                                      </p:cBhvr>
                                      <p:to>
                                        <p:strVal val="visible"/>
                                      </p:to>
                                    </p:set>
                                    <p:animEffect transition="in" filter="fade">
                                      <p:cBhvr>
                                        <p:cTn id="7" dur="1000"/>
                                        <p:tgtEl>
                                          <p:spTgt spid="9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4"/>
                                        </p:tgtEl>
                                        <p:attrNameLst>
                                          <p:attrName>style.visibility</p:attrName>
                                        </p:attrNameLst>
                                      </p:cBhvr>
                                      <p:to>
                                        <p:strVal val="visible"/>
                                      </p:to>
                                    </p:set>
                                    <p:animEffect transition="in" filter="fade">
                                      <p:cBhvr>
                                        <p:cTn id="12" dur="1000"/>
                                        <p:tgtEl>
                                          <p:spTgt spid="9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25"/>
                                        </p:tgtEl>
                                        <p:attrNameLst>
                                          <p:attrName>style.visibility</p:attrName>
                                        </p:attrNameLst>
                                      </p:cBhvr>
                                      <p:to>
                                        <p:strVal val="visible"/>
                                      </p:to>
                                    </p:set>
                                    <p:animEffect transition="in" filter="fade">
                                      <p:cBhvr>
                                        <p:cTn id="17" dur="1000"/>
                                        <p:tgtEl>
                                          <p:spTgt spid="9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2830</Words>
  <Application>Microsoft Macintosh PowerPoint</Application>
  <PresentationFormat>On-screen Show (16:9)</PresentationFormat>
  <Paragraphs>601</Paragraphs>
  <Slides>42</Slides>
  <Notes>42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Times New Roman</vt:lpstr>
      <vt:lpstr>Calibri</vt:lpstr>
      <vt:lpstr>Arial</vt:lpstr>
      <vt:lpstr>EB Garamond</vt:lpstr>
      <vt:lpstr>Office Theme</vt:lpstr>
      <vt:lpstr>PowerPoint Presentation</vt:lpstr>
      <vt:lpstr>PowerPoint Presentation</vt:lpstr>
      <vt:lpstr>PowerPoint Presentation</vt:lpstr>
      <vt:lpstr>PowerPoint Presentation</vt:lpstr>
      <vt:lpstr>Question 1</vt:lpstr>
      <vt:lpstr>Question 2</vt:lpstr>
      <vt:lpstr>Question 3</vt:lpstr>
      <vt:lpstr>Question 4</vt:lpstr>
      <vt:lpstr>Question 5</vt:lpstr>
      <vt:lpstr>Question A</vt:lpstr>
      <vt:lpstr>Question A</vt:lpstr>
      <vt:lpstr>Question J</vt:lpstr>
      <vt:lpstr>Question K</vt:lpstr>
      <vt:lpstr>Question L</vt:lpstr>
      <vt:lpstr>Question M</vt:lpstr>
      <vt:lpstr>Question N</vt:lpstr>
      <vt:lpstr>Question O</vt:lpstr>
      <vt:lpstr>Question P</vt:lpstr>
      <vt:lpstr>Question Q</vt:lpstr>
      <vt:lpstr>Reward C</vt:lpstr>
      <vt:lpstr>Reward D</vt:lpstr>
      <vt:lpstr>Reward F Question</vt:lpstr>
      <vt:lpstr>Reward F - A</vt:lpstr>
      <vt:lpstr>Reward F - B</vt:lpstr>
      <vt:lpstr>Reward H</vt:lpstr>
      <vt:lpstr>Reward I</vt:lpstr>
      <vt:lpstr>Reward J Question</vt:lpstr>
      <vt:lpstr>Reward J - B</vt:lpstr>
      <vt:lpstr>Reward J - A</vt:lpstr>
      <vt:lpstr>Reward M Question</vt:lpstr>
      <vt:lpstr>Reward M - B</vt:lpstr>
      <vt:lpstr>Reward M - A</vt:lpstr>
      <vt:lpstr>Reward N</vt:lpstr>
      <vt:lpstr>Reward P</vt:lpstr>
      <vt:lpstr>Reward T</vt:lpstr>
      <vt:lpstr>Reward U</vt:lpstr>
      <vt:lpstr>Reward W Question</vt:lpstr>
      <vt:lpstr>Reward W - A</vt:lpstr>
      <vt:lpstr>Reward W - B</vt:lpstr>
      <vt:lpstr>Reward B, K, Q, V</vt:lpstr>
      <vt:lpstr>Reward X</vt:lpstr>
      <vt:lpstr>Reward 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Ngọc Mai Nguyễn Thị</cp:lastModifiedBy>
  <cp:revision>2</cp:revision>
  <dcterms:modified xsi:type="dcterms:W3CDTF">2026-10-18T10:57:43Z</dcterms:modified>
</cp:coreProperties>
</file>